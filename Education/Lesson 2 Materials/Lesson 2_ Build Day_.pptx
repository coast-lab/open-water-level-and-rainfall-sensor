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3"/>
    <p:sldMasterId id="214748371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Hammersmith One"/>
      <p:regular r:id="rId28"/>
    </p:embeddedFont>
    <p:embeddedFont>
      <p:font typeface="Plus Jakarta Sans"/>
      <p:regular r:id="rId29"/>
      <p:bold r:id="rId30"/>
      <p:italic r:id="rId31"/>
      <p:boldItalic r:id="rId32"/>
    </p:embeddedFont>
    <p:embeddedFont>
      <p:font typeface="Outfit Light"/>
      <p:regular r:id="rId33"/>
      <p:bold r:id="rId34"/>
    </p:embeddedFont>
    <p:embeddedFont>
      <p:font typeface="Plus Jakarta Sans Light"/>
      <p:regular r:id="rId35"/>
      <p:bold r:id="rId36"/>
      <p:italic r:id="rId37"/>
      <p:boldItalic r:id="rId38"/>
    </p:embeddedFont>
    <p:embeddedFont>
      <p:font typeface="Space Grotesk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ammersmithOn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italic.fntdata"/><Relationship Id="rId3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33" Type="http://schemas.openxmlformats.org/officeDocument/2006/relationships/font" Target="fonts/OutfitLight-regular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Light-regular.fntdata"/><Relationship Id="rId12" Type="http://schemas.openxmlformats.org/officeDocument/2006/relationships/slide" Target="slides/slide7.xml"/><Relationship Id="rId34" Type="http://schemas.openxmlformats.org/officeDocument/2006/relationships/font" Target="fonts/OutfitLight-bold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Light-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Light-bold.fntdata"/><Relationship Id="rId17" Type="http://schemas.openxmlformats.org/officeDocument/2006/relationships/slide" Target="slides/slide12.xml"/><Relationship Id="rId39" Type="http://schemas.openxmlformats.org/officeDocument/2006/relationships/font" Target="fonts/SpaceGrotesk-regular.fntdata"/><Relationship Id="rId16" Type="http://schemas.openxmlformats.org/officeDocument/2006/relationships/slide" Target="slides/slide11.xml"/><Relationship Id="rId38" Type="http://schemas.openxmlformats.org/officeDocument/2006/relationships/font" Target="fonts/PlusJakartaSansLigh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3654a27a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3654a27a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654a27a9f_0_6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654a27a9f_0_6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8322b401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8322b401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1303be3818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1303be3818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1f2f4baf4a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1f2f4baf4a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33654a27a9f_0_7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33654a27a9f_0_7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Outfit Light"/>
              <a:buChar char="●"/>
            </a:pPr>
            <a:r>
              <a:rPr lang="en" sz="1300">
                <a:latin typeface="Outfit Light"/>
                <a:ea typeface="Outfit Light"/>
                <a:cs typeface="Outfit Light"/>
                <a:sym typeface="Outfit Light"/>
              </a:rPr>
              <a:t>May need to start more broad with can anyone name a sensor? Ideas of cost? Is all data open for the public? </a:t>
            </a:r>
            <a:endParaRPr sz="13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39dd4d323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39dd4d323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 Light"/>
              <a:buChar char="●"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Note: Students can be encouraged to think beyond their individual dwelling to their neighborhood and community, including the people, the natural world, </a:t>
            </a: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the climate, the geography,</a:t>
            </a: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 the built environment, the activities, including seasonal hobbies, sports, festivals, holiday celebrations, etc.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46bb2908c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346bb2908c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Alternative</a:t>
            </a: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prompt: </a:t>
            </a: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How does the place where you live impact your personal and cultural identity and well-being?</a:t>
            </a:r>
            <a:endParaRPr sz="10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Teacher or students can record some class notes to refer back to during the Investigate section case study.</a:t>
            </a:r>
            <a:endParaRPr sz="1000">
              <a:solidFill>
                <a:srgbClr val="222222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39dd4d323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39dd4d323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Alternative prompt: How does the place where you live impact your personal and cultural identity and well-being?</a:t>
            </a:r>
            <a:endParaRPr sz="10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Teacher or students can record some class notes to refer back to during the Investigate section case study.</a:t>
            </a:r>
            <a:endParaRPr sz="1000">
              <a:solidFill>
                <a:srgbClr val="222222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g39dd4d3236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2" name="Google Shape;1982;g39dd4d323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Alternative prompt: How does the place where you live impact your personal and cultural identity and well-being?</a:t>
            </a:r>
            <a:endParaRPr sz="10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Teacher or students can record some class notes to refer back to during the Investigate section case study.</a:t>
            </a:r>
            <a:endParaRPr sz="1000">
              <a:solidFill>
                <a:srgbClr val="222222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b98e9e67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3b98e9e67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Alternative prompt: How does the place where you live impact your personal and cultural identity and well-being?</a:t>
            </a:r>
            <a:endParaRPr sz="1000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utfit Light"/>
              <a:buChar char="●"/>
            </a:pP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Teacher or students can record some class notes to refer back to during the Investigate section case study.</a:t>
            </a:r>
            <a:endParaRPr sz="1000">
              <a:solidFill>
                <a:srgbClr val="222222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g39dd4d3236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8" name="Google Shape;1998;g39dd4d3236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 Light"/>
              <a:buChar char="●"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Note: Students can be encouraged to think beyond their individual dwelling to their neighborhood and community, including the people, the natural world, </a:t>
            </a: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the climate, the geography,</a:t>
            </a: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 the built environment, the activities, including seasonal hobbies, sports, festivals, holiday celebrations, etc.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39dd4d3236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39dd4d3236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 Light"/>
              <a:buChar char="●"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Note: Students can be encouraged to think beyond their individual dwelling to their neighborhood and community, including the people, the natural world, </a:t>
            </a:r>
            <a:r>
              <a:rPr lang="en" sz="10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the climate, the geography,</a:t>
            </a: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 the built environment, the activities, including seasonal hobbies, sports, festivals, holiday celebrations, etc.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g33654a27a9f_0_7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4" name="Google Shape;2014;g33654a27a9f_0_7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9dd4d3236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9dd4d3236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 Light"/>
              <a:buChar char="●"/>
            </a:pPr>
            <a:r>
              <a:t/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3b5e8b945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3b5e8b945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3be18f831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3be18f831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33654a27a9f_0_8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33654a27a9f_0_8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33654a27a9f_0_8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33654a27a9f_0_8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more into </a:t>
            </a:r>
            <a:r>
              <a:rPr lang="en"/>
              <a:t>precise</a:t>
            </a:r>
            <a:r>
              <a:rPr lang="en"/>
              <a:t> with questions.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I want them to know after the experience?? How precise is distance sensor? What is dangerous about an </a:t>
            </a:r>
            <a:r>
              <a:rPr lang="en"/>
              <a:t>imprecise</a:t>
            </a:r>
            <a:r>
              <a:rPr lang="en"/>
              <a:t> </a:t>
            </a:r>
            <a:r>
              <a:rPr lang="en"/>
              <a:t>data</a:t>
            </a:r>
            <a:r>
              <a:rPr lang="en"/>
              <a:t> point? Data is usually trusted at face value so we need to make sure its right.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why we use code!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39dd4d3236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39dd4d3236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utfit Light"/>
              <a:buChar char="●"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Create print out for looking at data. 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3be18f831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3be18f831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3b5e8b945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3b5e8b945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90650" y="30750"/>
            <a:ext cx="9021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 rot="-510">
            <a:off x="4390025" y="3457326"/>
            <a:ext cx="4040700" cy="42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20775" y="1259575"/>
            <a:ext cx="5310000" cy="207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1" sz="6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-1" y="11"/>
            <a:ext cx="9143627" cy="5143547"/>
            <a:chOff x="-1" y="11"/>
            <a:chExt cx="9143627" cy="5143547"/>
          </a:xfrm>
        </p:grpSpPr>
        <p:sp>
          <p:nvSpPr>
            <p:cNvPr id="14" name="Google Shape;14;p2"/>
            <p:cNvSpPr/>
            <p:nvPr/>
          </p:nvSpPr>
          <p:spPr>
            <a:xfrm flipH="1">
              <a:off x="-1" y="3370986"/>
              <a:ext cx="3673930" cy="177257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597855" y="11"/>
              <a:ext cx="1545771" cy="1444174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8622113" y="2231593"/>
            <a:ext cx="361906" cy="632772"/>
            <a:chOff x="8622113" y="2231593"/>
            <a:chExt cx="361906" cy="632772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622113" y="2231593"/>
              <a:ext cx="110624" cy="130774"/>
              <a:chOff x="6497095" y="450085"/>
              <a:chExt cx="40542" cy="47927"/>
            </a:xfrm>
          </p:grpSpPr>
          <p:grpSp>
            <p:nvGrpSpPr>
              <p:cNvPr id="18" name="Google Shape;18;p2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9" name="Google Shape;19;p2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" name="Google Shape;21;p2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873271" y="2733839"/>
              <a:ext cx="110748" cy="130526"/>
              <a:chOff x="6585891" y="729779"/>
              <a:chExt cx="40588" cy="47836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" name="Google Shape;26;p2"/>
          <p:cNvGrpSpPr/>
          <p:nvPr/>
        </p:nvGrpSpPr>
        <p:grpSpPr>
          <a:xfrm>
            <a:off x="253939" y="2644226"/>
            <a:ext cx="2039950" cy="2058660"/>
            <a:chOff x="253939" y="2644226"/>
            <a:chExt cx="2039950" cy="2058660"/>
          </a:xfrm>
        </p:grpSpPr>
        <p:grpSp>
          <p:nvGrpSpPr>
            <p:cNvPr id="27" name="Google Shape;27;p2"/>
            <p:cNvGrpSpPr/>
            <p:nvPr/>
          </p:nvGrpSpPr>
          <p:grpSpPr>
            <a:xfrm>
              <a:off x="2183141" y="4572207"/>
              <a:ext cx="110748" cy="130679"/>
              <a:chOff x="6702665" y="517851"/>
              <a:chExt cx="40588" cy="47892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253939" y="2644226"/>
              <a:ext cx="110871" cy="130650"/>
              <a:chOff x="6555868" y="600606"/>
              <a:chExt cx="40633" cy="47882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/>
          <p:nvPr>
            <p:ph hasCustomPrompt="1" type="title"/>
          </p:nvPr>
        </p:nvSpPr>
        <p:spPr>
          <a:xfrm>
            <a:off x="713500" y="1309088"/>
            <a:ext cx="15843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/>
          <p:nvPr>
            <p:ph idx="1" type="subTitle"/>
          </p:nvPr>
        </p:nvSpPr>
        <p:spPr>
          <a:xfrm rot="237">
            <a:off x="713500" y="3376150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2" type="title"/>
          </p:nvPr>
        </p:nvSpPr>
        <p:spPr>
          <a:xfrm>
            <a:off x="713225" y="2445063"/>
            <a:ext cx="4360200" cy="8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7" name="Google Shape;37;p3"/>
          <p:cNvGrpSpPr/>
          <p:nvPr/>
        </p:nvGrpSpPr>
        <p:grpSpPr>
          <a:xfrm>
            <a:off x="-747" y="-361"/>
            <a:ext cx="9152592" cy="5143304"/>
            <a:chOff x="-747" y="-361"/>
            <a:chExt cx="9152592" cy="5143304"/>
          </a:xfrm>
        </p:grpSpPr>
        <p:sp>
          <p:nvSpPr>
            <p:cNvPr id="38" name="Google Shape;38;p3"/>
            <p:cNvSpPr/>
            <p:nvPr/>
          </p:nvSpPr>
          <p:spPr>
            <a:xfrm rot="5400000">
              <a:off x="6550080" y="2541178"/>
              <a:ext cx="2690172" cy="2513358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10800000">
              <a:off x="-747" y="-361"/>
              <a:ext cx="2773043" cy="133791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720000" y="1171742"/>
            <a:ext cx="77040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43" name="Google Shape;43;p4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44" name="Google Shape;44;p4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45" name="Google Shape;45;p4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4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52" name="Google Shape;52;p4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59" name="Google Shape;59;p4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0" name="Google Shape;60;p4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4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" name="Google Shape;62;p4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70;p4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71" name="Google Shape;71;p4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72" name="Google Shape;72;p4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73;p4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4" name="Google Shape;74;p4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" name="Google Shape;76;p4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77" name="Google Shape;77;p4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4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79;p4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80" name="Google Shape;80;p4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" name="Google Shape;82;p4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" name="Google Shape;85;p4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" name="Google Shape;86;p4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87" name="Google Shape;87;p4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88" name="Google Shape;88;p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89;p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" name="Google Shape;90;p4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" name="Google Shape;95;p4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idx="1" type="subTitle"/>
          </p:nvPr>
        </p:nvSpPr>
        <p:spPr>
          <a:xfrm>
            <a:off x="1366050" y="3870100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2" type="subTitle"/>
          </p:nvPr>
        </p:nvSpPr>
        <p:spPr>
          <a:xfrm>
            <a:off x="1366025" y="2174638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3" type="subTitle"/>
          </p:nvPr>
        </p:nvSpPr>
        <p:spPr>
          <a:xfrm>
            <a:off x="1366075" y="3352475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00" name="Google Shape;100;p5"/>
          <p:cNvSpPr txBox="1"/>
          <p:nvPr>
            <p:ph idx="4" type="subTitle"/>
          </p:nvPr>
        </p:nvSpPr>
        <p:spPr>
          <a:xfrm>
            <a:off x="1366050" y="1656963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02" name="Google Shape;102;p5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103" name="Google Shape;103;p5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5"/>
          <p:cNvGrpSpPr/>
          <p:nvPr/>
        </p:nvGrpSpPr>
        <p:grpSpPr>
          <a:xfrm>
            <a:off x="200784" y="817612"/>
            <a:ext cx="8943214" cy="4059864"/>
            <a:chOff x="200784" y="817612"/>
            <a:chExt cx="8943214" cy="4059864"/>
          </a:xfrm>
        </p:grpSpPr>
        <p:grpSp>
          <p:nvGrpSpPr>
            <p:cNvPr id="107" name="Google Shape;107;p5"/>
            <p:cNvGrpSpPr/>
            <p:nvPr/>
          </p:nvGrpSpPr>
          <p:grpSpPr>
            <a:xfrm>
              <a:off x="8711764" y="2842226"/>
              <a:ext cx="118351" cy="139904"/>
              <a:chOff x="6497095" y="450085"/>
              <a:chExt cx="40542" cy="47927"/>
            </a:xfrm>
          </p:grpSpPr>
          <p:grpSp>
            <p:nvGrpSpPr>
              <p:cNvPr id="108" name="Google Shape;108;p5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09" name="Google Shape;109;p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" name="Google Shape;111;p5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5"/>
            <p:cNvGrpSpPr/>
            <p:nvPr/>
          </p:nvGrpSpPr>
          <p:grpSpPr>
            <a:xfrm>
              <a:off x="319399" y="1858423"/>
              <a:ext cx="118616" cy="139771"/>
              <a:chOff x="6395264" y="541833"/>
              <a:chExt cx="40633" cy="47882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8566226" y="2305356"/>
              <a:ext cx="118484" cy="139639"/>
              <a:chOff x="6585891" y="729779"/>
              <a:chExt cx="40588" cy="47836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" name="Google Shape;119;p5"/>
            <p:cNvGrpSpPr/>
            <p:nvPr/>
          </p:nvGrpSpPr>
          <p:grpSpPr>
            <a:xfrm>
              <a:off x="200784" y="2501874"/>
              <a:ext cx="118616" cy="139771"/>
              <a:chOff x="6555868" y="600606"/>
              <a:chExt cx="40633" cy="47882"/>
            </a:xfrm>
          </p:grpSpPr>
          <p:sp>
            <p:nvSpPr>
              <p:cNvPr id="120" name="Google Shape;120;p5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p5"/>
            <p:cNvGrpSpPr/>
            <p:nvPr/>
          </p:nvGrpSpPr>
          <p:grpSpPr>
            <a:xfrm>
              <a:off x="508209" y="4737572"/>
              <a:ext cx="118486" cy="139904"/>
              <a:chOff x="6344757" y="429555"/>
              <a:chExt cx="40588" cy="47927"/>
            </a:xfrm>
          </p:grpSpPr>
          <p:grpSp>
            <p:nvGrpSpPr>
              <p:cNvPr id="123" name="Google Shape;123;p5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124" name="Google Shape;124;p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6" name="Google Shape;126;p5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5"/>
            <p:cNvGrpSpPr/>
            <p:nvPr/>
          </p:nvGrpSpPr>
          <p:grpSpPr>
            <a:xfrm>
              <a:off x="8321590" y="817612"/>
              <a:ext cx="822408" cy="1372743"/>
              <a:chOff x="6607664" y="3016661"/>
              <a:chExt cx="530483" cy="885469"/>
            </a:xfrm>
          </p:grpSpPr>
          <p:sp>
            <p:nvSpPr>
              <p:cNvPr id="129" name="Google Shape;129;p5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39" name="Google Shape;139;p6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140" name="Google Shape;140;p6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141" name="Google Shape;141;p6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6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6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6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6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6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148" name="Google Shape;148;p6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6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151" name="Google Shape;151;p6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52" name="Google Shape;152;p6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" name="Google Shape;153;p6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" name="Google Shape;154;p6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6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6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157" name="Google Shape;157;p6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6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6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160" name="Google Shape;160;p6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6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6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163" name="Google Shape;163;p6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6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" name="Google Shape;165;p6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166" name="Google Shape;166;p6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6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" name="Google Shape;168;p6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169" name="Google Shape;169;p6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6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1" name="Google Shape;171;p6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172" name="Google Shape;172;p6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173" name="Google Shape;173;p6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6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" name="Google Shape;175;p6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6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178" name="Google Shape;178;p6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179" name="Google Shape;179;p6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6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" name="Google Shape;181;p6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" name="Google Shape;183;p6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184" name="Google Shape;184;p6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p6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/>
          <p:nvPr>
            <p:ph idx="1" type="body"/>
          </p:nvPr>
        </p:nvSpPr>
        <p:spPr>
          <a:xfrm>
            <a:off x="720000" y="1589275"/>
            <a:ext cx="40623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95" name="Google Shape;195;p7"/>
          <p:cNvGrpSpPr/>
          <p:nvPr/>
        </p:nvGrpSpPr>
        <p:grpSpPr>
          <a:xfrm>
            <a:off x="5680437" y="4525767"/>
            <a:ext cx="536863" cy="423483"/>
            <a:chOff x="6636544" y="148135"/>
            <a:chExt cx="460392" cy="363161"/>
          </a:xfrm>
        </p:grpSpPr>
        <p:sp>
          <p:nvSpPr>
            <p:cNvPr id="196" name="Google Shape;196;p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7843271" y="710263"/>
            <a:ext cx="1264799" cy="2398239"/>
            <a:chOff x="7843271" y="710263"/>
            <a:chExt cx="1264799" cy="2398239"/>
          </a:xfrm>
        </p:grpSpPr>
        <p:grpSp>
          <p:nvGrpSpPr>
            <p:cNvPr id="203" name="Google Shape;203;p7"/>
            <p:cNvGrpSpPr/>
            <p:nvPr/>
          </p:nvGrpSpPr>
          <p:grpSpPr>
            <a:xfrm>
              <a:off x="8359024" y="710263"/>
              <a:ext cx="600009" cy="513162"/>
              <a:chOff x="6107743" y="29317"/>
              <a:chExt cx="514543" cy="440067"/>
            </a:xfrm>
          </p:grpSpPr>
          <p:sp>
            <p:nvSpPr>
              <p:cNvPr id="204" name="Google Shape;204;p7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0" name="Google Shape;210;p7"/>
            <p:cNvGrpSpPr/>
            <p:nvPr/>
          </p:nvGrpSpPr>
          <p:grpSpPr>
            <a:xfrm>
              <a:off x="7843271" y="1709564"/>
              <a:ext cx="1264799" cy="1081728"/>
              <a:chOff x="6107743" y="29317"/>
              <a:chExt cx="514543" cy="440067"/>
            </a:xfrm>
          </p:grpSpPr>
          <p:sp>
            <p:nvSpPr>
              <p:cNvPr id="211" name="Google Shape;211;p7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8548492" y="2988476"/>
              <a:ext cx="101839" cy="120026"/>
              <a:chOff x="6585891" y="729779"/>
              <a:chExt cx="40588" cy="47836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0" name="Google Shape;220;p7"/>
          <p:cNvGrpSpPr/>
          <p:nvPr/>
        </p:nvGrpSpPr>
        <p:grpSpPr>
          <a:xfrm>
            <a:off x="4241594" y="4330555"/>
            <a:ext cx="1131689" cy="892687"/>
            <a:chOff x="6636544" y="148135"/>
            <a:chExt cx="460392" cy="363161"/>
          </a:xfrm>
        </p:grpSpPr>
        <p:sp>
          <p:nvSpPr>
            <p:cNvPr id="221" name="Google Shape;221;p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7"/>
          <p:cNvSpPr/>
          <p:nvPr/>
        </p:nvSpPr>
        <p:spPr>
          <a:xfrm rot="5400000">
            <a:off x="-320547" y="4225320"/>
            <a:ext cx="1238720" cy="597648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>
            <p:ph type="title"/>
          </p:nvPr>
        </p:nvSpPr>
        <p:spPr>
          <a:xfrm>
            <a:off x="1064525" y="1134600"/>
            <a:ext cx="70149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30" name="Google Shape;230;p8"/>
          <p:cNvGrpSpPr/>
          <p:nvPr/>
        </p:nvGrpSpPr>
        <p:grpSpPr>
          <a:xfrm>
            <a:off x="-234" y="-4"/>
            <a:ext cx="9144225" cy="5262241"/>
            <a:chOff x="-234" y="-4"/>
            <a:chExt cx="9144225" cy="5262241"/>
          </a:xfrm>
        </p:grpSpPr>
        <p:sp>
          <p:nvSpPr>
            <p:cNvPr id="231" name="Google Shape;231;p8"/>
            <p:cNvSpPr/>
            <p:nvPr/>
          </p:nvSpPr>
          <p:spPr>
            <a:xfrm>
              <a:off x="6913752" y="3936615"/>
              <a:ext cx="1629344" cy="1325622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 rot="5400000">
              <a:off x="-705048" y="3125034"/>
              <a:ext cx="2723776" cy="13141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379234" y="798314"/>
            <a:ext cx="8607949" cy="4227389"/>
            <a:chOff x="379234" y="798314"/>
            <a:chExt cx="8607949" cy="4227389"/>
          </a:xfrm>
        </p:grpSpPr>
        <p:grpSp>
          <p:nvGrpSpPr>
            <p:cNvPr id="235" name="Google Shape;235;p8"/>
            <p:cNvGrpSpPr/>
            <p:nvPr/>
          </p:nvGrpSpPr>
          <p:grpSpPr>
            <a:xfrm>
              <a:off x="379234" y="798314"/>
              <a:ext cx="599425" cy="990105"/>
              <a:chOff x="678134" y="1109664"/>
              <a:chExt cx="599425" cy="990105"/>
            </a:xfrm>
          </p:grpSpPr>
          <p:sp>
            <p:nvSpPr>
              <p:cNvPr id="236" name="Google Shape;236;p8"/>
              <p:cNvSpPr/>
              <p:nvPr/>
            </p:nvSpPr>
            <p:spPr>
              <a:xfrm>
                <a:off x="723126" y="1528504"/>
                <a:ext cx="12546" cy="258478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957278" y="1568053"/>
                <a:ext cx="12546" cy="404532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840193" y="1720081"/>
                <a:ext cx="12546" cy="379688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1083082" y="1690841"/>
                <a:ext cx="12546" cy="32021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0" name="Google Shape;240;p8"/>
              <p:cNvGrpSpPr/>
              <p:nvPr/>
            </p:nvGrpSpPr>
            <p:grpSpPr>
              <a:xfrm>
                <a:off x="691863" y="1109664"/>
                <a:ext cx="585696" cy="468180"/>
                <a:chOff x="2513788" y="3192960"/>
                <a:chExt cx="322059" cy="257440"/>
              </a:xfrm>
            </p:grpSpPr>
            <p:sp>
              <p:nvSpPr>
                <p:cNvPr id="241" name="Google Shape;241;p8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" name="Google Shape;242;p8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8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4" name="Google Shape;244;p8"/>
              <p:cNvSpPr/>
              <p:nvPr/>
            </p:nvSpPr>
            <p:spPr>
              <a:xfrm>
                <a:off x="678134" y="1189708"/>
                <a:ext cx="461807" cy="387651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" name="Google Shape;245;p8"/>
            <p:cNvGrpSpPr/>
            <p:nvPr/>
          </p:nvGrpSpPr>
          <p:grpSpPr>
            <a:xfrm>
              <a:off x="4614183" y="4906794"/>
              <a:ext cx="100797" cy="118909"/>
              <a:chOff x="6262229" y="306105"/>
              <a:chExt cx="40588" cy="47882"/>
            </a:xfrm>
          </p:grpSpPr>
          <p:sp>
            <p:nvSpPr>
              <p:cNvPr id="246" name="Google Shape;246;p8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8"/>
            <p:cNvGrpSpPr/>
            <p:nvPr/>
          </p:nvGrpSpPr>
          <p:grpSpPr>
            <a:xfrm>
              <a:off x="8886448" y="4236904"/>
              <a:ext cx="100683" cy="119022"/>
              <a:chOff x="6497095" y="450085"/>
              <a:chExt cx="40542" cy="47927"/>
            </a:xfrm>
          </p:grpSpPr>
          <p:grpSp>
            <p:nvGrpSpPr>
              <p:cNvPr id="249" name="Google Shape;249;p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250" name="Google Shape;250;p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2" name="Google Shape;252;p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8"/>
            <p:cNvGrpSpPr/>
            <p:nvPr/>
          </p:nvGrpSpPr>
          <p:grpSpPr>
            <a:xfrm>
              <a:off x="612311" y="2945351"/>
              <a:ext cx="100908" cy="118909"/>
              <a:chOff x="6395264" y="541833"/>
              <a:chExt cx="40633" cy="47882"/>
            </a:xfrm>
          </p:grpSpPr>
          <p:sp>
            <p:nvSpPr>
              <p:cNvPr id="255" name="Google Shape;255;p8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408759" y="1788420"/>
              <a:ext cx="100795" cy="118936"/>
              <a:chOff x="6702665" y="517851"/>
              <a:chExt cx="40588" cy="47892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8"/>
            <p:cNvGrpSpPr/>
            <p:nvPr/>
          </p:nvGrpSpPr>
          <p:grpSpPr>
            <a:xfrm>
              <a:off x="8886388" y="3300022"/>
              <a:ext cx="100795" cy="118797"/>
              <a:chOff x="6585891" y="729779"/>
              <a:chExt cx="40588" cy="47836"/>
            </a:xfrm>
          </p:grpSpPr>
          <p:sp>
            <p:nvSpPr>
              <p:cNvPr id="261" name="Google Shape;261;p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8"/>
            <p:cNvGrpSpPr/>
            <p:nvPr/>
          </p:nvGrpSpPr>
          <p:grpSpPr>
            <a:xfrm>
              <a:off x="8688764" y="3808058"/>
              <a:ext cx="100795" cy="118795"/>
              <a:chOff x="6857364" y="533158"/>
              <a:chExt cx="40588" cy="47836"/>
            </a:xfrm>
          </p:grpSpPr>
          <p:sp>
            <p:nvSpPr>
              <p:cNvPr id="264" name="Google Shape;264;p8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/>
          <p:nvPr>
            <p:ph idx="1" type="subTitle"/>
          </p:nvPr>
        </p:nvSpPr>
        <p:spPr>
          <a:xfrm rot="214">
            <a:off x="713225" y="2112425"/>
            <a:ext cx="4822500" cy="68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8" name="Google Shape;268;p9"/>
          <p:cNvSpPr txBox="1"/>
          <p:nvPr>
            <p:ph type="title"/>
          </p:nvPr>
        </p:nvSpPr>
        <p:spPr>
          <a:xfrm>
            <a:off x="714995" y="539500"/>
            <a:ext cx="4818900" cy="16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9" name="Google Shape;269;p9"/>
          <p:cNvSpPr/>
          <p:nvPr/>
        </p:nvSpPr>
        <p:spPr>
          <a:xfrm flipH="1" rot="-5400000">
            <a:off x="-55361" y="3512599"/>
            <a:ext cx="1685089" cy="15743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0"/>
          <p:cNvSpPr txBox="1"/>
          <p:nvPr>
            <p:ph type="title"/>
          </p:nvPr>
        </p:nvSpPr>
        <p:spPr>
          <a:xfrm>
            <a:off x="713225" y="3552125"/>
            <a:ext cx="5315100" cy="104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pic>
        <p:nvPicPr>
          <p:cNvPr descr="Subject to Climate logo" id="273" name="Google Shape;2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2503" y="48567"/>
            <a:ext cx="720000" cy="186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 txBox="1"/>
          <p:nvPr>
            <p:ph idx="1" type="subTitle"/>
          </p:nvPr>
        </p:nvSpPr>
        <p:spPr>
          <a:xfrm>
            <a:off x="713225" y="3068426"/>
            <a:ext cx="6191400" cy="44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76" name="Google Shape;276;p11"/>
          <p:cNvSpPr txBox="1"/>
          <p:nvPr>
            <p:ph hasCustomPrompt="1" type="title"/>
          </p:nvPr>
        </p:nvSpPr>
        <p:spPr>
          <a:xfrm rot="333">
            <a:off x="713225" y="1634975"/>
            <a:ext cx="6191400" cy="13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277" name="Google Shape;277;p11"/>
          <p:cNvGrpSpPr/>
          <p:nvPr/>
        </p:nvGrpSpPr>
        <p:grpSpPr>
          <a:xfrm>
            <a:off x="1216069" y="-353411"/>
            <a:ext cx="7927929" cy="5496905"/>
            <a:chOff x="1216069" y="-353411"/>
            <a:chExt cx="7927929" cy="5496905"/>
          </a:xfrm>
        </p:grpSpPr>
        <p:sp>
          <p:nvSpPr>
            <p:cNvPr id="278" name="Google Shape;278;p11"/>
            <p:cNvSpPr/>
            <p:nvPr/>
          </p:nvSpPr>
          <p:spPr>
            <a:xfrm flipH="1" rot="10800000">
              <a:off x="1216069" y="-353411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7905278" y="45458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" name="Google Shape;281;p11"/>
          <p:cNvGrpSpPr/>
          <p:nvPr/>
        </p:nvGrpSpPr>
        <p:grpSpPr>
          <a:xfrm>
            <a:off x="6054983" y="4791270"/>
            <a:ext cx="363797" cy="215533"/>
            <a:chOff x="6054983" y="4791270"/>
            <a:chExt cx="363797" cy="215533"/>
          </a:xfrm>
        </p:grpSpPr>
        <p:grpSp>
          <p:nvGrpSpPr>
            <p:cNvPr id="282" name="Google Shape;282;p11"/>
            <p:cNvGrpSpPr/>
            <p:nvPr/>
          </p:nvGrpSpPr>
          <p:grpSpPr>
            <a:xfrm>
              <a:off x="6054983" y="4887894"/>
              <a:ext cx="100797" cy="118909"/>
              <a:chOff x="6262229" y="306105"/>
              <a:chExt cx="40588" cy="47882"/>
            </a:xfrm>
          </p:grpSpPr>
          <p:sp>
            <p:nvSpPr>
              <p:cNvPr id="283" name="Google Shape;283;p11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11"/>
            <p:cNvGrpSpPr/>
            <p:nvPr/>
          </p:nvGrpSpPr>
          <p:grpSpPr>
            <a:xfrm>
              <a:off x="6317984" y="4791270"/>
              <a:ext cx="100795" cy="118936"/>
              <a:chOff x="6702665" y="517851"/>
              <a:chExt cx="40588" cy="47892"/>
            </a:xfrm>
          </p:grpSpPr>
          <p:sp>
            <p:nvSpPr>
              <p:cNvPr id="286" name="Google Shape;286;p11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>
            <p:ph hasCustomPrompt="1" type="title"/>
          </p:nvPr>
        </p:nvSpPr>
        <p:spPr>
          <a:xfrm rot="1973">
            <a:off x="1365600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/>
          <p:nvPr>
            <p:ph idx="1" type="subTitle"/>
          </p:nvPr>
        </p:nvSpPr>
        <p:spPr>
          <a:xfrm>
            <a:off x="720000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13"/>
          <p:cNvSpPr txBox="1"/>
          <p:nvPr>
            <p:ph hasCustomPrompt="1" idx="2" type="title"/>
          </p:nvPr>
        </p:nvSpPr>
        <p:spPr>
          <a:xfrm rot="1973">
            <a:off x="1365600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3" name="Google Shape;293;p13"/>
          <p:cNvSpPr txBox="1"/>
          <p:nvPr>
            <p:ph idx="3" type="subTitle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3"/>
          <p:cNvSpPr txBox="1"/>
          <p:nvPr>
            <p:ph hasCustomPrompt="1" idx="4" type="title"/>
          </p:nvPr>
        </p:nvSpPr>
        <p:spPr>
          <a:xfrm rot="1973">
            <a:off x="6739975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5" name="Google Shape;295;p13"/>
          <p:cNvSpPr txBox="1"/>
          <p:nvPr>
            <p:ph idx="5" type="subTitle"/>
          </p:nvPr>
        </p:nvSpPr>
        <p:spPr>
          <a:xfrm>
            <a:off x="6094375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13"/>
          <p:cNvSpPr txBox="1"/>
          <p:nvPr>
            <p:ph hasCustomPrompt="1" idx="6" type="title"/>
          </p:nvPr>
        </p:nvSpPr>
        <p:spPr>
          <a:xfrm rot="1973">
            <a:off x="6739975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7" name="Google Shape;297;p13"/>
          <p:cNvSpPr txBox="1"/>
          <p:nvPr>
            <p:ph idx="7" type="subTitle"/>
          </p:nvPr>
        </p:nvSpPr>
        <p:spPr>
          <a:xfrm>
            <a:off x="6094375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3"/>
          <p:cNvSpPr txBox="1"/>
          <p:nvPr>
            <p:ph idx="8" type="subTitle"/>
          </p:nvPr>
        </p:nvSpPr>
        <p:spPr>
          <a:xfrm>
            <a:off x="720000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3"/>
          <p:cNvSpPr txBox="1"/>
          <p:nvPr>
            <p:ph idx="9" type="subTitle"/>
          </p:nvPr>
        </p:nvSpPr>
        <p:spPr>
          <a:xfrm>
            <a:off x="720000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13"/>
          <p:cNvSpPr txBox="1"/>
          <p:nvPr>
            <p:ph idx="13" type="subTitle"/>
          </p:nvPr>
        </p:nvSpPr>
        <p:spPr>
          <a:xfrm>
            <a:off x="6094375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13"/>
          <p:cNvSpPr txBox="1"/>
          <p:nvPr>
            <p:ph idx="14" type="subTitle"/>
          </p:nvPr>
        </p:nvSpPr>
        <p:spPr>
          <a:xfrm>
            <a:off x="6094375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3"/>
          <p:cNvSpPr txBox="1"/>
          <p:nvPr>
            <p:ph idx="15"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03" name="Google Shape;303;p13"/>
          <p:cNvGrpSpPr/>
          <p:nvPr/>
        </p:nvGrpSpPr>
        <p:grpSpPr>
          <a:xfrm>
            <a:off x="7719252" y="-2416"/>
            <a:ext cx="1423946" cy="5141775"/>
            <a:chOff x="7719252" y="-2416"/>
            <a:chExt cx="1423946" cy="5141775"/>
          </a:xfrm>
        </p:grpSpPr>
        <p:sp>
          <p:nvSpPr>
            <p:cNvPr id="304" name="Google Shape;304;p13"/>
            <p:cNvSpPr/>
            <p:nvPr/>
          </p:nvSpPr>
          <p:spPr>
            <a:xfrm>
              <a:off x="7719252" y="-2416"/>
              <a:ext cx="1423038" cy="132950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8024127" y="4599438"/>
              <a:ext cx="1119071" cy="53992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 rot="-930">
            <a:off x="713225" y="3275124"/>
            <a:ext cx="3327600" cy="52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3325" y="1341725"/>
            <a:ext cx="6727800" cy="18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14"/>
          <p:cNvSpPr/>
          <p:nvPr/>
        </p:nvSpPr>
        <p:spPr>
          <a:xfrm rot="5400000">
            <a:off x="7161396" y="3161719"/>
            <a:ext cx="2049971" cy="19152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14"/>
          <p:cNvGrpSpPr/>
          <p:nvPr/>
        </p:nvGrpSpPr>
        <p:grpSpPr>
          <a:xfrm>
            <a:off x="245555" y="2275570"/>
            <a:ext cx="270226" cy="1358031"/>
            <a:chOff x="245555" y="2275570"/>
            <a:chExt cx="270226" cy="1358031"/>
          </a:xfrm>
        </p:grpSpPr>
        <p:grpSp>
          <p:nvGrpSpPr>
            <p:cNvPr id="311" name="Google Shape;311;p14"/>
            <p:cNvGrpSpPr/>
            <p:nvPr/>
          </p:nvGrpSpPr>
          <p:grpSpPr>
            <a:xfrm>
              <a:off x="415098" y="3514579"/>
              <a:ext cx="100683" cy="119022"/>
              <a:chOff x="6497095" y="450085"/>
              <a:chExt cx="40542" cy="47927"/>
            </a:xfrm>
          </p:grpSpPr>
          <p:grpSp>
            <p:nvGrpSpPr>
              <p:cNvPr id="312" name="Google Shape;312;p14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313" name="Google Shape;313;p1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4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5" name="Google Shape;315;p14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4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14"/>
            <p:cNvGrpSpPr/>
            <p:nvPr/>
          </p:nvGrpSpPr>
          <p:grpSpPr>
            <a:xfrm>
              <a:off x="346484" y="2275570"/>
              <a:ext cx="100795" cy="118936"/>
              <a:chOff x="6702665" y="517851"/>
              <a:chExt cx="40588" cy="47892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0" name="Google Shape;320;p14"/>
            <p:cNvGrpSpPr/>
            <p:nvPr/>
          </p:nvGrpSpPr>
          <p:grpSpPr>
            <a:xfrm>
              <a:off x="245555" y="2848483"/>
              <a:ext cx="100908" cy="118909"/>
              <a:chOff x="6555868" y="600606"/>
              <a:chExt cx="40633" cy="47882"/>
            </a:xfrm>
          </p:grpSpPr>
          <p:sp>
            <p:nvSpPr>
              <p:cNvPr id="321" name="Google Shape;321;p14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3" name="Google Shape;323;p14"/>
          <p:cNvSpPr/>
          <p:nvPr/>
        </p:nvSpPr>
        <p:spPr>
          <a:xfrm rot="-5400000">
            <a:off x="8082547" y="176788"/>
            <a:ext cx="1238720" cy="885154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26" name="Google Shape;326;p15"/>
          <p:cNvGrpSpPr/>
          <p:nvPr/>
        </p:nvGrpSpPr>
        <p:grpSpPr>
          <a:xfrm>
            <a:off x="85521" y="1930695"/>
            <a:ext cx="8975448" cy="2787756"/>
            <a:chOff x="85521" y="1930695"/>
            <a:chExt cx="8975448" cy="2787756"/>
          </a:xfrm>
        </p:grpSpPr>
        <p:grpSp>
          <p:nvGrpSpPr>
            <p:cNvPr id="327" name="Google Shape;327;p15"/>
            <p:cNvGrpSpPr/>
            <p:nvPr/>
          </p:nvGrpSpPr>
          <p:grpSpPr>
            <a:xfrm>
              <a:off x="8859373" y="4599429"/>
              <a:ext cx="100683" cy="119022"/>
              <a:chOff x="6497095" y="450085"/>
              <a:chExt cx="40542" cy="47927"/>
            </a:xfrm>
          </p:grpSpPr>
          <p:grpSp>
            <p:nvGrpSpPr>
              <p:cNvPr id="328" name="Google Shape;328;p15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329" name="Google Shape;329;p1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1" name="Google Shape;331;p15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15"/>
            <p:cNvGrpSpPr/>
            <p:nvPr/>
          </p:nvGrpSpPr>
          <p:grpSpPr>
            <a:xfrm>
              <a:off x="8960061" y="3929226"/>
              <a:ext cx="100908" cy="118909"/>
              <a:chOff x="6395264" y="541833"/>
              <a:chExt cx="40633" cy="47882"/>
            </a:xfrm>
          </p:grpSpPr>
          <p:sp>
            <p:nvSpPr>
              <p:cNvPr id="334" name="Google Shape;334;p15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5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15"/>
            <p:cNvGrpSpPr/>
            <p:nvPr/>
          </p:nvGrpSpPr>
          <p:grpSpPr>
            <a:xfrm>
              <a:off x="346484" y="3753382"/>
              <a:ext cx="100795" cy="118936"/>
              <a:chOff x="6702665" y="517851"/>
              <a:chExt cx="40588" cy="47892"/>
            </a:xfrm>
          </p:grpSpPr>
          <p:sp>
            <p:nvSpPr>
              <p:cNvPr id="337" name="Google Shape;337;p15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5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15"/>
            <p:cNvGrpSpPr/>
            <p:nvPr/>
          </p:nvGrpSpPr>
          <p:grpSpPr>
            <a:xfrm>
              <a:off x="215125" y="4177372"/>
              <a:ext cx="100795" cy="118797"/>
              <a:chOff x="6585891" y="729779"/>
              <a:chExt cx="40588" cy="47836"/>
            </a:xfrm>
          </p:grpSpPr>
          <p:sp>
            <p:nvSpPr>
              <p:cNvPr id="340" name="Google Shape;340;p15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5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2" name="Google Shape;342;p15"/>
            <p:cNvGrpSpPr/>
            <p:nvPr/>
          </p:nvGrpSpPr>
          <p:grpSpPr>
            <a:xfrm>
              <a:off x="8657655" y="4349095"/>
              <a:ext cx="100908" cy="118909"/>
              <a:chOff x="6555868" y="600606"/>
              <a:chExt cx="40633" cy="47882"/>
            </a:xfrm>
          </p:grpSpPr>
          <p:sp>
            <p:nvSpPr>
              <p:cNvPr id="343" name="Google Shape;343;p15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5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5" name="Google Shape;345;p15"/>
            <p:cNvGrpSpPr/>
            <p:nvPr/>
          </p:nvGrpSpPr>
          <p:grpSpPr>
            <a:xfrm>
              <a:off x="188939" y="3372808"/>
              <a:ext cx="100795" cy="118795"/>
              <a:chOff x="6857364" y="533158"/>
              <a:chExt cx="40588" cy="47836"/>
            </a:xfrm>
          </p:grpSpPr>
          <p:sp>
            <p:nvSpPr>
              <p:cNvPr id="346" name="Google Shape;346;p15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5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15"/>
            <p:cNvGrpSpPr/>
            <p:nvPr/>
          </p:nvGrpSpPr>
          <p:grpSpPr>
            <a:xfrm>
              <a:off x="250507" y="1930695"/>
              <a:ext cx="100797" cy="119022"/>
              <a:chOff x="6344757" y="429555"/>
              <a:chExt cx="40588" cy="47927"/>
            </a:xfrm>
          </p:grpSpPr>
          <p:grpSp>
            <p:nvGrpSpPr>
              <p:cNvPr id="349" name="Google Shape;349;p15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350" name="Google Shape;350;p1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15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2" name="Google Shape;352;p15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5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15"/>
            <p:cNvGrpSpPr/>
            <p:nvPr/>
          </p:nvGrpSpPr>
          <p:grpSpPr>
            <a:xfrm>
              <a:off x="8491801" y="3199524"/>
              <a:ext cx="530483" cy="885469"/>
              <a:chOff x="6607664" y="3016661"/>
              <a:chExt cx="530483" cy="885469"/>
            </a:xfrm>
          </p:grpSpPr>
          <p:sp>
            <p:nvSpPr>
              <p:cNvPr id="355" name="Google Shape;355;p15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5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5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5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5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5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15"/>
            <p:cNvGrpSpPr/>
            <p:nvPr/>
          </p:nvGrpSpPr>
          <p:grpSpPr>
            <a:xfrm>
              <a:off x="85521" y="2282074"/>
              <a:ext cx="558277" cy="795947"/>
              <a:chOff x="8266146" y="3300274"/>
              <a:chExt cx="558277" cy="795947"/>
            </a:xfrm>
          </p:grpSpPr>
          <p:sp>
            <p:nvSpPr>
              <p:cNvPr id="364" name="Google Shape;364;p15"/>
              <p:cNvSpPr/>
              <p:nvPr/>
            </p:nvSpPr>
            <p:spPr>
              <a:xfrm>
                <a:off x="8388552" y="3555672"/>
                <a:ext cx="16432" cy="473575"/>
              </a:xfrm>
              <a:custGeom>
                <a:rect b="b" l="l" r="r" t="t"/>
                <a:pathLst>
                  <a:path extrusionOk="0" h="720266" w="24991">
                    <a:moveTo>
                      <a:pt x="0" y="705838"/>
                    </a:moveTo>
                    <a:lnTo>
                      <a:pt x="24991" y="720267"/>
                    </a:lnTo>
                    <a:lnTo>
                      <a:pt x="24991" y="14360"/>
                    </a:lnTo>
                    <a:lnTo>
                      <a:pt x="0" y="0"/>
                    </a:lnTo>
                    <a:lnTo>
                      <a:pt x="0" y="70583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8570640" y="3662318"/>
                <a:ext cx="16386" cy="433903"/>
              </a:xfrm>
              <a:custGeom>
                <a:rect b="b" l="l" r="r" t="t"/>
                <a:pathLst>
                  <a:path extrusionOk="0" h="659928" w="24922">
                    <a:moveTo>
                      <a:pt x="0" y="645499"/>
                    </a:moveTo>
                    <a:lnTo>
                      <a:pt x="24922" y="659928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6454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8488567" y="3746390"/>
                <a:ext cx="16386" cy="319923"/>
              </a:xfrm>
              <a:custGeom>
                <a:rect b="b" l="l" r="r" t="t"/>
                <a:pathLst>
                  <a:path extrusionOk="0" h="486575" w="24922">
                    <a:moveTo>
                      <a:pt x="0" y="472147"/>
                    </a:moveTo>
                    <a:lnTo>
                      <a:pt x="24922" y="486575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4721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8450187" y="3668087"/>
                <a:ext cx="93099" cy="150565"/>
              </a:xfrm>
              <a:custGeom>
                <a:rect b="b" l="l" r="r" t="t"/>
                <a:pathLst>
                  <a:path extrusionOk="0" h="228996" w="141595">
                    <a:moveTo>
                      <a:pt x="70832" y="181154"/>
                    </a:moveTo>
                    <a:lnTo>
                      <a:pt x="141596" y="228997"/>
                    </a:lnTo>
                    <a:lnTo>
                      <a:pt x="99483" y="114533"/>
                    </a:lnTo>
                    <a:lnTo>
                      <a:pt x="57440" y="0"/>
                    </a:lnTo>
                    <a:lnTo>
                      <a:pt x="28720" y="66690"/>
                    </a:lnTo>
                    <a:lnTo>
                      <a:pt x="0" y="133380"/>
                    </a:lnTo>
                    <a:lnTo>
                      <a:pt x="70832" y="18115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8266146" y="3300274"/>
                <a:ext cx="558277" cy="460824"/>
              </a:xfrm>
              <a:custGeom>
                <a:rect b="b" l="l" r="r" t="t"/>
                <a:pathLst>
                  <a:path extrusionOk="0" h="700873" w="849090">
                    <a:moveTo>
                      <a:pt x="682987" y="291068"/>
                    </a:moveTo>
                    <a:cubicBezTo>
                      <a:pt x="666211" y="180746"/>
                      <a:pt x="598968" y="66558"/>
                      <a:pt x="518402" y="20096"/>
                    </a:cubicBezTo>
                    <a:cubicBezTo>
                      <a:pt x="475737" y="-4550"/>
                      <a:pt x="436869" y="-5655"/>
                      <a:pt x="407183" y="12019"/>
                    </a:cubicBezTo>
                    <a:lnTo>
                      <a:pt x="407045" y="11881"/>
                    </a:lnTo>
                    <a:lnTo>
                      <a:pt x="287541" y="82023"/>
                    </a:lnTo>
                    <a:cubicBezTo>
                      <a:pt x="271179" y="82230"/>
                      <a:pt x="256198" y="86579"/>
                      <a:pt x="243081" y="94795"/>
                    </a:cubicBezTo>
                    <a:lnTo>
                      <a:pt x="243081" y="94795"/>
                    </a:lnTo>
                    <a:cubicBezTo>
                      <a:pt x="243081" y="94795"/>
                      <a:pt x="58820" y="201112"/>
                      <a:pt x="58820" y="201112"/>
                    </a:cubicBezTo>
                    <a:cubicBezTo>
                      <a:pt x="58682" y="201112"/>
                      <a:pt x="58613" y="201250"/>
                      <a:pt x="58475" y="201319"/>
                    </a:cubicBezTo>
                    <a:lnTo>
                      <a:pt x="57715" y="201733"/>
                    </a:lnTo>
                    <a:lnTo>
                      <a:pt x="57715" y="201733"/>
                    </a:lnTo>
                    <a:cubicBezTo>
                      <a:pt x="25406" y="220374"/>
                      <a:pt x="3866" y="261244"/>
                      <a:pt x="0" y="319097"/>
                    </a:cubicBezTo>
                    <a:lnTo>
                      <a:pt x="661240" y="700874"/>
                    </a:lnTo>
                    <a:lnTo>
                      <a:pt x="849091" y="592416"/>
                    </a:lnTo>
                    <a:cubicBezTo>
                      <a:pt x="841773" y="473879"/>
                      <a:pt x="770458" y="342846"/>
                      <a:pt x="683056" y="2911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8266146" y="3371539"/>
                <a:ext cx="434765" cy="389602"/>
              </a:xfrm>
              <a:custGeom>
                <a:rect b="b" l="l" r="r" t="t"/>
                <a:pathLst>
                  <a:path extrusionOk="0" h="592550" w="661240">
                    <a:moveTo>
                      <a:pt x="661240" y="592482"/>
                    </a:moveTo>
                    <a:cubicBezTo>
                      <a:pt x="653923" y="473945"/>
                      <a:pt x="582607" y="342912"/>
                      <a:pt x="495206" y="291203"/>
                    </a:cubicBezTo>
                    <a:cubicBezTo>
                      <a:pt x="478429" y="180881"/>
                      <a:pt x="411187" y="66693"/>
                      <a:pt x="330620" y="20231"/>
                    </a:cubicBezTo>
                    <a:cubicBezTo>
                      <a:pt x="250054" y="-26300"/>
                      <a:pt x="182812" y="10221"/>
                      <a:pt x="166035" y="101212"/>
                    </a:cubicBezTo>
                    <a:cubicBezTo>
                      <a:pt x="78634" y="52057"/>
                      <a:pt x="7318" y="100729"/>
                      <a:pt x="0" y="210774"/>
                    </a:cubicBezTo>
                    <a:lnTo>
                      <a:pt x="661240" y="59255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0" name="Google Shape;370;p15"/>
          <p:cNvSpPr/>
          <p:nvPr/>
        </p:nvSpPr>
        <p:spPr>
          <a:xfrm>
            <a:off x="8108625" y="0"/>
            <a:ext cx="1034937" cy="62601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 rot="10800000">
            <a:off x="152" y="89"/>
            <a:ext cx="1637550" cy="79007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 txBox="1"/>
          <p:nvPr>
            <p:ph hasCustomPrompt="1" type="title"/>
          </p:nvPr>
        </p:nvSpPr>
        <p:spPr>
          <a:xfrm>
            <a:off x="5477425" y="1010763"/>
            <a:ext cx="15465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4" name="Google Shape;374;p16"/>
          <p:cNvSpPr txBox="1"/>
          <p:nvPr>
            <p:ph idx="1" type="subTitle"/>
          </p:nvPr>
        </p:nvSpPr>
        <p:spPr>
          <a:xfrm rot="237">
            <a:off x="4070562" y="3674475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16"/>
          <p:cNvSpPr txBox="1"/>
          <p:nvPr>
            <p:ph idx="2" type="title"/>
          </p:nvPr>
        </p:nvSpPr>
        <p:spPr>
          <a:xfrm>
            <a:off x="4070338" y="2120413"/>
            <a:ext cx="4360200" cy="14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76" name="Google Shape;376;p16"/>
          <p:cNvGrpSpPr/>
          <p:nvPr/>
        </p:nvGrpSpPr>
        <p:grpSpPr>
          <a:xfrm>
            <a:off x="9" y="-4"/>
            <a:ext cx="9144139" cy="5138992"/>
            <a:chOff x="9" y="-4"/>
            <a:chExt cx="9144139" cy="5138992"/>
          </a:xfrm>
        </p:grpSpPr>
        <p:sp>
          <p:nvSpPr>
            <p:cNvPr id="377" name="Google Shape;377;p16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6849702" y="4031981"/>
              <a:ext cx="2294447" cy="110700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"/>
          <p:cNvSpPr txBox="1"/>
          <p:nvPr>
            <p:ph type="title"/>
          </p:nvPr>
        </p:nvSpPr>
        <p:spPr>
          <a:xfrm>
            <a:off x="713225" y="592100"/>
            <a:ext cx="4956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1" name="Google Shape;381;p17"/>
          <p:cNvSpPr txBox="1"/>
          <p:nvPr>
            <p:ph idx="1" type="subTitle"/>
          </p:nvPr>
        </p:nvSpPr>
        <p:spPr>
          <a:xfrm>
            <a:off x="713225" y="3294100"/>
            <a:ext cx="4956000" cy="1257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17"/>
          <p:cNvSpPr/>
          <p:nvPr/>
        </p:nvSpPr>
        <p:spPr>
          <a:xfrm>
            <a:off x="6954052" y="4082341"/>
            <a:ext cx="2188874" cy="1056072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"/>
          <p:cNvSpPr txBox="1"/>
          <p:nvPr>
            <p:ph idx="1" type="subTitle"/>
          </p:nvPr>
        </p:nvSpPr>
        <p:spPr>
          <a:xfrm>
            <a:off x="972875" y="2609900"/>
            <a:ext cx="30684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type="title"/>
          </p:nvPr>
        </p:nvSpPr>
        <p:spPr>
          <a:xfrm>
            <a:off x="972875" y="1414600"/>
            <a:ext cx="30684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386" name="Google Shape;386;p18"/>
          <p:cNvGrpSpPr/>
          <p:nvPr/>
        </p:nvGrpSpPr>
        <p:grpSpPr>
          <a:xfrm>
            <a:off x="8634723" y="3508354"/>
            <a:ext cx="100683" cy="119022"/>
            <a:chOff x="6497095" y="450085"/>
            <a:chExt cx="40542" cy="47927"/>
          </a:xfrm>
        </p:grpSpPr>
        <p:grpSp>
          <p:nvGrpSpPr>
            <p:cNvPr id="387" name="Google Shape;387;p18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388" name="Google Shape;388;p18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0" name="Google Shape;390;p18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2" name="Google Shape;392;p18"/>
          <p:cNvGrpSpPr/>
          <p:nvPr/>
        </p:nvGrpSpPr>
        <p:grpSpPr>
          <a:xfrm>
            <a:off x="8768255" y="2910733"/>
            <a:ext cx="100908" cy="118909"/>
            <a:chOff x="6555868" y="600606"/>
            <a:chExt cx="40633" cy="47882"/>
          </a:xfrm>
        </p:grpSpPr>
        <p:sp>
          <p:nvSpPr>
            <p:cNvPr id="393" name="Google Shape;393;p18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18"/>
          <p:cNvGrpSpPr/>
          <p:nvPr/>
        </p:nvGrpSpPr>
        <p:grpSpPr>
          <a:xfrm>
            <a:off x="8390039" y="1167711"/>
            <a:ext cx="530483" cy="885469"/>
            <a:chOff x="6607664" y="3016661"/>
            <a:chExt cx="530483" cy="885469"/>
          </a:xfrm>
        </p:grpSpPr>
        <p:sp>
          <p:nvSpPr>
            <p:cNvPr id="396" name="Google Shape;396;p18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8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8"/>
          <p:cNvGrpSpPr/>
          <p:nvPr/>
        </p:nvGrpSpPr>
        <p:grpSpPr>
          <a:xfrm>
            <a:off x="9" y="-4"/>
            <a:ext cx="9144687" cy="5139270"/>
            <a:chOff x="9" y="-4"/>
            <a:chExt cx="9144687" cy="5139270"/>
          </a:xfrm>
        </p:grpSpPr>
        <p:sp>
          <p:nvSpPr>
            <p:cNvPr id="405" name="Google Shape;405;p18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7103624" y="4154504"/>
              <a:ext cx="2041072" cy="984762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9"/>
          <p:cNvSpPr txBox="1"/>
          <p:nvPr>
            <p:ph idx="1" type="subTitle"/>
          </p:nvPr>
        </p:nvSpPr>
        <p:spPr>
          <a:xfrm>
            <a:off x="5288275" y="2609850"/>
            <a:ext cx="26973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type="title"/>
          </p:nvPr>
        </p:nvSpPr>
        <p:spPr>
          <a:xfrm>
            <a:off x="5288275" y="1414650"/>
            <a:ext cx="26973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410" name="Google Shape;410;p19"/>
          <p:cNvGrpSpPr/>
          <p:nvPr/>
        </p:nvGrpSpPr>
        <p:grpSpPr>
          <a:xfrm>
            <a:off x="-1058" y="-4"/>
            <a:ext cx="9145049" cy="5144018"/>
            <a:chOff x="-1058" y="-4"/>
            <a:chExt cx="9145049" cy="5144018"/>
          </a:xfrm>
        </p:grpSpPr>
        <p:sp>
          <p:nvSpPr>
            <p:cNvPr id="411" name="Google Shape;411;p19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9"/>
            <p:cNvSpPr/>
            <p:nvPr/>
          </p:nvSpPr>
          <p:spPr>
            <a:xfrm flipH="1">
              <a:off x="-1058" y="4298477"/>
              <a:ext cx="1752507" cy="84553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"/>
          <p:cNvSpPr txBox="1"/>
          <p:nvPr>
            <p:ph idx="1" type="subTitle"/>
          </p:nvPr>
        </p:nvSpPr>
        <p:spPr>
          <a:xfrm>
            <a:off x="713250" y="2994425"/>
            <a:ext cx="3852000" cy="941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type="title"/>
          </p:nvPr>
        </p:nvSpPr>
        <p:spPr>
          <a:xfrm>
            <a:off x="713225" y="1207975"/>
            <a:ext cx="38520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6" name="Google Shape;416;p20"/>
          <p:cNvSpPr/>
          <p:nvPr>
            <p:ph idx="2" type="pic"/>
          </p:nvPr>
        </p:nvSpPr>
        <p:spPr>
          <a:xfrm>
            <a:off x="5179200" y="0"/>
            <a:ext cx="396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17" name="Google Shape;417;p20"/>
          <p:cNvGrpSpPr/>
          <p:nvPr/>
        </p:nvGrpSpPr>
        <p:grpSpPr>
          <a:xfrm>
            <a:off x="-1" y="0"/>
            <a:ext cx="1906783" cy="5143055"/>
            <a:chOff x="9" y="-4"/>
            <a:chExt cx="1751431" cy="5143055"/>
          </a:xfrm>
        </p:grpSpPr>
        <p:sp>
          <p:nvSpPr>
            <p:cNvPr id="418" name="Google Shape;418;p20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0"/>
            <p:cNvSpPr/>
            <p:nvPr/>
          </p:nvSpPr>
          <p:spPr>
            <a:xfrm rot="5400000">
              <a:off x="-453881" y="3842290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2" name="Google Shape;422;p21"/>
          <p:cNvSpPr txBox="1"/>
          <p:nvPr>
            <p:ph idx="1" type="body"/>
          </p:nvPr>
        </p:nvSpPr>
        <p:spPr>
          <a:xfrm>
            <a:off x="720000" y="1174500"/>
            <a:ext cx="3786900" cy="17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 txBox="1"/>
          <p:nvPr>
            <p:ph idx="1" type="body"/>
          </p:nvPr>
        </p:nvSpPr>
        <p:spPr>
          <a:xfrm>
            <a:off x="720000" y="1174500"/>
            <a:ext cx="3852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5" name="Google Shape;425;p22"/>
          <p:cNvSpPr txBox="1"/>
          <p:nvPr>
            <p:ph idx="2" type="body"/>
          </p:nvPr>
        </p:nvSpPr>
        <p:spPr>
          <a:xfrm>
            <a:off x="4670700" y="1174500"/>
            <a:ext cx="37533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27" name="Google Shape;427;p22"/>
          <p:cNvSpPr/>
          <p:nvPr/>
        </p:nvSpPr>
        <p:spPr>
          <a:xfrm rot="5400000">
            <a:off x="7562400" y="3557339"/>
            <a:ext cx="1635333" cy="1527849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"/>
          <p:cNvSpPr txBox="1"/>
          <p:nvPr>
            <p:ph idx="1" type="subTitle"/>
          </p:nvPr>
        </p:nvSpPr>
        <p:spPr>
          <a:xfrm>
            <a:off x="899524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3"/>
          <p:cNvSpPr txBox="1"/>
          <p:nvPr>
            <p:ph idx="2" type="subTitle"/>
          </p:nvPr>
        </p:nvSpPr>
        <p:spPr>
          <a:xfrm>
            <a:off x="4839176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3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432" name="Google Shape;432;p23"/>
          <p:cNvGrpSpPr/>
          <p:nvPr/>
        </p:nvGrpSpPr>
        <p:grpSpPr>
          <a:xfrm>
            <a:off x="756" y="890413"/>
            <a:ext cx="9013230" cy="4248168"/>
            <a:chOff x="756" y="890413"/>
            <a:chExt cx="9013230" cy="4248168"/>
          </a:xfrm>
        </p:grpSpPr>
        <p:grpSp>
          <p:nvGrpSpPr>
            <p:cNvPr id="433" name="Google Shape;433;p23"/>
            <p:cNvGrpSpPr/>
            <p:nvPr/>
          </p:nvGrpSpPr>
          <p:grpSpPr>
            <a:xfrm>
              <a:off x="190195" y="890413"/>
              <a:ext cx="8823791" cy="3368743"/>
              <a:chOff x="190195" y="890413"/>
              <a:chExt cx="8823791" cy="3368743"/>
            </a:xfrm>
          </p:grpSpPr>
          <p:grpSp>
            <p:nvGrpSpPr>
              <p:cNvPr id="434" name="Google Shape;434;p23"/>
              <p:cNvGrpSpPr/>
              <p:nvPr/>
            </p:nvGrpSpPr>
            <p:grpSpPr>
              <a:xfrm>
                <a:off x="7847563" y="890413"/>
                <a:ext cx="1166423" cy="1150735"/>
                <a:chOff x="1696317" y="2564513"/>
                <a:chExt cx="1139530" cy="1124204"/>
              </a:xfrm>
            </p:grpSpPr>
            <p:grpSp>
              <p:nvGrpSpPr>
                <p:cNvPr id="435" name="Google Shape;435;p23"/>
                <p:cNvGrpSpPr/>
                <p:nvPr/>
              </p:nvGrpSpPr>
              <p:grpSpPr>
                <a:xfrm>
                  <a:off x="1998286" y="2564513"/>
                  <a:ext cx="832107" cy="635488"/>
                  <a:chOff x="1998286" y="2564513"/>
                  <a:chExt cx="832107" cy="635488"/>
                </a:xfrm>
              </p:grpSpPr>
              <p:grpSp>
                <p:nvGrpSpPr>
                  <p:cNvPr id="436" name="Google Shape;436;p23"/>
                  <p:cNvGrpSpPr/>
                  <p:nvPr/>
                </p:nvGrpSpPr>
                <p:grpSpPr>
                  <a:xfrm>
                    <a:off x="2023209" y="2564513"/>
                    <a:ext cx="807184" cy="635282"/>
                    <a:chOff x="2023209" y="2564513"/>
                    <a:chExt cx="807184" cy="635282"/>
                  </a:xfrm>
                </p:grpSpPr>
                <p:sp>
                  <p:nvSpPr>
                    <p:cNvPr id="437" name="Google Shape;437;p23"/>
                    <p:cNvSpPr/>
                    <p:nvPr/>
                  </p:nvSpPr>
                  <p:spPr>
                    <a:xfrm>
                      <a:off x="2023209" y="2651826"/>
                      <a:ext cx="190888" cy="95636"/>
                    </a:xfrm>
                    <a:custGeom>
                      <a:rect b="b" l="l" r="r" t="t"/>
                      <a:pathLst>
                        <a:path extrusionOk="0" h="95636" w="190888">
                          <a:moveTo>
                            <a:pt x="85054" y="77341"/>
                          </a:moveTo>
                          <a:cubicBezTo>
                            <a:pt x="85054" y="77341"/>
                            <a:pt x="85675" y="77824"/>
                            <a:pt x="86021" y="78101"/>
                          </a:cubicBezTo>
                          <a:cubicBezTo>
                            <a:pt x="88989" y="80517"/>
                            <a:pt x="91958" y="83071"/>
                            <a:pt x="94788" y="85764"/>
                          </a:cubicBezTo>
                          <a:cubicBezTo>
                            <a:pt x="95133" y="86040"/>
                            <a:pt x="95410" y="86385"/>
                            <a:pt x="95755" y="86661"/>
                          </a:cubicBezTo>
                          <a:cubicBezTo>
                            <a:pt x="98792" y="89561"/>
                            <a:pt x="101830" y="92529"/>
                            <a:pt x="104730" y="95636"/>
                          </a:cubicBezTo>
                          <a:lnTo>
                            <a:pt x="190888" y="45584"/>
                          </a:lnTo>
                          <a:cubicBezTo>
                            <a:pt x="189784" y="44410"/>
                            <a:pt x="188679" y="43237"/>
                            <a:pt x="187506" y="42063"/>
                          </a:cubicBezTo>
                          <a:cubicBezTo>
                            <a:pt x="186194" y="40682"/>
                            <a:pt x="184813" y="39371"/>
                            <a:pt x="183432" y="38059"/>
                          </a:cubicBezTo>
                          <a:cubicBezTo>
                            <a:pt x="182949" y="37576"/>
                            <a:pt x="182397" y="37092"/>
                            <a:pt x="181914" y="36609"/>
                          </a:cubicBezTo>
                          <a:cubicBezTo>
                            <a:pt x="181568" y="36333"/>
                            <a:pt x="181292" y="35988"/>
                            <a:pt x="180947" y="35712"/>
                          </a:cubicBezTo>
                          <a:cubicBezTo>
                            <a:pt x="180326" y="35159"/>
                            <a:pt x="179773" y="34607"/>
                            <a:pt x="179152" y="34055"/>
                          </a:cubicBezTo>
                          <a:cubicBezTo>
                            <a:pt x="177702" y="32743"/>
                            <a:pt x="176183" y="31431"/>
                            <a:pt x="174664" y="30120"/>
                          </a:cubicBezTo>
                          <a:cubicBezTo>
                            <a:pt x="173836" y="29429"/>
                            <a:pt x="173008" y="28739"/>
                            <a:pt x="172179" y="28049"/>
                          </a:cubicBezTo>
                          <a:cubicBezTo>
                            <a:pt x="171834" y="27772"/>
                            <a:pt x="171558" y="27565"/>
                            <a:pt x="171213" y="27289"/>
                          </a:cubicBezTo>
                          <a:cubicBezTo>
                            <a:pt x="170868" y="27013"/>
                            <a:pt x="170453" y="26668"/>
                            <a:pt x="170108" y="26392"/>
                          </a:cubicBezTo>
                          <a:cubicBezTo>
                            <a:pt x="168589" y="25218"/>
                            <a:pt x="167071" y="24044"/>
                            <a:pt x="165552" y="22940"/>
                          </a:cubicBezTo>
                          <a:cubicBezTo>
                            <a:pt x="164309" y="22042"/>
                            <a:pt x="163066" y="21145"/>
                            <a:pt x="161755" y="20247"/>
                          </a:cubicBezTo>
                          <a:cubicBezTo>
                            <a:pt x="161617" y="20178"/>
                            <a:pt x="161479" y="20040"/>
                            <a:pt x="161340" y="19971"/>
                          </a:cubicBezTo>
                          <a:cubicBezTo>
                            <a:pt x="161202" y="19902"/>
                            <a:pt x="161133" y="19833"/>
                            <a:pt x="160995" y="19764"/>
                          </a:cubicBezTo>
                          <a:cubicBezTo>
                            <a:pt x="159545" y="18728"/>
                            <a:pt x="158027" y="17762"/>
                            <a:pt x="156577" y="16864"/>
                          </a:cubicBezTo>
                          <a:cubicBezTo>
                            <a:pt x="155127" y="15967"/>
                            <a:pt x="153677" y="15070"/>
                            <a:pt x="152227" y="14172"/>
                          </a:cubicBezTo>
                          <a:cubicBezTo>
                            <a:pt x="151882" y="13965"/>
                            <a:pt x="151537" y="13758"/>
                            <a:pt x="151261" y="13620"/>
                          </a:cubicBezTo>
                          <a:cubicBezTo>
                            <a:pt x="150156" y="12998"/>
                            <a:pt x="149052" y="12377"/>
                            <a:pt x="147947" y="11756"/>
                          </a:cubicBezTo>
                          <a:cubicBezTo>
                            <a:pt x="146912" y="11203"/>
                            <a:pt x="145876" y="10651"/>
                            <a:pt x="144840" y="10168"/>
                          </a:cubicBezTo>
                          <a:cubicBezTo>
                            <a:pt x="144564" y="10030"/>
                            <a:pt x="144357" y="9892"/>
                            <a:pt x="144081" y="9823"/>
                          </a:cubicBezTo>
                          <a:cubicBezTo>
                            <a:pt x="143943" y="9823"/>
                            <a:pt x="143805" y="9685"/>
                            <a:pt x="143736" y="9616"/>
                          </a:cubicBezTo>
                          <a:cubicBezTo>
                            <a:pt x="142355" y="8925"/>
                            <a:pt x="140974" y="8304"/>
                            <a:pt x="139594" y="7682"/>
                          </a:cubicBezTo>
                          <a:cubicBezTo>
                            <a:pt x="139041" y="7475"/>
                            <a:pt x="138558" y="7268"/>
                            <a:pt x="138075" y="6992"/>
                          </a:cubicBezTo>
                          <a:cubicBezTo>
                            <a:pt x="137661" y="6785"/>
                            <a:pt x="137246" y="6647"/>
                            <a:pt x="136832" y="6509"/>
                          </a:cubicBezTo>
                          <a:cubicBezTo>
                            <a:pt x="136418" y="6302"/>
                            <a:pt x="135935" y="6095"/>
                            <a:pt x="135520" y="5957"/>
                          </a:cubicBezTo>
                          <a:cubicBezTo>
                            <a:pt x="134140" y="5404"/>
                            <a:pt x="132828" y="4921"/>
                            <a:pt x="131447" y="4438"/>
                          </a:cubicBezTo>
                          <a:cubicBezTo>
                            <a:pt x="131240" y="4438"/>
                            <a:pt x="131033" y="4300"/>
                            <a:pt x="130895" y="4231"/>
                          </a:cubicBezTo>
                          <a:cubicBezTo>
                            <a:pt x="130619" y="4093"/>
                            <a:pt x="130273" y="4023"/>
                            <a:pt x="129997" y="3954"/>
                          </a:cubicBezTo>
                          <a:cubicBezTo>
                            <a:pt x="129169" y="3678"/>
                            <a:pt x="128340" y="3402"/>
                            <a:pt x="127512" y="3126"/>
                          </a:cubicBezTo>
                          <a:cubicBezTo>
                            <a:pt x="126407" y="2781"/>
                            <a:pt x="125372" y="2505"/>
                            <a:pt x="124336" y="2229"/>
                          </a:cubicBezTo>
                          <a:cubicBezTo>
                            <a:pt x="124129" y="2229"/>
                            <a:pt x="123991" y="2160"/>
                            <a:pt x="123784" y="2090"/>
                          </a:cubicBezTo>
                          <a:cubicBezTo>
                            <a:pt x="123715" y="2090"/>
                            <a:pt x="123646" y="2090"/>
                            <a:pt x="123508" y="2090"/>
                          </a:cubicBezTo>
                          <a:cubicBezTo>
                            <a:pt x="122196" y="1745"/>
                            <a:pt x="120885" y="1469"/>
                            <a:pt x="119573" y="1193"/>
                          </a:cubicBezTo>
                          <a:cubicBezTo>
                            <a:pt x="119089" y="1124"/>
                            <a:pt x="118537" y="1055"/>
                            <a:pt x="118054" y="917"/>
                          </a:cubicBezTo>
                          <a:cubicBezTo>
                            <a:pt x="117640" y="848"/>
                            <a:pt x="117226" y="779"/>
                            <a:pt x="116811" y="710"/>
                          </a:cubicBezTo>
                          <a:cubicBezTo>
                            <a:pt x="116397" y="710"/>
                            <a:pt x="115983" y="572"/>
                            <a:pt x="115568" y="503"/>
                          </a:cubicBezTo>
                          <a:cubicBezTo>
                            <a:pt x="114188" y="296"/>
                            <a:pt x="112876" y="157"/>
                            <a:pt x="111564" y="88"/>
                          </a:cubicBezTo>
                          <a:cubicBezTo>
                            <a:pt x="111426" y="88"/>
                            <a:pt x="111357" y="88"/>
                            <a:pt x="111219" y="88"/>
                          </a:cubicBezTo>
                          <a:cubicBezTo>
                            <a:pt x="110943" y="88"/>
                            <a:pt x="110667" y="88"/>
                            <a:pt x="110391" y="88"/>
                          </a:cubicBezTo>
                          <a:cubicBezTo>
                            <a:pt x="109424" y="88"/>
                            <a:pt x="108389" y="-50"/>
                            <a:pt x="107422" y="19"/>
                          </a:cubicBezTo>
                          <a:cubicBezTo>
                            <a:pt x="106870" y="19"/>
                            <a:pt x="106318" y="19"/>
                            <a:pt x="105765" y="88"/>
                          </a:cubicBezTo>
                          <a:cubicBezTo>
                            <a:pt x="105282" y="88"/>
                            <a:pt x="104730" y="88"/>
                            <a:pt x="104246" y="88"/>
                          </a:cubicBezTo>
                          <a:cubicBezTo>
                            <a:pt x="103901" y="88"/>
                            <a:pt x="103487" y="88"/>
                            <a:pt x="103142" y="88"/>
                          </a:cubicBezTo>
                          <a:cubicBezTo>
                            <a:pt x="101761" y="227"/>
                            <a:pt x="100380" y="365"/>
                            <a:pt x="99069" y="641"/>
                          </a:cubicBezTo>
                          <a:cubicBezTo>
                            <a:pt x="98862" y="641"/>
                            <a:pt x="98654" y="710"/>
                            <a:pt x="98447" y="779"/>
                          </a:cubicBezTo>
                          <a:cubicBezTo>
                            <a:pt x="96445" y="1193"/>
                            <a:pt x="94512" y="1676"/>
                            <a:pt x="92648" y="2367"/>
                          </a:cubicBezTo>
                          <a:cubicBezTo>
                            <a:pt x="92648" y="2367"/>
                            <a:pt x="92510" y="2367"/>
                            <a:pt x="92441" y="2436"/>
                          </a:cubicBezTo>
                          <a:cubicBezTo>
                            <a:pt x="90232" y="3195"/>
                            <a:pt x="88092" y="4162"/>
                            <a:pt x="86159" y="5335"/>
                          </a:cubicBezTo>
                          <a:lnTo>
                            <a:pt x="0" y="55387"/>
                          </a:lnTo>
                          <a:cubicBezTo>
                            <a:pt x="2002" y="54214"/>
                            <a:pt x="4073" y="53316"/>
                            <a:pt x="6282" y="52488"/>
                          </a:cubicBezTo>
                          <a:cubicBezTo>
                            <a:pt x="8353" y="51728"/>
                            <a:pt x="10563" y="51107"/>
                            <a:pt x="12910" y="50693"/>
                          </a:cubicBezTo>
                          <a:cubicBezTo>
                            <a:pt x="14567" y="50417"/>
                            <a:pt x="16362" y="50210"/>
                            <a:pt x="18088" y="50071"/>
                          </a:cubicBezTo>
                          <a:cubicBezTo>
                            <a:pt x="18571" y="50071"/>
                            <a:pt x="19123" y="50071"/>
                            <a:pt x="19607" y="50002"/>
                          </a:cubicBezTo>
                          <a:cubicBezTo>
                            <a:pt x="21125" y="50002"/>
                            <a:pt x="22644" y="50002"/>
                            <a:pt x="24232" y="50002"/>
                          </a:cubicBezTo>
                          <a:cubicBezTo>
                            <a:pt x="24508" y="50002"/>
                            <a:pt x="24784" y="50002"/>
                            <a:pt x="25061" y="50002"/>
                          </a:cubicBezTo>
                          <a:cubicBezTo>
                            <a:pt x="26856" y="50141"/>
                            <a:pt x="28720" y="50348"/>
                            <a:pt x="30653" y="50624"/>
                          </a:cubicBezTo>
                          <a:cubicBezTo>
                            <a:pt x="31067" y="50624"/>
                            <a:pt x="31481" y="50762"/>
                            <a:pt x="31895" y="50831"/>
                          </a:cubicBezTo>
                          <a:cubicBezTo>
                            <a:pt x="33759" y="51176"/>
                            <a:pt x="35692" y="51521"/>
                            <a:pt x="37625" y="52005"/>
                          </a:cubicBezTo>
                          <a:cubicBezTo>
                            <a:pt x="37833" y="52005"/>
                            <a:pt x="37971" y="52074"/>
                            <a:pt x="38178" y="52143"/>
                          </a:cubicBezTo>
                          <a:cubicBezTo>
                            <a:pt x="40042" y="52626"/>
                            <a:pt x="41975" y="53178"/>
                            <a:pt x="43908" y="53868"/>
                          </a:cubicBezTo>
                          <a:cubicBezTo>
                            <a:pt x="44184" y="53938"/>
                            <a:pt x="44529" y="54076"/>
                            <a:pt x="44805" y="54145"/>
                          </a:cubicBezTo>
                          <a:cubicBezTo>
                            <a:pt x="46738" y="54835"/>
                            <a:pt x="48740" y="55594"/>
                            <a:pt x="50743" y="56423"/>
                          </a:cubicBezTo>
                          <a:cubicBezTo>
                            <a:pt x="51157" y="56561"/>
                            <a:pt x="51571" y="56768"/>
                            <a:pt x="51985" y="56906"/>
                          </a:cubicBezTo>
                          <a:cubicBezTo>
                            <a:pt x="53987" y="57804"/>
                            <a:pt x="55989" y="58701"/>
                            <a:pt x="58060" y="59737"/>
                          </a:cubicBezTo>
                          <a:cubicBezTo>
                            <a:pt x="58337" y="59875"/>
                            <a:pt x="58544" y="60013"/>
                            <a:pt x="58820" y="60082"/>
                          </a:cubicBezTo>
                          <a:cubicBezTo>
                            <a:pt x="60960" y="61186"/>
                            <a:pt x="63100" y="62291"/>
                            <a:pt x="65240" y="63534"/>
                          </a:cubicBezTo>
                          <a:cubicBezTo>
                            <a:pt x="68623" y="65467"/>
                            <a:pt x="72006" y="67607"/>
                            <a:pt x="75320" y="69954"/>
                          </a:cubicBezTo>
                          <a:cubicBezTo>
                            <a:pt x="75458" y="70023"/>
                            <a:pt x="75596" y="70161"/>
                            <a:pt x="75734" y="70230"/>
                          </a:cubicBezTo>
                          <a:cubicBezTo>
                            <a:pt x="78910" y="72440"/>
                            <a:pt x="82016" y="74787"/>
                            <a:pt x="85123" y="7727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8" name="Google Shape;438;p23"/>
                    <p:cNvSpPr/>
                    <p:nvPr/>
                  </p:nvSpPr>
                  <p:spPr>
                    <a:xfrm>
                      <a:off x="2140365" y="2678908"/>
                      <a:ext cx="147878" cy="76148"/>
                    </a:xfrm>
                    <a:custGeom>
                      <a:rect b="b" l="l" r="r" t="t"/>
                      <a:pathLst>
                        <a:path extrusionOk="0" h="76148" w="147878">
                          <a:moveTo>
                            <a:pt x="51502" y="65655"/>
                          </a:moveTo>
                          <a:cubicBezTo>
                            <a:pt x="51502" y="65655"/>
                            <a:pt x="51709" y="65793"/>
                            <a:pt x="51778" y="65862"/>
                          </a:cubicBezTo>
                          <a:cubicBezTo>
                            <a:pt x="53435" y="67311"/>
                            <a:pt x="55092" y="68830"/>
                            <a:pt x="56680" y="70487"/>
                          </a:cubicBezTo>
                          <a:cubicBezTo>
                            <a:pt x="56680" y="70487"/>
                            <a:pt x="56749" y="70625"/>
                            <a:pt x="56818" y="70625"/>
                          </a:cubicBezTo>
                          <a:cubicBezTo>
                            <a:pt x="58475" y="72351"/>
                            <a:pt x="60131" y="74146"/>
                            <a:pt x="61719" y="76148"/>
                          </a:cubicBezTo>
                          <a:lnTo>
                            <a:pt x="147878" y="26096"/>
                          </a:lnTo>
                          <a:cubicBezTo>
                            <a:pt x="147878" y="26096"/>
                            <a:pt x="147602" y="25751"/>
                            <a:pt x="147464" y="25613"/>
                          </a:cubicBezTo>
                          <a:cubicBezTo>
                            <a:pt x="146912" y="24991"/>
                            <a:pt x="146428" y="24370"/>
                            <a:pt x="145876" y="23749"/>
                          </a:cubicBezTo>
                          <a:cubicBezTo>
                            <a:pt x="145324" y="23127"/>
                            <a:pt x="144840" y="22575"/>
                            <a:pt x="144288" y="21954"/>
                          </a:cubicBezTo>
                          <a:cubicBezTo>
                            <a:pt x="143874" y="21471"/>
                            <a:pt x="143391" y="20987"/>
                            <a:pt x="142976" y="20573"/>
                          </a:cubicBezTo>
                          <a:cubicBezTo>
                            <a:pt x="142976" y="20573"/>
                            <a:pt x="142907" y="20435"/>
                            <a:pt x="142838" y="20435"/>
                          </a:cubicBezTo>
                          <a:cubicBezTo>
                            <a:pt x="142838" y="20435"/>
                            <a:pt x="142700" y="20297"/>
                            <a:pt x="142631" y="20228"/>
                          </a:cubicBezTo>
                          <a:cubicBezTo>
                            <a:pt x="142079" y="19607"/>
                            <a:pt x="141458" y="19054"/>
                            <a:pt x="140905" y="18502"/>
                          </a:cubicBezTo>
                          <a:cubicBezTo>
                            <a:pt x="140284" y="17950"/>
                            <a:pt x="139732" y="17397"/>
                            <a:pt x="139110" y="16845"/>
                          </a:cubicBezTo>
                          <a:cubicBezTo>
                            <a:pt x="138696" y="16500"/>
                            <a:pt x="138351" y="16155"/>
                            <a:pt x="137937" y="15810"/>
                          </a:cubicBezTo>
                          <a:cubicBezTo>
                            <a:pt x="137868" y="15741"/>
                            <a:pt x="137730" y="15671"/>
                            <a:pt x="137661" y="15533"/>
                          </a:cubicBezTo>
                          <a:cubicBezTo>
                            <a:pt x="137523" y="15395"/>
                            <a:pt x="137384" y="15326"/>
                            <a:pt x="137246" y="15188"/>
                          </a:cubicBezTo>
                          <a:cubicBezTo>
                            <a:pt x="136625" y="14636"/>
                            <a:pt x="136004" y="14153"/>
                            <a:pt x="135382" y="13669"/>
                          </a:cubicBezTo>
                          <a:cubicBezTo>
                            <a:pt x="134761" y="13186"/>
                            <a:pt x="134140" y="12703"/>
                            <a:pt x="133518" y="12220"/>
                          </a:cubicBezTo>
                          <a:cubicBezTo>
                            <a:pt x="133242" y="12012"/>
                            <a:pt x="133035" y="11874"/>
                            <a:pt x="132759" y="11667"/>
                          </a:cubicBezTo>
                          <a:cubicBezTo>
                            <a:pt x="132621" y="11598"/>
                            <a:pt x="132552" y="11529"/>
                            <a:pt x="132414" y="11391"/>
                          </a:cubicBezTo>
                          <a:cubicBezTo>
                            <a:pt x="132138" y="11184"/>
                            <a:pt x="131861" y="10977"/>
                            <a:pt x="131654" y="10839"/>
                          </a:cubicBezTo>
                          <a:cubicBezTo>
                            <a:pt x="131033" y="10425"/>
                            <a:pt x="130412" y="10010"/>
                            <a:pt x="129721" y="9596"/>
                          </a:cubicBezTo>
                          <a:cubicBezTo>
                            <a:pt x="129100" y="9182"/>
                            <a:pt x="128410" y="8768"/>
                            <a:pt x="127788" y="8423"/>
                          </a:cubicBezTo>
                          <a:cubicBezTo>
                            <a:pt x="127650" y="8353"/>
                            <a:pt x="127512" y="8215"/>
                            <a:pt x="127305" y="8146"/>
                          </a:cubicBezTo>
                          <a:cubicBezTo>
                            <a:pt x="126822" y="7870"/>
                            <a:pt x="126269" y="7525"/>
                            <a:pt x="125717" y="7249"/>
                          </a:cubicBezTo>
                          <a:cubicBezTo>
                            <a:pt x="125027" y="6904"/>
                            <a:pt x="124336" y="6489"/>
                            <a:pt x="123646" y="6144"/>
                          </a:cubicBezTo>
                          <a:cubicBezTo>
                            <a:pt x="123094" y="5868"/>
                            <a:pt x="122541" y="5592"/>
                            <a:pt x="121920" y="5316"/>
                          </a:cubicBezTo>
                          <a:cubicBezTo>
                            <a:pt x="121851" y="5316"/>
                            <a:pt x="121782" y="5247"/>
                            <a:pt x="121713" y="5178"/>
                          </a:cubicBezTo>
                          <a:cubicBezTo>
                            <a:pt x="121644" y="5178"/>
                            <a:pt x="121575" y="5109"/>
                            <a:pt x="121506" y="5040"/>
                          </a:cubicBezTo>
                          <a:cubicBezTo>
                            <a:pt x="120746" y="4694"/>
                            <a:pt x="119987" y="4349"/>
                            <a:pt x="119227" y="4073"/>
                          </a:cubicBezTo>
                          <a:cubicBezTo>
                            <a:pt x="118399" y="3728"/>
                            <a:pt x="117571" y="3452"/>
                            <a:pt x="116811" y="3176"/>
                          </a:cubicBezTo>
                          <a:cubicBezTo>
                            <a:pt x="116742" y="3176"/>
                            <a:pt x="116604" y="3176"/>
                            <a:pt x="116535" y="3107"/>
                          </a:cubicBezTo>
                          <a:cubicBezTo>
                            <a:pt x="116397" y="3107"/>
                            <a:pt x="116259" y="3038"/>
                            <a:pt x="116121" y="2969"/>
                          </a:cubicBezTo>
                          <a:cubicBezTo>
                            <a:pt x="115500" y="2761"/>
                            <a:pt x="114809" y="2554"/>
                            <a:pt x="114188" y="2347"/>
                          </a:cubicBezTo>
                          <a:cubicBezTo>
                            <a:pt x="113221" y="2071"/>
                            <a:pt x="112255" y="1795"/>
                            <a:pt x="111288" y="1519"/>
                          </a:cubicBezTo>
                          <a:cubicBezTo>
                            <a:pt x="111219" y="1519"/>
                            <a:pt x="111150" y="1519"/>
                            <a:pt x="111012" y="1519"/>
                          </a:cubicBezTo>
                          <a:cubicBezTo>
                            <a:pt x="110805" y="1519"/>
                            <a:pt x="110667" y="1450"/>
                            <a:pt x="110460" y="1381"/>
                          </a:cubicBezTo>
                          <a:cubicBezTo>
                            <a:pt x="109631" y="1174"/>
                            <a:pt x="108803" y="967"/>
                            <a:pt x="108043" y="828"/>
                          </a:cubicBezTo>
                          <a:cubicBezTo>
                            <a:pt x="107146" y="690"/>
                            <a:pt x="106249" y="483"/>
                            <a:pt x="105420" y="345"/>
                          </a:cubicBezTo>
                          <a:cubicBezTo>
                            <a:pt x="105213" y="345"/>
                            <a:pt x="105006" y="345"/>
                            <a:pt x="104799" y="276"/>
                          </a:cubicBezTo>
                          <a:cubicBezTo>
                            <a:pt x="104039" y="138"/>
                            <a:pt x="103211" y="69"/>
                            <a:pt x="102451" y="69"/>
                          </a:cubicBezTo>
                          <a:cubicBezTo>
                            <a:pt x="101623" y="69"/>
                            <a:pt x="10086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99207" y="0"/>
                            <a:pt x="98309" y="0"/>
                            <a:pt x="97412" y="138"/>
                          </a:cubicBezTo>
                          <a:cubicBezTo>
                            <a:pt x="96790" y="138"/>
                            <a:pt x="96238" y="276"/>
                            <a:pt x="95617" y="414"/>
                          </a:cubicBezTo>
                          <a:cubicBezTo>
                            <a:pt x="95341" y="414"/>
                            <a:pt x="95064" y="414"/>
                            <a:pt x="94857" y="552"/>
                          </a:cubicBezTo>
                          <a:cubicBezTo>
                            <a:pt x="94719" y="552"/>
                            <a:pt x="94512" y="552"/>
                            <a:pt x="94374" y="621"/>
                          </a:cubicBezTo>
                          <a:cubicBezTo>
                            <a:pt x="93062" y="897"/>
                            <a:pt x="91820" y="1243"/>
                            <a:pt x="90646" y="1657"/>
                          </a:cubicBezTo>
                          <a:cubicBezTo>
                            <a:pt x="90646" y="1657"/>
                            <a:pt x="90646" y="1657"/>
                            <a:pt x="90577" y="1657"/>
                          </a:cubicBezTo>
                          <a:cubicBezTo>
                            <a:pt x="89058" y="2209"/>
                            <a:pt x="87539" y="2900"/>
                            <a:pt x="86159" y="3659"/>
                          </a:cubicBezTo>
                          <a:lnTo>
                            <a:pt x="0" y="53711"/>
                          </a:lnTo>
                          <a:cubicBezTo>
                            <a:pt x="1381" y="52883"/>
                            <a:pt x="2900" y="52261"/>
                            <a:pt x="4418" y="51709"/>
                          </a:cubicBezTo>
                          <a:cubicBezTo>
                            <a:pt x="5799" y="51226"/>
                            <a:pt x="7249" y="50812"/>
                            <a:pt x="8768" y="50604"/>
                          </a:cubicBezTo>
                          <a:cubicBezTo>
                            <a:pt x="9044" y="50604"/>
                            <a:pt x="9320" y="50535"/>
                            <a:pt x="9527" y="50466"/>
                          </a:cubicBezTo>
                          <a:cubicBezTo>
                            <a:pt x="10977" y="50259"/>
                            <a:pt x="12496" y="50121"/>
                            <a:pt x="14015" y="50121"/>
                          </a:cubicBezTo>
                          <a:cubicBezTo>
                            <a:pt x="14015" y="50121"/>
                            <a:pt x="14015" y="50121"/>
                            <a:pt x="14015" y="50121"/>
                          </a:cubicBezTo>
                          <a:cubicBezTo>
                            <a:pt x="15741" y="50121"/>
                            <a:pt x="17466" y="50259"/>
                            <a:pt x="19330" y="50535"/>
                          </a:cubicBezTo>
                          <a:cubicBezTo>
                            <a:pt x="20987" y="50812"/>
                            <a:pt x="22713" y="51157"/>
                            <a:pt x="24439" y="51502"/>
                          </a:cubicBezTo>
                          <a:cubicBezTo>
                            <a:pt x="24646" y="51502"/>
                            <a:pt x="24784" y="51571"/>
                            <a:pt x="24991" y="51640"/>
                          </a:cubicBezTo>
                          <a:cubicBezTo>
                            <a:pt x="26717" y="52054"/>
                            <a:pt x="28374" y="52537"/>
                            <a:pt x="30100" y="53159"/>
                          </a:cubicBezTo>
                          <a:cubicBezTo>
                            <a:pt x="30238" y="53159"/>
                            <a:pt x="30376" y="53228"/>
                            <a:pt x="30515" y="53297"/>
                          </a:cubicBezTo>
                          <a:cubicBezTo>
                            <a:pt x="32309" y="53918"/>
                            <a:pt x="34035" y="54608"/>
                            <a:pt x="35830" y="55368"/>
                          </a:cubicBezTo>
                          <a:cubicBezTo>
                            <a:pt x="35900" y="55368"/>
                            <a:pt x="35968" y="55437"/>
                            <a:pt x="36038" y="55506"/>
                          </a:cubicBezTo>
                          <a:cubicBezTo>
                            <a:pt x="37833" y="56334"/>
                            <a:pt x="39627" y="57232"/>
                            <a:pt x="41353" y="58267"/>
                          </a:cubicBezTo>
                          <a:cubicBezTo>
                            <a:pt x="43079" y="59234"/>
                            <a:pt x="44805" y="60339"/>
                            <a:pt x="46462" y="61581"/>
                          </a:cubicBezTo>
                          <a:cubicBezTo>
                            <a:pt x="46600" y="61650"/>
                            <a:pt x="46669" y="61719"/>
                            <a:pt x="46807" y="61857"/>
                          </a:cubicBezTo>
                          <a:cubicBezTo>
                            <a:pt x="48464" y="63031"/>
                            <a:pt x="50121" y="64343"/>
                            <a:pt x="51778" y="65724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39" name="Google Shape;439;p23"/>
                    <p:cNvSpPr/>
                    <p:nvPr/>
                  </p:nvSpPr>
                  <p:spPr>
                    <a:xfrm>
                      <a:off x="2252689" y="2564513"/>
                      <a:ext cx="375563" cy="348707"/>
                    </a:xfrm>
                    <a:custGeom>
                      <a:rect b="b" l="l" r="r" t="t"/>
                      <a:pathLst>
                        <a:path extrusionOk="0" h="348707" w="375563">
                          <a:moveTo>
                            <a:pt x="208907" y="153263"/>
                          </a:moveTo>
                          <a:cubicBezTo>
                            <a:pt x="209736" y="154368"/>
                            <a:pt x="210633" y="155472"/>
                            <a:pt x="211462" y="156577"/>
                          </a:cubicBezTo>
                          <a:cubicBezTo>
                            <a:pt x="213049" y="158648"/>
                            <a:pt x="214568" y="160788"/>
                            <a:pt x="216087" y="162928"/>
                          </a:cubicBezTo>
                          <a:cubicBezTo>
                            <a:pt x="218020" y="165621"/>
                            <a:pt x="219953" y="168244"/>
                            <a:pt x="221817" y="171006"/>
                          </a:cubicBezTo>
                          <a:cubicBezTo>
                            <a:pt x="223336" y="173215"/>
                            <a:pt x="224855" y="175493"/>
                            <a:pt x="226374" y="177771"/>
                          </a:cubicBezTo>
                          <a:cubicBezTo>
                            <a:pt x="227409" y="179290"/>
                            <a:pt x="228445" y="180878"/>
                            <a:pt x="229411" y="182466"/>
                          </a:cubicBezTo>
                          <a:cubicBezTo>
                            <a:pt x="231137" y="185158"/>
                            <a:pt x="232863" y="187920"/>
                            <a:pt x="234520" y="190750"/>
                          </a:cubicBezTo>
                          <a:cubicBezTo>
                            <a:pt x="235417" y="192200"/>
                            <a:pt x="236246" y="193581"/>
                            <a:pt x="237143" y="195031"/>
                          </a:cubicBezTo>
                          <a:cubicBezTo>
                            <a:pt x="238248" y="196895"/>
                            <a:pt x="239284" y="198759"/>
                            <a:pt x="240319" y="200623"/>
                          </a:cubicBezTo>
                          <a:cubicBezTo>
                            <a:pt x="242045" y="203660"/>
                            <a:pt x="243840" y="206767"/>
                            <a:pt x="245497" y="209874"/>
                          </a:cubicBezTo>
                          <a:cubicBezTo>
                            <a:pt x="247361" y="213395"/>
                            <a:pt x="249225" y="216915"/>
                            <a:pt x="251020" y="220436"/>
                          </a:cubicBezTo>
                          <a:cubicBezTo>
                            <a:pt x="251227" y="220851"/>
                            <a:pt x="251434" y="221265"/>
                            <a:pt x="251641" y="221679"/>
                          </a:cubicBezTo>
                          <a:cubicBezTo>
                            <a:pt x="253712" y="225821"/>
                            <a:pt x="255714" y="230033"/>
                            <a:pt x="257648" y="234244"/>
                          </a:cubicBezTo>
                          <a:cubicBezTo>
                            <a:pt x="258062" y="235141"/>
                            <a:pt x="258476" y="235970"/>
                            <a:pt x="258821" y="236867"/>
                          </a:cubicBezTo>
                          <a:cubicBezTo>
                            <a:pt x="260685" y="241009"/>
                            <a:pt x="262480" y="245152"/>
                            <a:pt x="264206" y="249294"/>
                          </a:cubicBezTo>
                          <a:cubicBezTo>
                            <a:pt x="264482" y="249915"/>
                            <a:pt x="264689" y="250537"/>
                            <a:pt x="264965" y="251158"/>
                          </a:cubicBezTo>
                          <a:cubicBezTo>
                            <a:pt x="266553" y="255162"/>
                            <a:pt x="268141" y="259097"/>
                            <a:pt x="269591" y="263101"/>
                          </a:cubicBezTo>
                          <a:cubicBezTo>
                            <a:pt x="269798" y="263654"/>
                            <a:pt x="270005" y="264206"/>
                            <a:pt x="270212" y="264689"/>
                          </a:cubicBezTo>
                          <a:cubicBezTo>
                            <a:pt x="271731" y="268901"/>
                            <a:pt x="273181" y="273043"/>
                            <a:pt x="274562" y="277254"/>
                          </a:cubicBezTo>
                          <a:cubicBezTo>
                            <a:pt x="274907" y="278221"/>
                            <a:pt x="275183" y="279187"/>
                            <a:pt x="275459" y="280154"/>
                          </a:cubicBezTo>
                          <a:cubicBezTo>
                            <a:pt x="276840" y="284434"/>
                            <a:pt x="278083" y="288645"/>
                            <a:pt x="279256" y="292926"/>
                          </a:cubicBezTo>
                          <a:cubicBezTo>
                            <a:pt x="279256" y="292995"/>
                            <a:pt x="279256" y="293133"/>
                            <a:pt x="279325" y="293202"/>
                          </a:cubicBezTo>
                          <a:cubicBezTo>
                            <a:pt x="280499" y="297344"/>
                            <a:pt x="281534" y="301555"/>
                            <a:pt x="282501" y="305628"/>
                          </a:cubicBezTo>
                          <a:cubicBezTo>
                            <a:pt x="282708" y="306526"/>
                            <a:pt x="282915" y="307493"/>
                            <a:pt x="283122" y="308390"/>
                          </a:cubicBezTo>
                          <a:cubicBezTo>
                            <a:pt x="284020" y="312532"/>
                            <a:pt x="284917" y="316605"/>
                            <a:pt x="285677" y="320679"/>
                          </a:cubicBezTo>
                          <a:cubicBezTo>
                            <a:pt x="285815" y="321300"/>
                            <a:pt x="285884" y="321852"/>
                            <a:pt x="286022" y="322474"/>
                          </a:cubicBezTo>
                          <a:cubicBezTo>
                            <a:pt x="286712" y="326409"/>
                            <a:pt x="287334" y="330275"/>
                            <a:pt x="287817" y="334141"/>
                          </a:cubicBezTo>
                          <a:cubicBezTo>
                            <a:pt x="287817" y="334624"/>
                            <a:pt x="287955" y="335038"/>
                            <a:pt x="288024" y="335522"/>
                          </a:cubicBezTo>
                          <a:cubicBezTo>
                            <a:pt x="288576" y="339940"/>
                            <a:pt x="289060" y="344358"/>
                            <a:pt x="289405" y="348708"/>
                          </a:cubicBezTo>
                          <a:lnTo>
                            <a:pt x="375563" y="298656"/>
                          </a:lnTo>
                          <a:cubicBezTo>
                            <a:pt x="375425" y="297137"/>
                            <a:pt x="375287" y="295549"/>
                            <a:pt x="375149" y="294030"/>
                          </a:cubicBezTo>
                          <a:cubicBezTo>
                            <a:pt x="374873" y="291407"/>
                            <a:pt x="374597" y="288783"/>
                            <a:pt x="374252" y="286160"/>
                          </a:cubicBezTo>
                          <a:cubicBezTo>
                            <a:pt x="374252" y="285953"/>
                            <a:pt x="374183" y="285677"/>
                            <a:pt x="374183" y="285470"/>
                          </a:cubicBezTo>
                          <a:cubicBezTo>
                            <a:pt x="374183" y="284986"/>
                            <a:pt x="374045" y="284572"/>
                            <a:pt x="373976" y="284089"/>
                          </a:cubicBezTo>
                          <a:cubicBezTo>
                            <a:pt x="373699" y="282087"/>
                            <a:pt x="373423" y="280085"/>
                            <a:pt x="373147" y="278014"/>
                          </a:cubicBezTo>
                          <a:cubicBezTo>
                            <a:pt x="372871" y="276149"/>
                            <a:pt x="372526" y="274285"/>
                            <a:pt x="372181" y="272422"/>
                          </a:cubicBezTo>
                          <a:cubicBezTo>
                            <a:pt x="372043" y="271800"/>
                            <a:pt x="371973" y="271179"/>
                            <a:pt x="371835" y="270557"/>
                          </a:cubicBezTo>
                          <a:cubicBezTo>
                            <a:pt x="371835" y="270212"/>
                            <a:pt x="371697" y="269867"/>
                            <a:pt x="371628" y="269522"/>
                          </a:cubicBezTo>
                          <a:cubicBezTo>
                            <a:pt x="371076" y="266622"/>
                            <a:pt x="370524" y="263723"/>
                            <a:pt x="369833" y="260823"/>
                          </a:cubicBezTo>
                          <a:cubicBezTo>
                            <a:pt x="369626" y="259995"/>
                            <a:pt x="369419" y="259166"/>
                            <a:pt x="369281" y="258338"/>
                          </a:cubicBezTo>
                          <a:cubicBezTo>
                            <a:pt x="369074" y="257440"/>
                            <a:pt x="368867" y="256474"/>
                            <a:pt x="368660" y="255576"/>
                          </a:cubicBezTo>
                          <a:cubicBezTo>
                            <a:pt x="368384" y="254334"/>
                            <a:pt x="368107" y="253160"/>
                            <a:pt x="367831" y="251917"/>
                          </a:cubicBezTo>
                          <a:cubicBezTo>
                            <a:pt x="367141" y="249018"/>
                            <a:pt x="366312" y="246118"/>
                            <a:pt x="365553" y="243150"/>
                          </a:cubicBezTo>
                          <a:cubicBezTo>
                            <a:pt x="365553" y="243081"/>
                            <a:pt x="365553" y="242943"/>
                            <a:pt x="365484" y="242874"/>
                          </a:cubicBezTo>
                          <a:cubicBezTo>
                            <a:pt x="365484" y="242874"/>
                            <a:pt x="365484" y="242874"/>
                            <a:pt x="365484" y="242804"/>
                          </a:cubicBezTo>
                          <a:cubicBezTo>
                            <a:pt x="364655" y="239767"/>
                            <a:pt x="363758" y="236660"/>
                            <a:pt x="362792" y="233622"/>
                          </a:cubicBezTo>
                          <a:cubicBezTo>
                            <a:pt x="362446" y="232449"/>
                            <a:pt x="362032" y="231344"/>
                            <a:pt x="361687" y="230171"/>
                          </a:cubicBezTo>
                          <a:cubicBezTo>
                            <a:pt x="361411" y="229204"/>
                            <a:pt x="361066" y="228238"/>
                            <a:pt x="360789" y="227271"/>
                          </a:cubicBezTo>
                          <a:cubicBezTo>
                            <a:pt x="360513" y="226374"/>
                            <a:pt x="360237" y="225407"/>
                            <a:pt x="359892" y="224510"/>
                          </a:cubicBezTo>
                          <a:cubicBezTo>
                            <a:pt x="358925" y="221541"/>
                            <a:pt x="357821" y="218572"/>
                            <a:pt x="356785" y="215535"/>
                          </a:cubicBezTo>
                          <a:cubicBezTo>
                            <a:pt x="356716" y="215259"/>
                            <a:pt x="356578" y="214982"/>
                            <a:pt x="356509" y="214706"/>
                          </a:cubicBezTo>
                          <a:cubicBezTo>
                            <a:pt x="356302" y="214154"/>
                            <a:pt x="356095" y="213602"/>
                            <a:pt x="355888" y="213049"/>
                          </a:cubicBezTo>
                          <a:cubicBezTo>
                            <a:pt x="355128" y="210978"/>
                            <a:pt x="354369" y="208838"/>
                            <a:pt x="353541" y="206767"/>
                          </a:cubicBezTo>
                          <a:cubicBezTo>
                            <a:pt x="352781" y="204903"/>
                            <a:pt x="352022" y="203039"/>
                            <a:pt x="351262" y="201175"/>
                          </a:cubicBezTo>
                          <a:cubicBezTo>
                            <a:pt x="350986" y="200554"/>
                            <a:pt x="350779" y="199932"/>
                            <a:pt x="350503" y="199311"/>
                          </a:cubicBezTo>
                          <a:cubicBezTo>
                            <a:pt x="350365" y="198966"/>
                            <a:pt x="350227" y="198621"/>
                            <a:pt x="350089" y="198206"/>
                          </a:cubicBezTo>
                          <a:cubicBezTo>
                            <a:pt x="348915" y="195376"/>
                            <a:pt x="347672" y="192545"/>
                            <a:pt x="346430" y="189715"/>
                          </a:cubicBezTo>
                          <a:cubicBezTo>
                            <a:pt x="346016" y="188748"/>
                            <a:pt x="345601" y="187851"/>
                            <a:pt x="345118" y="186884"/>
                          </a:cubicBezTo>
                          <a:cubicBezTo>
                            <a:pt x="344704" y="185987"/>
                            <a:pt x="344358" y="185158"/>
                            <a:pt x="343944" y="184261"/>
                          </a:cubicBezTo>
                          <a:cubicBezTo>
                            <a:pt x="343461" y="183225"/>
                            <a:pt x="342978" y="182121"/>
                            <a:pt x="342495" y="181085"/>
                          </a:cubicBezTo>
                          <a:cubicBezTo>
                            <a:pt x="341045" y="178047"/>
                            <a:pt x="339595" y="175010"/>
                            <a:pt x="338145" y="172041"/>
                          </a:cubicBezTo>
                          <a:cubicBezTo>
                            <a:pt x="338145" y="171972"/>
                            <a:pt x="338007" y="171834"/>
                            <a:pt x="338007" y="171765"/>
                          </a:cubicBezTo>
                          <a:cubicBezTo>
                            <a:pt x="337800" y="171351"/>
                            <a:pt x="337593" y="170936"/>
                            <a:pt x="337386" y="170522"/>
                          </a:cubicBezTo>
                          <a:cubicBezTo>
                            <a:pt x="335936" y="167623"/>
                            <a:pt x="334486" y="164792"/>
                            <a:pt x="332967" y="161893"/>
                          </a:cubicBezTo>
                          <a:cubicBezTo>
                            <a:pt x="332622" y="161271"/>
                            <a:pt x="332208" y="160581"/>
                            <a:pt x="331863" y="159960"/>
                          </a:cubicBezTo>
                          <a:cubicBezTo>
                            <a:pt x="330206" y="156853"/>
                            <a:pt x="328411" y="153746"/>
                            <a:pt x="326685" y="150709"/>
                          </a:cubicBezTo>
                          <a:cubicBezTo>
                            <a:pt x="325856" y="149328"/>
                            <a:pt x="325166" y="147878"/>
                            <a:pt x="324338" y="146497"/>
                          </a:cubicBezTo>
                          <a:cubicBezTo>
                            <a:pt x="324061" y="146014"/>
                            <a:pt x="323785" y="145600"/>
                            <a:pt x="323509" y="145117"/>
                          </a:cubicBezTo>
                          <a:cubicBezTo>
                            <a:pt x="322681" y="143667"/>
                            <a:pt x="321783" y="142286"/>
                            <a:pt x="320886" y="140836"/>
                          </a:cubicBezTo>
                          <a:cubicBezTo>
                            <a:pt x="319229" y="138075"/>
                            <a:pt x="317503" y="135313"/>
                            <a:pt x="315777" y="132621"/>
                          </a:cubicBezTo>
                          <a:cubicBezTo>
                            <a:pt x="314742" y="131033"/>
                            <a:pt x="313775" y="129514"/>
                            <a:pt x="312739" y="127926"/>
                          </a:cubicBezTo>
                          <a:cubicBezTo>
                            <a:pt x="311842" y="126615"/>
                            <a:pt x="311014" y="125234"/>
                            <a:pt x="310116" y="123922"/>
                          </a:cubicBezTo>
                          <a:cubicBezTo>
                            <a:pt x="309495" y="122956"/>
                            <a:pt x="308804" y="122058"/>
                            <a:pt x="308183" y="121161"/>
                          </a:cubicBezTo>
                          <a:cubicBezTo>
                            <a:pt x="306319" y="118399"/>
                            <a:pt x="304386" y="115707"/>
                            <a:pt x="302453" y="113083"/>
                          </a:cubicBezTo>
                          <a:cubicBezTo>
                            <a:pt x="301624" y="111910"/>
                            <a:pt x="300865" y="110736"/>
                            <a:pt x="299967" y="109631"/>
                          </a:cubicBezTo>
                          <a:cubicBezTo>
                            <a:pt x="299277" y="108665"/>
                            <a:pt x="298518" y="107767"/>
                            <a:pt x="297827" y="106801"/>
                          </a:cubicBezTo>
                          <a:cubicBezTo>
                            <a:pt x="296999" y="105696"/>
                            <a:pt x="296171" y="104592"/>
                            <a:pt x="295273" y="103487"/>
                          </a:cubicBezTo>
                          <a:cubicBezTo>
                            <a:pt x="294513" y="102521"/>
                            <a:pt x="293823" y="101554"/>
                            <a:pt x="293064" y="100587"/>
                          </a:cubicBezTo>
                          <a:cubicBezTo>
                            <a:pt x="291131" y="98102"/>
                            <a:pt x="289129" y="95686"/>
                            <a:pt x="287127" y="93269"/>
                          </a:cubicBezTo>
                          <a:cubicBezTo>
                            <a:pt x="287058" y="93200"/>
                            <a:pt x="286988" y="93062"/>
                            <a:pt x="286919" y="92993"/>
                          </a:cubicBezTo>
                          <a:cubicBezTo>
                            <a:pt x="286919" y="92993"/>
                            <a:pt x="286919" y="92993"/>
                            <a:pt x="286919" y="92924"/>
                          </a:cubicBezTo>
                          <a:cubicBezTo>
                            <a:pt x="284917" y="90508"/>
                            <a:pt x="282846" y="88092"/>
                            <a:pt x="280775" y="85744"/>
                          </a:cubicBezTo>
                          <a:cubicBezTo>
                            <a:pt x="279532" y="84364"/>
                            <a:pt x="278290" y="82914"/>
                            <a:pt x="277047" y="81533"/>
                          </a:cubicBezTo>
                          <a:cubicBezTo>
                            <a:pt x="276219" y="80636"/>
                            <a:pt x="275390" y="79738"/>
                            <a:pt x="274562" y="78841"/>
                          </a:cubicBezTo>
                          <a:cubicBezTo>
                            <a:pt x="273043" y="77184"/>
                            <a:pt x="271524" y="75596"/>
                            <a:pt x="270005" y="74008"/>
                          </a:cubicBezTo>
                          <a:cubicBezTo>
                            <a:pt x="269522" y="73456"/>
                            <a:pt x="268970" y="72903"/>
                            <a:pt x="268486" y="72420"/>
                          </a:cubicBezTo>
                          <a:cubicBezTo>
                            <a:pt x="268348" y="72282"/>
                            <a:pt x="268210" y="72144"/>
                            <a:pt x="268072" y="72006"/>
                          </a:cubicBezTo>
                          <a:cubicBezTo>
                            <a:pt x="265794" y="69659"/>
                            <a:pt x="263447" y="67380"/>
                            <a:pt x="261099" y="65102"/>
                          </a:cubicBezTo>
                          <a:cubicBezTo>
                            <a:pt x="260961" y="64964"/>
                            <a:pt x="260823" y="64826"/>
                            <a:pt x="260616" y="64688"/>
                          </a:cubicBezTo>
                          <a:cubicBezTo>
                            <a:pt x="259857" y="63998"/>
                            <a:pt x="259166" y="63307"/>
                            <a:pt x="258407" y="62617"/>
                          </a:cubicBezTo>
                          <a:cubicBezTo>
                            <a:pt x="256888" y="61167"/>
                            <a:pt x="255300" y="59717"/>
                            <a:pt x="253781" y="58337"/>
                          </a:cubicBezTo>
                          <a:cubicBezTo>
                            <a:pt x="253367" y="57991"/>
                            <a:pt x="253022" y="57646"/>
                            <a:pt x="252608" y="57301"/>
                          </a:cubicBezTo>
                          <a:cubicBezTo>
                            <a:pt x="251572" y="56404"/>
                            <a:pt x="250537" y="55506"/>
                            <a:pt x="249501" y="54609"/>
                          </a:cubicBezTo>
                          <a:cubicBezTo>
                            <a:pt x="248397" y="53642"/>
                            <a:pt x="247361" y="52676"/>
                            <a:pt x="246256" y="51778"/>
                          </a:cubicBezTo>
                          <a:cubicBezTo>
                            <a:pt x="245635" y="51226"/>
                            <a:pt x="245014" y="50743"/>
                            <a:pt x="244323" y="50259"/>
                          </a:cubicBezTo>
                          <a:cubicBezTo>
                            <a:pt x="243219" y="49362"/>
                            <a:pt x="242114" y="48464"/>
                            <a:pt x="241010" y="47567"/>
                          </a:cubicBezTo>
                          <a:cubicBezTo>
                            <a:pt x="240181" y="46945"/>
                            <a:pt x="239422" y="46255"/>
                            <a:pt x="238593" y="45565"/>
                          </a:cubicBezTo>
                          <a:cubicBezTo>
                            <a:pt x="237696" y="44874"/>
                            <a:pt x="236798" y="44184"/>
                            <a:pt x="235832" y="43494"/>
                          </a:cubicBezTo>
                          <a:cubicBezTo>
                            <a:pt x="234796" y="42665"/>
                            <a:pt x="233692" y="41837"/>
                            <a:pt x="232656" y="41077"/>
                          </a:cubicBezTo>
                          <a:cubicBezTo>
                            <a:pt x="232104" y="40663"/>
                            <a:pt x="231551" y="40249"/>
                            <a:pt x="230999" y="39835"/>
                          </a:cubicBezTo>
                          <a:cubicBezTo>
                            <a:pt x="229687" y="38868"/>
                            <a:pt x="228376" y="37971"/>
                            <a:pt x="227064" y="37073"/>
                          </a:cubicBezTo>
                          <a:cubicBezTo>
                            <a:pt x="226167" y="36452"/>
                            <a:pt x="225269" y="35761"/>
                            <a:pt x="224303" y="35140"/>
                          </a:cubicBezTo>
                          <a:cubicBezTo>
                            <a:pt x="224026" y="34933"/>
                            <a:pt x="223750" y="34726"/>
                            <a:pt x="223474" y="34519"/>
                          </a:cubicBezTo>
                          <a:cubicBezTo>
                            <a:pt x="220989" y="32862"/>
                            <a:pt x="218572" y="31205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3671" y="28098"/>
                            <a:pt x="211254" y="26579"/>
                            <a:pt x="208838" y="25199"/>
                          </a:cubicBezTo>
                          <a:cubicBezTo>
                            <a:pt x="208286" y="24853"/>
                            <a:pt x="207734" y="24508"/>
                            <a:pt x="207181" y="24232"/>
                          </a:cubicBezTo>
                          <a:cubicBezTo>
                            <a:pt x="205317" y="23128"/>
                            <a:pt x="203453" y="22092"/>
                            <a:pt x="201589" y="21125"/>
                          </a:cubicBezTo>
                          <a:cubicBezTo>
                            <a:pt x="201382" y="21056"/>
                            <a:pt x="201244" y="20918"/>
                            <a:pt x="201106" y="20849"/>
                          </a:cubicBezTo>
                          <a:cubicBezTo>
                            <a:pt x="199587" y="20021"/>
                            <a:pt x="197999" y="19261"/>
                            <a:pt x="196481" y="18433"/>
                          </a:cubicBezTo>
                          <a:cubicBezTo>
                            <a:pt x="195790" y="18088"/>
                            <a:pt x="195100" y="17743"/>
                            <a:pt x="194409" y="17397"/>
                          </a:cubicBezTo>
                          <a:cubicBezTo>
                            <a:pt x="194340" y="17397"/>
                            <a:pt x="194202" y="17328"/>
                            <a:pt x="194133" y="17259"/>
                          </a:cubicBezTo>
                          <a:cubicBezTo>
                            <a:pt x="191993" y="16224"/>
                            <a:pt x="189853" y="15188"/>
                            <a:pt x="187713" y="14222"/>
                          </a:cubicBezTo>
                          <a:cubicBezTo>
                            <a:pt x="187575" y="14222"/>
                            <a:pt x="187437" y="14084"/>
                            <a:pt x="187230" y="14015"/>
                          </a:cubicBezTo>
                          <a:cubicBezTo>
                            <a:pt x="187230" y="14015"/>
                            <a:pt x="187230" y="14015"/>
                            <a:pt x="187230" y="14015"/>
                          </a:cubicBezTo>
                          <a:cubicBezTo>
                            <a:pt x="184951" y="12979"/>
                            <a:pt x="182604" y="12013"/>
                            <a:pt x="180326" y="11115"/>
                          </a:cubicBezTo>
                          <a:cubicBezTo>
                            <a:pt x="180257" y="11115"/>
                            <a:pt x="180188" y="11115"/>
                            <a:pt x="180119" y="11046"/>
                          </a:cubicBezTo>
                          <a:cubicBezTo>
                            <a:pt x="179497" y="10770"/>
                            <a:pt x="178807" y="10563"/>
                            <a:pt x="178185" y="10287"/>
                          </a:cubicBezTo>
                          <a:cubicBezTo>
                            <a:pt x="176598" y="9665"/>
                            <a:pt x="175010" y="9044"/>
                            <a:pt x="173491" y="8492"/>
                          </a:cubicBezTo>
                          <a:cubicBezTo>
                            <a:pt x="173353" y="8492"/>
                            <a:pt x="173146" y="8354"/>
                            <a:pt x="173008" y="8284"/>
                          </a:cubicBezTo>
                          <a:cubicBezTo>
                            <a:pt x="172317" y="8008"/>
                            <a:pt x="171627" y="7801"/>
                            <a:pt x="170937" y="7594"/>
                          </a:cubicBezTo>
                          <a:cubicBezTo>
                            <a:pt x="169487" y="7111"/>
                            <a:pt x="168106" y="6628"/>
                            <a:pt x="166656" y="6213"/>
                          </a:cubicBezTo>
                          <a:cubicBezTo>
                            <a:pt x="166380" y="6144"/>
                            <a:pt x="166104" y="6006"/>
                            <a:pt x="165828" y="5937"/>
                          </a:cubicBezTo>
                          <a:cubicBezTo>
                            <a:pt x="165207" y="5730"/>
                            <a:pt x="164516" y="5592"/>
                            <a:pt x="163895" y="5385"/>
                          </a:cubicBezTo>
                          <a:cubicBezTo>
                            <a:pt x="162514" y="4971"/>
                            <a:pt x="161064" y="4556"/>
                            <a:pt x="159683" y="4211"/>
                          </a:cubicBezTo>
                          <a:cubicBezTo>
                            <a:pt x="159338" y="4142"/>
                            <a:pt x="158924" y="4004"/>
                            <a:pt x="158579" y="3935"/>
                          </a:cubicBezTo>
                          <a:cubicBezTo>
                            <a:pt x="158027" y="3797"/>
                            <a:pt x="157474" y="3728"/>
                            <a:pt x="156922" y="3590"/>
                          </a:cubicBezTo>
                          <a:cubicBezTo>
                            <a:pt x="155541" y="3245"/>
                            <a:pt x="154091" y="2969"/>
                            <a:pt x="152711" y="2623"/>
                          </a:cubicBezTo>
                          <a:cubicBezTo>
                            <a:pt x="152228" y="2554"/>
                            <a:pt x="151744" y="2416"/>
                            <a:pt x="151261" y="2278"/>
                          </a:cubicBezTo>
                          <a:cubicBezTo>
                            <a:pt x="150847" y="2209"/>
                            <a:pt x="150433" y="2140"/>
                            <a:pt x="150018" y="2071"/>
                          </a:cubicBezTo>
                          <a:cubicBezTo>
                            <a:pt x="148499" y="1795"/>
                            <a:pt x="147050" y="1519"/>
                            <a:pt x="145531" y="1312"/>
                          </a:cubicBezTo>
                          <a:cubicBezTo>
                            <a:pt x="144978" y="1243"/>
                            <a:pt x="144426" y="1105"/>
                            <a:pt x="143805" y="1036"/>
                          </a:cubicBezTo>
                          <a:cubicBezTo>
                            <a:pt x="143529" y="1036"/>
                            <a:pt x="143322" y="1036"/>
                            <a:pt x="143045" y="967"/>
                          </a:cubicBezTo>
                          <a:cubicBezTo>
                            <a:pt x="140974" y="690"/>
                            <a:pt x="138972" y="483"/>
                            <a:pt x="136970" y="345"/>
                          </a:cubicBezTo>
                          <a:cubicBezTo>
                            <a:pt x="136694" y="345"/>
                            <a:pt x="136418" y="345"/>
                            <a:pt x="136142" y="276"/>
                          </a:cubicBezTo>
                          <a:cubicBezTo>
                            <a:pt x="136142" y="276"/>
                            <a:pt x="136073" y="276"/>
                            <a:pt x="136004" y="276"/>
                          </a:cubicBezTo>
                          <a:cubicBezTo>
                            <a:pt x="133587" y="138"/>
                            <a:pt x="131240" y="69"/>
                            <a:pt x="128824" y="0"/>
                          </a:cubicBezTo>
                          <a:cubicBezTo>
                            <a:pt x="128617" y="0"/>
                            <a:pt x="128341" y="0"/>
                            <a:pt x="128133" y="0"/>
                          </a:cubicBezTo>
                          <a:cubicBezTo>
                            <a:pt x="127719" y="0"/>
                            <a:pt x="127374" y="0"/>
                            <a:pt x="126960" y="0"/>
                          </a:cubicBezTo>
                          <a:cubicBezTo>
                            <a:pt x="124958" y="0"/>
                            <a:pt x="122956" y="138"/>
                            <a:pt x="120954" y="276"/>
                          </a:cubicBezTo>
                          <a:cubicBezTo>
                            <a:pt x="120539" y="276"/>
                            <a:pt x="120125" y="276"/>
                            <a:pt x="119780" y="276"/>
                          </a:cubicBezTo>
                          <a:cubicBezTo>
                            <a:pt x="119573" y="276"/>
                            <a:pt x="119366" y="276"/>
                            <a:pt x="119228" y="345"/>
                          </a:cubicBezTo>
                          <a:cubicBezTo>
                            <a:pt x="116535" y="621"/>
                            <a:pt x="113843" y="967"/>
                            <a:pt x="111219" y="1450"/>
                          </a:cubicBezTo>
                          <a:cubicBezTo>
                            <a:pt x="111012" y="1450"/>
                            <a:pt x="110805" y="1450"/>
                            <a:pt x="110598" y="1519"/>
                          </a:cubicBezTo>
                          <a:cubicBezTo>
                            <a:pt x="109355" y="1795"/>
                            <a:pt x="108113" y="2002"/>
                            <a:pt x="106939" y="2347"/>
                          </a:cubicBezTo>
                          <a:cubicBezTo>
                            <a:pt x="104730" y="2900"/>
                            <a:pt x="102590" y="3590"/>
                            <a:pt x="100450" y="4280"/>
                          </a:cubicBezTo>
                          <a:cubicBezTo>
                            <a:pt x="100242" y="4349"/>
                            <a:pt x="99966" y="4418"/>
                            <a:pt x="99759" y="4487"/>
                          </a:cubicBezTo>
                          <a:cubicBezTo>
                            <a:pt x="99345" y="4625"/>
                            <a:pt x="99000" y="4833"/>
                            <a:pt x="98585" y="4971"/>
                          </a:cubicBezTo>
                          <a:cubicBezTo>
                            <a:pt x="96998" y="5523"/>
                            <a:pt x="95479" y="6144"/>
                            <a:pt x="93891" y="6835"/>
                          </a:cubicBezTo>
                          <a:cubicBezTo>
                            <a:pt x="93270" y="7111"/>
                            <a:pt x="92717" y="7387"/>
                            <a:pt x="92096" y="7663"/>
                          </a:cubicBezTo>
                          <a:cubicBezTo>
                            <a:pt x="90094" y="8630"/>
                            <a:pt x="88092" y="9665"/>
                            <a:pt x="86159" y="10770"/>
                          </a:cubicBezTo>
                          <a:lnTo>
                            <a:pt x="0" y="60822"/>
                          </a:lnTo>
                          <a:cubicBezTo>
                            <a:pt x="1933" y="59717"/>
                            <a:pt x="3935" y="58682"/>
                            <a:pt x="5937" y="57715"/>
                          </a:cubicBezTo>
                          <a:cubicBezTo>
                            <a:pt x="6559" y="57439"/>
                            <a:pt x="7111" y="57163"/>
                            <a:pt x="7732" y="56887"/>
                          </a:cubicBezTo>
                          <a:cubicBezTo>
                            <a:pt x="9251" y="56196"/>
                            <a:pt x="10839" y="55575"/>
                            <a:pt x="12427" y="55023"/>
                          </a:cubicBezTo>
                          <a:cubicBezTo>
                            <a:pt x="13048" y="54816"/>
                            <a:pt x="13669" y="54539"/>
                            <a:pt x="14291" y="54332"/>
                          </a:cubicBezTo>
                          <a:cubicBezTo>
                            <a:pt x="16431" y="53642"/>
                            <a:pt x="18571" y="52952"/>
                            <a:pt x="20780" y="52399"/>
                          </a:cubicBezTo>
                          <a:cubicBezTo>
                            <a:pt x="22230" y="52054"/>
                            <a:pt x="23680" y="51778"/>
                            <a:pt x="25130" y="51502"/>
                          </a:cubicBezTo>
                          <a:cubicBezTo>
                            <a:pt x="27753" y="51019"/>
                            <a:pt x="30446" y="50604"/>
                            <a:pt x="33138" y="50397"/>
                          </a:cubicBezTo>
                          <a:cubicBezTo>
                            <a:pt x="33759" y="50397"/>
                            <a:pt x="34312" y="50328"/>
                            <a:pt x="34933" y="50259"/>
                          </a:cubicBezTo>
                          <a:cubicBezTo>
                            <a:pt x="36935" y="50121"/>
                            <a:pt x="38937" y="49983"/>
                            <a:pt x="40939" y="49983"/>
                          </a:cubicBezTo>
                          <a:cubicBezTo>
                            <a:pt x="41561" y="49983"/>
                            <a:pt x="42182" y="49983"/>
                            <a:pt x="42803" y="49983"/>
                          </a:cubicBezTo>
                          <a:cubicBezTo>
                            <a:pt x="45151" y="49983"/>
                            <a:pt x="47567" y="50052"/>
                            <a:pt x="49983" y="50259"/>
                          </a:cubicBezTo>
                          <a:cubicBezTo>
                            <a:pt x="50328" y="50259"/>
                            <a:pt x="50605" y="50259"/>
                            <a:pt x="50950" y="50328"/>
                          </a:cubicBezTo>
                          <a:cubicBezTo>
                            <a:pt x="52952" y="50466"/>
                            <a:pt x="55023" y="50673"/>
                            <a:pt x="57025" y="50950"/>
                          </a:cubicBezTo>
                          <a:cubicBezTo>
                            <a:pt x="57853" y="51088"/>
                            <a:pt x="58682" y="51157"/>
                            <a:pt x="59441" y="51295"/>
                          </a:cubicBezTo>
                          <a:cubicBezTo>
                            <a:pt x="60960" y="51502"/>
                            <a:pt x="62410" y="51778"/>
                            <a:pt x="63929" y="52054"/>
                          </a:cubicBezTo>
                          <a:cubicBezTo>
                            <a:pt x="64826" y="52192"/>
                            <a:pt x="65724" y="52399"/>
                            <a:pt x="66621" y="52606"/>
                          </a:cubicBezTo>
                          <a:cubicBezTo>
                            <a:pt x="68002" y="52883"/>
                            <a:pt x="69452" y="53228"/>
                            <a:pt x="70832" y="53573"/>
                          </a:cubicBezTo>
                          <a:cubicBezTo>
                            <a:pt x="71730" y="53780"/>
                            <a:pt x="72696" y="53987"/>
                            <a:pt x="73594" y="54263"/>
                          </a:cubicBezTo>
                          <a:cubicBezTo>
                            <a:pt x="74975" y="54609"/>
                            <a:pt x="76355" y="55023"/>
                            <a:pt x="77805" y="55437"/>
                          </a:cubicBezTo>
                          <a:cubicBezTo>
                            <a:pt x="78703" y="55713"/>
                            <a:pt x="79600" y="55920"/>
                            <a:pt x="80498" y="56196"/>
                          </a:cubicBezTo>
                          <a:cubicBezTo>
                            <a:pt x="81948" y="56611"/>
                            <a:pt x="83328" y="57094"/>
                            <a:pt x="84778" y="57577"/>
                          </a:cubicBezTo>
                          <a:cubicBezTo>
                            <a:pt x="85675" y="57853"/>
                            <a:pt x="86504" y="58129"/>
                            <a:pt x="87401" y="58475"/>
                          </a:cubicBezTo>
                          <a:cubicBezTo>
                            <a:pt x="88989" y="59027"/>
                            <a:pt x="90577" y="59648"/>
                            <a:pt x="92165" y="60270"/>
                          </a:cubicBezTo>
                          <a:cubicBezTo>
                            <a:pt x="92855" y="60546"/>
                            <a:pt x="93615" y="60822"/>
                            <a:pt x="94305" y="61098"/>
                          </a:cubicBezTo>
                          <a:cubicBezTo>
                            <a:pt x="96583" y="61996"/>
                            <a:pt x="98931" y="62962"/>
                            <a:pt x="101209" y="63998"/>
                          </a:cubicBezTo>
                          <a:cubicBezTo>
                            <a:pt x="101347" y="64067"/>
                            <a:pt x="101554" y="64136"/>
                            <a:pt x="101692" y="64205"/>
                          </a:cubicBezTo>
                          <a:cubicBezTo>
                            <a:pt x="103832" y="65171"/>
                            <a:pt x="105972" y="66207"/>
                            <a:pt x="108113" y="67242"/>
                          </a:cubicBezTo>
                          <a:cubicBezTo>
                            <a:pt x="108872" y="67588"/>
                            <a:pt x="109631" y="68071"/>
                            <a:pt x="110460" y="68416"/>
                          </a:cubicBezTo>
                          <a:cubicBezTo>
                            <a:pt x="111979" y="69175"/>
                            <a:pt x="113567" y="70004"/>
                            <a:pt x="115085" y="70832"/>
                          </a:cubicBezTo>
                          <a:cubicBezTo>
                            <a:pt x="117088" y="71937"/>
                            <a:pt x="119159" y="73042"/>
                            <a:pt x="121161" y="74215"/>
                          </a:cubicBezTo>
                          <a:cubicBezTo>
                            <a:pt x="124129" y="75941"/>
                            <a:pt x="127098" y="77736"/>
                            <a:pt x="130135" y="79669"/>
                          </a:cubicBezTo>
                          <a:cubicBezTo>
                            <a:pt x="130135" y="79669"/>
                            <a:pt x="130135" y="79669"/>
                            <a:pt x="130135" y="79669"/>
                          </a:cubicBezTo>
                          <a:cubicBezTo>
                            <a:pt x="132897" y="81395"/>
                            <a:pt x="135659" y="83259"/>
                            <a:pt x="138420" y="85192"/>
                          </a:cubicBezTo>
                          <a:cubicBezTo>
                            <a:pt x="139318" y="85814"/>
                            <a:pt x="140215" y="86504"/>
                            <a:pt x="141182" y="87125"/>
                          </a:cubicBezTo>
                          <a:cubicBezTo>
                            <a:pt x="143045" y="88437"/>
                            <a:pt x="144910" y="89818"/>
                            <a:pt x="146774" y="91198"/>
                          </a:cubicBezTo>
                          <a:cubicBezTo>
                            <a:pt x="147809" y="92027"/>
                            <a:pt x="148914" y="92786"/>
                            <a:pt x="149949" y="93615"/>
                          </a:cubicBezTo>
                          <a:cubicBezTo>
                            <a:pt x="151675" y="94926"/>
                            <a:pt x="153401" y="96307"/>
                            <a:pt x="155127" y="97688"/>
                          </a:cubicBezTo>
                          <a:cubicBezTo>
                            <a:pt x="156232" y="98585"/>
                            <a:pt x="157336" y="99483"/>
                            <a:pt x="158372" y="100380"/>
                          </a:cubicBezTo>
                          <a:cubicBezTo>
                            <a:pt x="160098" y="101830"/>
                            <a:pt x="161824" y="103280"/>
                            <a:pt x="163550" y="104799"/>
                          </a:cubicBezTo>
                          <a:cubicBezTo>
                            <a:pt x="164585" y="105696"/>
                            <a:pt x="165621" y="106594"/>
                            <a:pt x="166656" y="107491"/>
                          </a:cubicBezTo>
                          <a:cubicBezTo>
                            <a:pt x="168589" y="109217"/>
                            <a:pt x="170592" y="111012"/>
                            <a:pt x="172525" y="112876"/>
                          </a:cubicBezTo>
                          <a:cubicBezTo>
                            <a:pt x="173284" y="113566"/>
                            <a:pt x="173974" y="114188"/>
                            <a:pt x="174734" y="114878"/>
                          </a:cubicBezTo>
                          <a:cubicBezTo>
                            <a:pt x="177357" y="117364"/>
                            <a:pt x="179980" y="119987"/>
                            <a:pt x="182535" y="122610"/>
                          </a:cubicBezTo>
                          <a:cubicBezTo>
                            <a:pt x="183018" y="123163"/>
                            <a:pt x="183571" y="123646"/>
                            <a:pt x="184054" y="124198"/>
                          </a:cubicBezTo>
                          <a:cubicBezTo>
                            <a:pt x="186401" y="126684"/>
                            <a:pt x="188817" y="129169"/>
                            <a:pt x="191096" y="131723"/>
                          </a:cubicBezTo>
                          <a:cubicBezTo>
                            <a:pt x="194478" y="135451"/>
                            <a:pt x="197792" y="139248"/>
                            <a:pt x="201037" y="143184"/>
                          </a:cubicBezTo>
                          <a:cubicBezTo>
                            <a:pt x="201106" y="143253"/>
                            <a:pt x="201175" y="143391"/>
                            <a:pt x="201244" y="143460"/>
                          </a:cubicBezTo>
                          <a:cubicBezTo>
                            <a:pt x="204006" y="146773"/>
                            <a:pt x="206698" y="150225"/>
                            <a:pt x="209390" y="153677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0" name="Google Shape;440;p23"/>
                    <p:cNvSpPr/>
                    <p:nvPr/>
                  </p:nvSpPr>
                  <p:spPr>
                    <a:xfrm>
                      <a:off x="2542301" y="2862616"/>
                      <a:ext cx="181499" cy="167139"/>
                    </a:xfrm>
                    <a:custGeom>
                      <a:rect b="b" l="l" r="r" t="t"/>
                      <a:pathLst>
                        <a:path extrusionOk="0" h="167139" w="181499">
                          <a:moveTo>
                            <a:pt x="181361" y="110115"/>
                          </a:moveTo>
                          <a:cubicBezTo>
                            <a:pt x="181361" y="109217"/>
                            <a:pt x="181292" y="108251"/>
                            <a:pt x="181223" y="107353"/>
                          </a:cubicBezTo>
                          <a:cubicBezTo>
                            <a:pt x="181223" y="107284"/>
                            <a:pt x="181223" y="107215"/>
                            <a:pt x="181223" y="107146"/>
                          </a:cubicBezTo>
                          <a:cubicBezTo>
                            <a:pt x="181223" y="107146"/>
                            <a:pt x="181223" y="107077"/>
                            <a:pt x="181223" y="107008"/>
                          </a:cubicBezTo>
                          <a:cubicBezTo>
                            <a:pt x="181223" y="106179"/>
                            <a:pt x="181085" y="105351"/>
                            <a:pt x="181016" y="104592"/>
                          </a:cubicBezTo>
                          <a:cubicBezTo>
                            <a:pt x="180947" y="103625"/>
                            <a:pt x="180809" y="102659"/>
                            <a:pt x="180671" y="101692"/>
                          </a:cubicBezTo>
                          <a:cubicBezTo>
                            <a:pt x="180533" y="100656"/>
                            <a:pt x="180395" y="99690"/>
                            <a:pt x="180256" y="98654"/>
                          </a:cubicBezTo>
                          <a:cubicBezTo>
                            <a:pt x="180188" y="98102"/>
                            <a:pt x="180049" y="97481"/>
                            <a:pt x="179980" y="96928"/>
                          </a:cubicBezTo>
                          <a:cubicBezTo>
                            <a:pt x="179980" y="96790"/>
                            <a:pt x="179980" y="96652"/>
                            <a:pt x="179911" y="96514"/>
                          </a:cubicBezTo>
                          <a:cubicBezTo>
                            <a:pt x="179911" y="96169"/>
                            <a:pt x="179773" y="95893"/>
                            <a:pt x="179773" y="95548"/>
                          </a:cubicBezTo>
                          <a:cubicBezTo>
                            <a:pt x="179566" y="94512"/>
                            <a:pt x="179359" y="93408"/>
                            <a:pt x="179152" y="92372"/>
                          </a:cubicBezTo>
                          <a:cubicBezTo>
                            <a:pt x="178945" y="91267"/>
                            <a:pt x="178669" y="90163"/>
                            <a:pt x="178393" y="89058"/>
                          </a:cubicBezTo>
                          <a:cubicBezTo>
                            <a:pt x="178116" y="88092"/>
                            <a:pt x="177909" y="87056"/>
                            <a:pt x="177633" y="86090"/>
                          </a:cubicBezTo>
                          <a:cubicBezTo>
                            <a:pt x="177633" y="86090"/>
                            <a:pt x="177633" y="85952"/>
                            <a:pt x="177633" y="85952"/>
                          </a:cubicBezTo>
                          <a:cubicBezTo>
                            <a:pt x="177633" y="85952"/>
                            <a:pt x="177633" y="85813"/>
                            <a:pt x="177633" y="85744"/>
                          </a:cubicBezTo>
                          <a:cubicBezTo>
                            <a:pt x="177357" y="84640"/>
                            <a:pt x="177012" y="83535"/>
                            <a:pt x="176667" y="82362"/>
                          </a:cubicBezTo>
                          <a:cubicBezTo>
                            <a:pt x="176322" y="81257"/>
                            <a:pt x="175976" y="80152"/>
                            <a:pt x="175631" y="79048"/>
                          </a:cubicBezTo>
                          <a:cubicBezTo>
                            <a:pt x="175286" y="77943"/>
                            <a:pt x="174872" y="76908"/>
                            <a:pt x="174526" y="75803"/>
                          </a:cubicBezTo>
                          <a:cubicBezTo>
                            <a:pt x="174457" y="75596"/>
                            <a:pt x="174388" y="75389"/>
                            <a:pt x="174319" y="75182"/>
                          </a:cubicBezTo>
                          <a:cubicBezTo>
                            <a:pt x="174319" y="75044"/>
                            <a:pt x="174250" y="74975"/>
                            <a:pt x="174181" y="74836"/>
                          </a:cubicBezTo>
                          <a:cubicBezTo>
                            <a:pt x="173905" y="74146"/>
                            <a:pt x="173629" y="73387"/>
                            <a:pt x="173353" y="72696"/>
                          </a:cubicBezTo>
                          <a:cubicBezTo>
                            <a:pt x="172939" y="71661"/>
                            <a:pt x="172524" y="70625"/>
                            <a:pt x="172110" y="69659"/>
                          </a:cubicBezTo>
                          <a:cubicBezTo>
                            <a:pt x="171696" y="68623"/>
                            <a:pt x="171282" y="67657"/>
                            <a:pt x="170798" y="66621"/>
                          </a:cubicBezTo>
                          <a:cubicBezTo>
                            <a:pt x="170453" y="65862"/>
                            <a:pt x="170108" y="65033"/>
                            <a:pt x="169763" y="64274"/>
                          </a:cubicBezTo>
                          <a:cubicBezTo>
                            <a:pt x="169763" y="64205"/>
                            <a:pt x="169694" y="64136"/>
                            <a:pt x="169625" y="63998"/>
                          </a:cubicBezTo>
                          <a:cubicBezTo>
                            <a:pt x="169556" y="63860"/>
                            <a:pt x="169487" y="63721"/>
                            <a:pt x="169418" y="63514"/>
                          </a:cubicBezTo>
                          <a:cubicBezTo>
                            <a:pt x="168934" y="62410"/>
                            <a:pt x="168382" y="61374"/>
                            <a:pt x="167899" y="60339"/>
                          </a:cubicBezTo>
                          <a:cubicBezTo>
                            <a:pt x="167278" y="59096"/>
                            <a:pt x="166656" y="57922"/>
                            <a:pt x="166035" y="56749"/>
                          </a:cubicBezTo>
                          <a:cubicBezTo>
                            <a:pt x="165621" y="55920"/>
                            <a:pt x="165137" y="55092"/>
                            <a:pt x="164654" y="54263"/>
                          </a:cubicBezTo>
                          <a:cubicBezTo>
                            <a:pt x="164378" y="53780"/>
                            <a:pt x="164171" y="53366"/>
                            <a:pt x="163895" y="52883"/>
                          </a:cubicBezTo>
                          <a:cubicBezTo>
                            <a:pt x="163619" y="52330"/>
                            <a:pt x="163342" y="51847"/>
                            <a:pt x="162997" y="51295"/>
                          </a:cubicBezTo>
                          <a:cubicBezTo>
                            <a:pt x="161479" y="48740"/>
                            <a:pt x="159891" y="46255"/>
                            <a:pt x="158234" y="43770"/>
                          </a:cubicBezTo>
                          <a:cubicBezTo>
                            <a:pt x="158165" y="43632"/>
                            <a:pt x="158096" y="43563"/>
                            <a:pt x="158027" y="43424"/>
                          </a:cubicBezTo>
                          <a:cubicBezTo>
                            <a:pt x="157888" y="43217"/>
                            <a:pt x="157750" y="43079"/>
                            <a:pt x="157681" y="42872"/>
                          </a:cubicBezTo>
                          <a:cubicBezTo>
                            <a:pt x="156784" y="41560"/>
                            <a:pt x="155817" y="40180"/>
                            <a:pt x="154851" y="38868"/>
                          </a:cubicBezTo>
                          <a:cubicBezTo>
                            <a:pt x="154091" y="37832"/>
                            <a:pt x="153263" y="36728"/>
                            <a:pt x="152434" y="35692"/>
                          </a:cubicBezTo>
                          <a:cubicBezTo>
                            <a:pt x="151882" y="35002"/>
                            <a:pt x="151330" y="34311"/>
                            <a:pt x="150847" y="33690"/>
                          </a:cubicBezTo>
                          <a:cubicBezTo>
                            <a:pt x="150640" y="33414"/>
                            <a:pt x="150433" y="33207"/>
                            <a:pt x="150225" y="32931"/>
                          </a:cubicBezTo>
                          <a:cubicBezTo>
                            <a:pt x="149535" y="32033"/>
                            <a:pt x="148775" y="31205"/>
                            <a:pt x="148016" y="30376"/>
                          </a:cubicBezTo>
                          <a:cubicBezTo>
                            <a:pt x="147257" y="29548"/>
                            <a:pt x="146566" y="28719"/>
                            <a:pt x="145807" y="27891"/>
                          </a:cubicBezTo>
                          <a:cubicBezTo>
                            <a:pt x="145255" y="27270"/>
                            <a:pt x="144702" y="26717"/>
                            <a:pt x="144081" y="26096"/>
                          </a:cubicBezTo>
                          <a:cubicBezTo>
                            <a:pt x="144012" y="26027"/>
                            <a:pt x="143943" y="25889"/>
                            <a:pt x="143805" y="25820"/>
                          </a:cubicBezTo>
                          <a:cubicBezTo>
                            <a:pt x="143667" y="25682"/>
                            <a:pt x="143529" y="25544"/>
                            <a:pt x="143391" y="25406"/>
                          </a:cubicBezTo>
                          <a:cubicBezTo>
                            <a:pt x="142562" y="24577"/>
                            <a:pt x="141734" y="23749"/>
                            <a:pt x="140905" y="22920"/>
                          </a:cubicBezTo>
                          <a:cubicBezTo>
                            <a:pt x="140008" y="22092"/>
                            <a:pt x="139179" y="21263"/>
                            <a:pt x="138282" y="20504"/>
                          </a:cubicBezTo>
                          <a:cubicBezTo>
                            <a:pt x="137799" y="20090"/>
                            <a:pt x="137384" y="19676"/>
                            <a:pt x="136901" y="19330"/>
                          </a:cubicBezTo>
                          <a:cubicBezTo>
                            <a:pt x="136763" y="19192"/>
                            <a:pt x="136556" y="19054"/>
                            <a:pt x="136418" y="18916"/>
                          </a:cubicBezTo>
                          <a:cubicBezTo>
                            <a:pt x="136142" y="18640"/>
                            <a:pt x="135866" y="18433"/>
                            <a:pt x="135590" y="18157"/>
                          </a:cubicBezTo>
                          <a:cubicBezTo>
                            <a:pt x="134692" y="17397"/>
                            <a:pt x="133794" y="16638"/>
                            <a:pt x="132828" y="15948"/>
                          </a:cubicBezTo>
                          <a:cubicBezTo>
                            <a:pt x="131930" y="15257"/>
                            <a:pt x="131033" y="14567"/>
                            <a:pt x="130135" y="13876"/>
                          </a:cubicBezTo>
                          <a:cubicBezTo>
                            <a:pt x="129859" y="13669"/>
                            <a:pt x="129652" y="13531"/>
                            <a:pt x="129376" y="13324"/>
                          </a:cubicBezTo>
                          <a:cubicBezTo>
                            <a:pt x="129238" y="13186"/>
                            <a:pt x="129100" y="13117"/>
                            <a:pt x="128962" y="12979"/>
                          </a:cubicBezTo>
                          <a:cubicBezTo>
                            <a:pt x="128478" y="12634"/>
                            <a:pt x="127995" y="12289"/>
                            <a:pt x="127443" y="11943"/>
                          </a:cubicBezTo>
                          <a:cubicBezTo>
                            <a:pt x="126545" y="11322"/>
                            <a:pt x="125648" y="10770"/>
                            <a:pt x="124819" y="10218"/>
                          </a:cubicBezTo>
                          <a:cubicBezTo>
                            <a:pt x="123922" y="9665"/>
                            <a:pt x="123094" y="9113"/>
                            <a:pt x="122196" y="8630"/>
                          </a:cubicBezTo>
                          <a:cubicBezTo>
                            <a:pt x="121989" y="8492"/>
                            <a:pt x="121782" y="8422"/>
                            <a:pt x="121575" y="8284"/>
                          </a:cubicBezTo>
                          <a:cubicBezTo>
                            <a:pt x="120885" y="7870"/>
                            <a:pt x="120263" y="7525"/>
                            <a:pt x="119573" y="7180"/>
                          </a:cubicBezTo>
                          <a:cubicBezTo>
                            <a:pt x="118744" y="6697"/>
                            <a:pt x="117847" y="6282"/>
                            <a:pt x="117018" y="5868"/>
                          </a:cubicBezTo>
                          <a:cubicBezTo>
                            <a:pt x="117018" y="5868"/>
                            <a:pt x="117018" y="5868"/>
                            <a:pt x="116949" y="5868"/>
                          </a:cubicBezTo>
                          <a:cubicBezTo>
                            <a:pt x="116949" y="5868"/>
                            <a:pt x="116811" y="5868"/>
                            <a:pt x="116742" y="5799"/>
                          </a:cubicBezTo>
                          <a:cubicBezTo>
                            <a:pt x="115983" y="5454"/>
                            <a:pt x="115223" y="5040"/>
                            <a:pt x="114464" y="4763"/>
                          </a:cubicBezTo>
                          <a:cubicBezTo>
                            <a:pt x="113774" y="4487"/>
                            <a:pt x="113083" y="4211"/>
                            <a:pt x="112462" y="3866"/>
                          </a:cubicBezTo>
                          <a:cubicBezTo>
                            <a:pt x="112324" y="3866"/>
                            <a:pt x="112255" y="3797"/>
                            <a:pt x="112117" y="3728"/>
                          </a:cubicBezTo>
                          <a:cubicBezTo>
                            <a:pt x="112117" y="3728"/>
                            <a:pt x="111979" y="3728"/>
                            <a:pt x="111910" y="3659"/>
                          </a:cubicBezTo>
                          <a:cubicBezTo>
                            <a:pt x="111081" y="3314"/>
                            <a:pt x="110184" y="2969"/>
                            <a:pt x="109355" y="2692"/>
                          </a:cubicBezTo>
                          <a:cubicBezTo>
                            <a:pt x="108872" y="2554"/>
                            <a:pt x="108389" y="2347"/>
                            <a:pt x="107905" y="2209"/>
                          </a:cubicBezTo>
                          <a:cubicBezTo>
                            <a:pt x="107698" y="2209"/>
                            <a:pt x="107491" y="2071"/>
                            <a:pt x="107284" y="2002"/>
                          </a:cubicBezTo>
                          <a:cubicBezTo>
                            <a:pt x="107146" y="2002"/>
                            <a:pt x="106939" y="1864"/>
                            <a:pt x="106801" y="1864"/>
                          </a:cubicBezTo>
                          <a:cubicBezTo>
                            <a:pt x="105972" y="1588"/>
                            <a:pt x="105075" y="1381"/>
                            <a:pt x="104246" y="1174"/>
                          </a:cubicBezTo>
                          <a:cubicBezTo>
                            <a:pt x="103970" y="1105"/>
                            <a:pt x="103625" y="1036"/>
                            <a:pt x="103349" y="967"/>
                          </a:cubicBezTo>
                          <a:cubicBezTo>
                            <a:pt x="103073" y="967"/>
                            <a:pt x="102866" y="828"/>
                            <a:pt x="102589" y="828"/>
                          </a:cubicBezTo>
                          <a:cubicBezTo>
                            <a:pt x="102244" y="759"/>
                            <a:pt x="101968" y="690"/>
                            <a:pt x="101623" y="621"/>
                          </a:cubicBezTo>
                          <a:cubicBezTo>
                            <a:pt x="100726" y="483"/>
                            <a:pt x="99897" y="276"/>
                            <a:pt x="99000" y="207"/>
                          </a:cubicBezTo>
                          <a:cubicBezTo>
                            <a:pt x="98930" y="207"/>
                            <a:pt x="98792" y="207"/>
                            <a:pt x="98723" y="207"/>
                          </a:cubicBezTo>
                          <a:cubicBezTo>
                            <a:pt x="98516" y="207"/>
                            <a:pt x="98309" y="207"/>
                            <a:pt x="98171" y="207"/>
                          </a:cubicBezTo>
                          <a:cubicBezTo>
                            <a:pt x="97550" y="207"/>
                            <a:pt x="96997" y="69"/>
                            <a:pt x="96376" y="0"/>
                          </a:cubicBezTo>
                          <a:cubicBezTo>
                            <a:pt x="95824" y="0"/>
                            <a:pt x="95341" y="0"/>
                            <a:pt x="94788" y="0"/>
                          </a:cubicBezTo>
                          <a:cubicBezTo>
                            <a:pt x="94512" y="0"/>
                            <a:pt x="94236" y="0"/>
                            <a:pt x="94029" y="0"/>
                          </a:cubicBezTo>
                          <a:cubicBezTo>
                            <a:pt x="93891" y="0"/>
                            <a:pt x="93753" y="0"/>
                            <a:pt x="93615" y="0"/>
                          </a:cubicBezTo>
                          <a:cubicBezTo>
                            <a:pt x="92648" y="0"/>
                            <a:pt x="91613" y="0"/>
                            <a:pt x="90646" y="138"/>
                          </a:cubicBezTo>
                          <a:cubicBezTo>
                            <a:pt x="90577" y="138"/>
                            <a:pt x="90439" y="138"/>
                            <a:pt x="90370" y="138"/>
                          </a:cubicBezTo>
                          <a:cubicBezTo>
                            <a:pt x="90025" y="138"/>
                            <a:pt x="89749" y="207"/>
                            <a:pt x="89403" y="276"/>
                          </a:cubicBezTo>
                          <a:cubicBezTo>
                            <a:pt x="88713" y="345"/>
                            <a:pt x="88092" y="414"/>
                            <a:pt x="87401" y="552"/>
                          </a:cubicBezTo>
                          <a:cubicBezTo>
                            <a:pt x="86987" y="621"/>
                            <a:pt x="86573" y="690"/>
                            <a:pt x="86159" y="828"/>
                          </a:cubicBezTo>
                          <a:lnTo>
                            <a:pt x="0" y="50881"/>
                          </a:lnTo>
                          <a:cubicBezTo>
                            <a:pt x="1036" y="50604"/>
                            <a:pt x="2140" y="50466"/>
                            <a:pt x="3176" y="50328"/>
                          </a:cubicBezTo>
                          <a:cubicBezTo>
                            <a:pt x="3521" y="50328"/>
                            <a:pt x="3797" y="50190"/>
                            <a:pt x="4142" y="50190"/>
                          </a:cubicBezTo>
                          <a:cubicBezTo>
                            <a:pt x="5316" y="50052"/>
                            <a:pt x="6559" y="50052"/>
                            <a:pt x="7801" y="50052"/>
                          </a:cubicBezTo>
                          <a:cubicBezTo>
                            <a:pt x="8077" y="50052"/>
                            <a:pt x="8285" y="50052"/>
                            <a:pt x="8561" y="50052"/>
                          </a:cubicBezTo>
                          <a:cubicBezTo>
                            <a:pt x="9665" y="50052"/>
                            <a:pt x="10770" y="50190"/>
                            <a:pt x="11944" y="50259"/>
                          </a:cubicBezTo>
                          <a:cubicBezTo>
                            <a:pt x="12151" y="50259"/>
                            <a:pt x="12358" y="50259"/>
                            <a:pt x="12565" y="50259"/>
                          </a:cubicBezTo>
                          <a:cubicBezTo>
                            <a:pt x="13807" y="50397"/>
                            <a:pt x="15119" y="50673"/>
                            <a:pt x="16431" y="50950"/>
                          </a:cubicBezTo>
                          <a:cubicBezTo>
                            <a:pt x="16707" y="50950"/>
                            <a:pt x="16914" y="51088"/>
                            <a:pt x="17190" y="51088"/>
                          </a:cubicBezTo>
                          <a:cubicBezTo>
                            <a:pt x="18502" y="51364"/>
                            <a:pt x="19814" y="51709"/>
                            <a:pt x="21125" y="52123"/>
                          </a:cubicBezTo>
                          <a:cubicBezTo>
                            <a:pt x="21333" y="52123"/>
                            <a:pt x="21540" y="52261"/>
                            <a:pt x="21747" y="52330"/>
                          </a:cubicBezTo>
                          <a:cubicBezTo>
                            <a:pt x="23128" y="52745"/>
                            <a:pt x="24508" y="53297"/>
                            <a:pt x="25889" y="53849"/>
                          </a:cubicBezTo>
                          <a:cubicBezTo>
                            <a:pt x="26027" y="53849"/>
                            <a:pt x="26096" y="53918"/>
                            <a:pt x="26234" y="53987"/>
                          </a:cubicBezTo>
                          <a:cubicBezTo>
                            <a:pt x="27684" y="54608"/>
                            <a:pt x="29134" y="55230"/>
                            <a:pt x="30515" y="55920"/>
                          </a:cubicBezTo>
                          <a:cubicBezTo>
                            <a:pt x="30515" y="55920"/>
                            <a:pt x="30653" y="55920"/>
                            <a:pt x="30722" y="55989"/>
                          </a:cubicBezTo>
                          <a:cubicBezTo>
                            <a:pt x="32241" y="56749"/>
                            <a:pt x="33828" y="57577"/>
                            <a:pt x="35347" y="58475"/>
                          </a:cubicBezTo>
                          <a:cubicBezTo>
                            <a:pt x="37833" y="59924"/>
                            <a:pt x="40249" y="61512"/>
                            <a:pt x="42734" y="63238"/>
                          </a:cubicBezTo>
                          <a:cubicBezTo>
                            <a:pt x="42872" y="63376"/>
                            <a:pt x="43010" y="63445"/>
                            <a:pt x="43148" y="63583"/>
                          </a:cubicBezTo>
                          <a:cubicBezTo>
                            <a:pt x="45496" y="65309"/>
                            <a:pt x="47912" y="67173"/>
                            <a:pt x="50190" y="69175"/>
                          </a:cubicBezTo>
                          <a:cubicBezTo>
                            <a:pt x="50328" y="69313"/>
                            <a:pt x="50535" y="69452"/>
                            <a:pt x="50673" y="69590"/>
                          </a:cubicBezTo>
                          <a:cubicBezTo>
                            <a:pt x="53021" y="71661"/>
                            <a:pt x="55299" y="73801"/>
                            <a:pt x="57577" y="76079"/>
                          </a:cubicBezTo>
                          <a:cubicBezTo>
                            <a:pt x="57646" y="76148"/>
                            <a:pt x="57715" y="76286"/>
                            <a:pt x="57853" y="76355"/>
                          </a:cubicBezTo>
                          <a:cubicBezTo>
                            <a:pt x="60131" y="78772"/>
                            <a:pt x="62410" y="81257"/>
                            <a:pt x="64619" y="83949"/>
                          </a:cubicBezTo>
                          <a:cubicBezTo>
                            <a:pt x="67035" y="86849"/>
                            <a:pt x="69314" y="89956"/>
                            <a:pt x="71454" y="93062"/>
                          </a:cubicBezTo>
                          <a:cubicBezTo>
                            <a:pt x="71592" y="93269"/>
                            <a:pt x="71730" y="93408"/>
                            <a:pt x="71799" y="93615"/>
                          </a:cubicBezTo>
                          <a:cubicBezTo>
                            <a:pt x="73870" y="96652"/>
                            <a:pt x="75803" y="99828"/>
                            <a:pt x="77667" y="103004"/>
                          </a:cubicBezTo>
                          <a:cubicBezTo>
                            <a:pt x="77943" y="103487"/>
                            <a:pt x="78150" y="103901"/>
                            <a:pt x="78426" y="104384"/>
                          </a:cubicBezTo>
                          <a:cubicBezTo>
                            <a:pt x="80221" y="107560"/>
                            <a:pt x="81878" y="110874"/>
                            <a:pt x="83466" y="114119"/>
                          </a:cubicBezTo>
                          <a:cubicBezTo>
                            <a:pt x="83466" y="114188"/>
                            <a:pt x="83535" y="114326"/>
                            <a:pt x="83604" y="114395"/>
                          </a:cubicBezTo>
                          <a:cubicBezTo>
                            <a:pt x="85192" y="117847"/>
                            <a:pt x="86711" y="121437"/>
                            <a:pt x="88023" y="124958"/>
                          </a:cubicBezTo>
                          <a:cubicBezTo>
                            <a:pt x="88023" y="125096"/>
                            <a:pt x="88092" y="125165"/>
                            <a:pt x="88161" y="125303"/>
                          </a:cubicBezTo>
                          <a:cubicBezTo>
                            <a:pt x="89472" y="128893"/>
                            <a:pt x="90646" y="132483"/>
                            <a:pt x="91613" y="136073"/>
                          </a:cubicBezTo>
                          <a:cubicBezTo>
                            <a:pt x="91613" y="136073"/>
                            <a:pt x="91613" y="136211"/>
                            <a:pt x="91613" y="136211"/>
                          </a:cubicBezTo>
                          <a:cubicBezTo>
                            <a:pt x="92579" y="139732"/>
                            <a:pt x="93408" y="143253"/>
                            <a:pt x="93960" y="146704"/>
                          </a:cubicBezTo>
                          <a:cubicBezTo>
                            <a:pt x="93960" y="146842"/>
                            <a:pt x="93960" y="146981"/>
                            <a:pt x="94029" y="147119"/>
                          </a:cubicBezTo>
                          <a:cubicBezTo>
                            <a:pt x="94650" y="150570"/>
                            <a:pt x="95064" y="153953"/>
                            <a:pt x="95271" y="157198"/>
                          </a:cubicBezTo>
                          <a:cubicBezTo>
                            <a:pt x="95271" y="157198"/>
                            <a:pt x="95271" y="157336"/>
                            <a:pt x="95271" y="157336"/>
                          </a:cubicBezTo>
                          <a:cubicBezTo>
                            <a:pt x="95479" y="160719"/>
                            <a:pt x="95548" y="163964"/>
                            <a:pt x="95271" y="167139"/>
                          </a:cubicBezTo>
                          <a:lnTo>
                            <a:pt x="181430" y="117087"/>
                          </a:lnTo>
                          <a:cubicBezTo>
                            <a:pt x="181430" y="116604"/>
                            <a:pt x="181430" y="116121"/>
                            <a:pt x="181499" y="115638"/>
                          </a:cubicBezTo>
                          <a:cubicBezTo>
                            <a:pt x="181499" y="114740"/>
                            <a:pt x="181499" y="113843"/>
                            <a:pt x="181499" y="113014"/>
                          </a:cubicBezTo>
                          <a:cubicBezTo>
                            <a:pt x="181499" y="112117"/>
                            <a:pt x="181499" y="111219"/>
                            <a:pt x="181499" y="11032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41" name="Google Shape;441;p23"/>
                    <p:cNvSpPr/>
                    <p:nvPr/>
                  </p:nvSpPr>
                  <p:spPr>
                    <a:xfrm>
                      <a:off x="2637503" y="2979566"/>
                      <a:ext cx="192890" cy="220229"/>
                    </a:xfrm>
                    <a:custGeom>
                      <a:rect b="b" l="l" r="r" t="t"/>
                      <a:pathLst>
                        <a:path extrusionOk="0" h="220229" w="192890">
                          <a:moveTo>
                            <a:pt x="192890" y="158441"/>
                          </a:moveTo>
                          <a:cubicBezTo>
                            <a:pt x="192890" y="158096"/>
                            <a:pt x="192890" y="157750"/>
                            <a:pt x="192890" y="157405"/>
                          </a:cubicBezTo>
                          <a:cubicBezTo>
                            <a:pt x="192890" y="155955"/>
                            <a:pt x="192890" y="154575"/>
                            <a:pt x="192890" y="153056"/>
                          </a:cubicBezTo>
                          <a:cubicBezTo>
                            <a:pt x="192890" y="151606"/>
                            <a:pt x="192752" y="150156"/>
                            <a:pt x="192683" y="148637"/>
                          </a:cubicBezTo>
                          <a:cubicBezTo>
                            <a:pt x="192683" y="147947"/>
                            <a:pt x="192545" y="147257"/>
                            <a:pt x="192545" y="146566"/>
                          </a:cubicBezTo>
                          <a:cubicBezTo>
                            <a:pt x="192545" y="146290"/>
                            <a:pt x="192545" y="146014"/>
                            <a:pt x="192545" y="145807"/>
                          </a:cubicBezTo>
                          <a:cubicBezTo>
                            <a:pt x="192545" y="145255"/>
                            <a:pt x="192476" y="144702"/>
                            <a:pt x="192407" y="144150"/>
                          </a:cubicBezTo>
                          <a:cubicBezTo>
                            <a:pt x="192269" y="142631"/>
                            <a:pt x="192062" y="141112"/>
                            <a:pt x="191924" y="139525"/>
                          </a:cubicBezTo>
                          <a:cubicBezTo>
                            <a:pt x="191717" y="138006"/>
                            <a:pt x="191510" y="136418"/>
                            <a:pt x="191233" y="134830"/>
                          </a:cubicBezTo>
                          <a:cubicBezTo>
                            <a:pt x="191165" y="134347"/>
                            <a:pt x="191095" y="133863"/>
                            <a:pt x="190957" y="133380"/>
                          </a:cubicBezTo>
                          <a:cubicBezTo>
                            <a:pt x="190957" y="133104"/>
                            <a:pt x="190888" y="132828"/>
                            <a:pt x="190819" y="132552"/>
                          </a:cubicBezTo>
                          <a:cubicBezTo>
                            <a:pt x="190681" y="131723"/>
                            <a:pt x="190543" y="130826"/>
                            <a:pt x="190405" y="129997"/>
                          </a:cubicBezTo>
                          <a:cubicBezTo>
                            <a:pt x="190129" y="128410"/>
                            <a:pt x="189784" y="126753"/>
                            <a:pt x="189439" y="125165"/>
                          </a:cubicBezTo>
                          <a:cubicBezTo>
                            <a:pt x="189093" y="123508"/>
                            <a:pt x="188679" y="121920"/>
                            <a:pt x="188265" y="120263"/>
                          </a:cubicBezTo>
                          <a:cubicBezTo>
                            <a:pt x="188265" y="120056"/>
                            <a:pt x="188127" y="119849"/>
                            <a:pt x="188127" y="119642"/>
                          </a:cubicBezTo>
                          <a:cubicBezTo>
                            <a:pt x="188127" y="119504"/>
                            <a:pt x="188058" y="119297"/>
                            <a:pt x="187989" y="119159"/>
                          </a:cubicBezTo>
                          <a:cubicBezTo>
                            <a:pt x="187644" y="117916"/>
                            <a:pt x="187367" y="116604"/>
                            <a:pt x="187022" y="115361"/>
                          </a:cubicBezTo>
                          <a:cubicBezTo>
                            <a:pt x="186608" y="113774"/>
                            <a:pt x="186125" y="112186"/>
                            <a:pt x="185641" y="110598"/>
                          </a:cubicBezTo>
                          <a:cubicBezTo>
                            <a:pt x="185158" y="109079"/>
                            <a:pt x="184675" y="107491"/>
                            <a:pt x="184192" y="105972"/>
                          </a:cubicBezTo>
                          <a:cubicBezTo>
                            <a:pt x="184192" y="105972"/>
                            <a:pt x="184192" y="105834"/>
                            <a:pt x="184192" y="105834"/>
                          </a:cubicBezTo>
                          <a:cubicBezTo>
                            <a:pt x="184192" y="105834"/>
                            <a:pt x="184192" y="105696"/>
                            <a:pt x="184192" y="105696"/>
                          </a:cubicBezTo>
                          <a:cubicBezTo>
                            <a:pt x="183708" y="104315"/>
                            <a:pt x="183294" y="103004"/>
                            <a:pt x="182742" y="101623"/>
                          </a:cubicBezTo>
                          <a:cubicBezTo>
                            <a:pt x="182259" y="100242"/>
                            <a:pt x="181706" y="98793"/>
                            <a:pt x="181154" y="97412"/>
                          </a:cubicBezTo>
                          <a:cubicBezTo>
                            <a:pt x="180671" y="96100"/>
                            <a:pt x="180118" y="94788"/>
                            <a:pt x="179566" y="93408"/>
                          </a:cubicBezTo>
                          <a:cubicBezTo>
                            <a:pt x="179428" y="93062"/>
                            <a:pt x="179290" y="92717"/>
                            <a:pt x="179083" y="92372"/>
                          </a:cubicBezTo>
                          <a:cubicBezTo>
                            <a:pt x="179014" y="92234"/>
                            <a:pt x="178945" y="92027"/>
                            <a:pt x="178876" y="91889"/>
                          </a:cubicBezTo>
                          <a:cubicBezTo>
                            <a:pt x="178531" y="91129"/>
                            <a:pt x="178185" y="90301"/>
                            <a:pt x="177840" y="89541"/>
                          </a:cubicBezTo>
                          <a:cubicBezTo>
                            <a:pt x="177288" y="88230"/>
                            <a:pt x="176667" y="86987"/>
                            <a:pt x="176114" y="85675"/>
                          </a:cubicBezTo>
                          <a:cubicBezTo>
                            <a:pt x="175493" y="84364"/>
                            <a:pt x="174872" y="83052"/>
                            <a:pt x="174250" y="81740"/>
                          </a:cubicBezTo>
                          <a:cubicBezTo>
                            <a:pt x="173836" y="80843"/>
                            <a:pt x="173353" y="80014"/>
                            <a:pt x="172939" y="79117"/>
                          </a:cubicBezTo>
                          <a:cubicBezTo>
                            <a:pt x="172801" y="78910"/>
                            <a:pt x="172731" y="78634"/>
                            <a:pt x="172593" y="78426"/>
                          </a:cubicBezTo>
                          <a:cubicBezTo>
                            <a:pt x="172386" y="78012"/>
                            <a:pt x="172179" y="77598"/>
                            <a:pt x="171972" y="77184"/>
                          </a:cubicBezTo>
                          <a:cubicBezTo>
                            <a:pt x="170868" y="75182"/>
                            <a:pt x="169763" y="73180"/>
                            <a:pt x="168658" y="71178"/>
                          </a:cubicBezTo>
                          <a:cubicBezTo>
                            <a:pt x="167623" y="69383"/>
                            <a:pt x="166518" y="67588"/>
                            <a:pt x="165413" y="65793"/>
                          </a:cubicBezTo>
                          <a:cubicBezTo>
                            <a:pt x="164309" y="64067"/>
                            <a:pt x="163273" y="62410"/>
                            <a:pt x="162100" y="60753"/>
                          </a:cubicBezTo>
                          <a:cubicBezTo>
                            <a:pt x="161547" y="59924"/>
                            <a:pt x="160926" y="59096"/>
                            <a:pt x="160305" y="58268"/>
                          </a:cubicBezTo>
                          <a:cubicBezTo>
                            <a:pt x="159752" y="57439"/>
                            <a:pt x="159131" y="56611"/>
                            <a:pt x="158510" y="55782"/>
                          </a:cubicBezTo>
                          <a:cubicBezTo>
                            <a:pt x="158096" y="55230"/>
                            <a:pt x="157750" y="54678"/>
                            <a:pt x="157336" y="54125"/>
                          </a:cubicBezTo>
                          <a:cubicBezTo>
                            <a:pt x="156163" y="52537"/>
                            <a:pt x="154989" y="51019"/>
                            <a:pt x="153815" y="49500"/>
                          </a:cubicBezTo>
                          <a:cubicBezTo>
                            <a:pt x="153608" y="49224"/>
                            <a:pt x="153401" y="48948"/>
                            <a:pt x="153125" y="48671"/>
                          </a:cubicBezTo>
                          <a:cubicBezTo>
                            <a:pt x="152918" y="48395"/>
                            <a:pt x="152642" y="48119"/>
                            <a:pt x="152434" y="47843"/>
                          </a:cubicBezTo>
                          <a:cubicBezTo>
                            <a:pt x="151813" y="47084"/>
                            <a:pt x="151192" y="46255"/>
                            <a:pt x="150501" y="45496"/>
                          </a:cubicBezTo>
                          <a:cubicBezTo>
                            <a:pt x="149397" y="44184"/>
                            <a:pt x="148361" y="42941"/>
                            <a:pt x="147257" y="41699"/>
                          </a:cubicBezTo>
                          <a:cubicBezTo>
                            <a:pt x="146980" y="41353"/>
                            <a:pt x="146704" y="41077"/>
                            <a:pt x="146359" y="40732"/>
                          </a:cubicBezTo>
                          <a:cubicBezTo>
                            <a:pt x="146083" y="40456"/>
                            <a:pt x="145876" y="40180"/>
                            <a:pt x="145600" y="39904"/>
                          </a:cubicBezTo>
                          <a:cubicBezTo>
                            <a:pt x="145047" y="39282"/>
                            <a:pt x="144426" y="38592"/>
                            <a:pt x="143874" y="37971"/>
                          </a:cubicBezTo>
                          <a:cubicBezTo>
                            <a:pt x="142700" y="36728"/>
                            <a:pt x="141527" y="35416"/>
                            <a:pt x="140284" y="34243"/>
                          </a:cubicBezTo>
                          <a:cubicBezTo>
                            <a:pt x="140008" y="33897"/>
                            <a:pt x="139662" y="33621"/>
                            <a:pt x="139317" y="33345"/>
                          </a:cubicBezTo>
                          <a:cubicBezTo>
                            <a:pt x="139041" y="33069"/>
                            <a:pt x="138696" y="32724"/>
                            <a:pt x="138420" y="32448"/>
                          </a:cubicBezTo>
                          <a:cubicBezTo>
                            <a:pt x="137799" y="31826"/>
                            <a:pt x="137177" y="31205"/>
                            <a:pt x="136487" y="30584"/>
                          </a:cubicBezTo>
                          <a:cubicBezTo>
                            <a:pt x="135175" y="29341"/>
                            <a:pt x="133863" y="28098"/>
                            <a:pt x="132552" y="26925"/>
                          </a:cubicBezTo>
                          <a:cubicBezTo>
                            <a:pt x="132345" y="26718"/>
                            <a:pt x="132137" y="26510"/>
                            <a:pt x="131861" y="26372"/>
                          </a:cubicBezTo>
                          <a:cubicBezTo>
                            <a:pt x="131585" y="26096"/>
                            <a:pt x="131309" y="25889"/>
                            <a:pt x="131033" y="25613"/>
                          </a:cubicBezTo>
                          <a:cubicBezTo>
                            <a:pt x="130204" y="24922"/>
                            <a:pt x="129376" y="24163"/>
                            <a:pt x="128548" y="23473"/>
                          </a:cubicBezTo>
                          <a:cubicBezTo>
                            <a:pt x="127236" y="22368"/>
                            <a:pt x="125924" y="21264"/>
                            <a:pt x="124543" y="20228"/>
                          </a:cubicBezTo>
                          <a:cubicBezTo>
                            <a:pt x="124405" y="20159"/>
                            <a:pt x="124336" y="20021"/>
                            <a:pt x="124198" y="19952"/>
                          </a:cubicBezTo>
                          <a:cubicBezTo>
                            <a:pt x="123991" y="19814"/>
                            <a:pt x="123853" y="19676"/>
                            <a:pt x="123646" y="19538"/>
                          </a:cubicBezTo>
                          <a:cubicBezTo>
                            <a:pt x="122610" y="18778"/>
                            <a:pt x="121644" y="17950"/>
                            <a:pt x="120608" y="17259"/>
                          </a:cubicBezTo>
                          <a:cubicBezTo>
                            <a:pt x="119365" y="16362"/>
                            <a:pt x="118054" y="15464"/>
                            <a:pt x="116811" y="14567"/>
                          </a:cubicBezTo>
                          <a:cubicBezTo>
                            <a:pt x="116742" y="14567"/>
                            <a:pt x="116604" y="14429"/>
                            <a:pt x="116535" y="14360"/>
                          </a:cubicBezTo>
                          <a:cubicBezTo>
                            <a:pt x="116397" y="14291"/>
                            <a:pt x="116259" y="14153"/>
                            <a:pt x="116121" y="14084"/>
                          </a:cubicBezTo>
                          <a:cubicBezTo>
                            <a:pt x="115154" y="13393"/>
                            <a:pt x="114119" y="12772"/>
                            <a:pt x="113152" y="12151"/>
                          </a:cubicBezTo>
                          <a:cubicBezTo>
                            <a:pt x="111979" y="11391"/>
                            <a:pt x="110736" y="10632"/>
                            <a:pt x="109562" y="9941"/>
                          </a:cubicBezTo>
                          <a:cubicBezTo>
                            <a:pt x="109286" y="9803"/>
                            <a:pt x="109010" y="9596"/>
                            <a:pt x="108734" y="9458"/>
                          </a:cubicBezTo>
                          <a:cubicBezTo>
                            <a:pt x="107836" y="8906"/>
                            <a:pt x="106939" y="8423"/>
                            <a:pt x="106041" y="7939"/>
                          </a:cubicBezTo>
                          <a:cubicBezTo>
                            <a:pt x="105213" y="7456"/>
                            <a:pt x="104315" y="7042"/>
                            <a:pt x="103487" y="6628"/>
                          </a:cubicBezTo>
                          <a:cubicBezTo>
                            <a:pt x="103280" y="6559"/>
                            <a:pt x="103073" y="6421"/>
                            <a:pt x="102866" y="6352"/>
                          </a:cubicBezTo>
                          <a:cubicBezTo>
                            <a:pt x="102797" y="6352"/>
                            <a:pt x="102659" y="6282"/>
                            <a:pt x="102589" y="6213"/>
                          </a:cubicBezTo>
                          <a:cubicBezTo>
                            <a:pt x="101485" y="5661"/>
                            <a:pt x="100311" y="5109"/>
                            <a:pt x="99207" y="4626"/>
                          </a:cubicBezTo>
                          <a:cubicBezTo>
                            <a:pt x="98792" y="4418"/>
                            <a:pt x="98309" y="4280"/>
                            <a:pt x="97895" y="4073"/>
                          </a:cubicBezTo>
                          <a:cubicBezTo>
                            <a:pt x="97550" y="3935"/>
                            <a:pt x="97274" y="3797"/>
                            <a:pt x="96928" y="3659"/>
                          </a:cubicBezTo>
                          <a:cubicBezTo>
                            <a:pt x="96583" y="3521"/>
                            <a:pt x="96238" y="3383"/>
                            <a:pt x="95893" y="3245"/>
                          </a:cubicBezTo>
                          <a:cubicBezTo>
                            <a:pt x="94788" y="2831"/>
                            <a:pt x="93684" y="2416"/>
                            <a:pt x="92579" y="2002"/>
                          </a:cubicBezTo>
                          <a:cubicBezTo>
                            <a:pt x="92372" y="2002"/>
                            <a:pt x="92234" y="1864"/>
                            <a:pt x="92027" y="1795"/>
                          </a:cubicBezTo>
                          <a:cubicBezTo>
                            <a:pt x="91751" y="1726"/>
                            <a:pt x="91475" y="1588"/>
                            <a:pt x="91198" y="1519"/>
                          </a:cubicBezTo>
                          <a:cubicBezTo>
                            <a:pt x="90577" y="1312"/>
                            <a:pt x="89956" y="1105"/>
                            <a:pt x="89265" y="898"/>
                          </a:cubicBezTo>
                          <a:cubicBezTo>
                            <a:pt x="88230" y="552"/>
                            <a:pt x="87194" y="276"/>
                            <a:pt x="86159" y="0"/>
                          </a:cubicBezTo>
                          <a:lnTo>
                            <a:pt x="0" y="50052"/>
                          </a:lnTo>
                          <a:cubicBezTo>
                            <a:pt x="1657" y="50466"/>
                            <a:pt x="3314" y="51019"/>
                            <a:pt x="5040" y="51571"/>
                          </a:cubicBezTo>
                          <a:cubicBezTo>
                            <a:pt x="5316" y="51640"/>
                            <a:pt x="5592" y="51709"/>
                            <a:pt x="5868" y="51847"/>
                          </a:cubicBezTo>
                          <a:cubicBezTo>
                            <a:pt x="7456" y="52399"/>
                            <a:pt x="9113" y="53021"/>
                            <a:pt x="10770" y="53711"/>
                          </a:cubicBezTo>
                          <a:cubicBezTo>
                            <a:pt x="11115" y="53849"/>
                            <a:pt x="11391" y="53987"/>
                            <a:pt x="11736" y="54125"/>
                          </a:cubicBezTo>
                          <a:cubicBezTo>
                            <a:pt x="13393" y="54816"/>
                            <a:pt x="15050" y="55575"/>
                            <a:pt x="16707" y="56404"/>
                          </a:cubicBezTo>
                          <a:cubicBezTo>
                            <a:pt x="16914" y="56473"/>
                            <a:pt x="17121" y="56611"/>
                            <a:pt x="17328" y="56680"/>
                          </a:cubicBezTo>
                          <a:cubicBezTo>
                            <a:pt x="19054" y="57577"/>
                            <a:pt x="20849" y="58475"/>
                            <a:pt x="22575" y="59510"/>
                          </a:cubicBezTo>
                          <a:cubicBezTo>
                            <a:pt x="25061" y="60960"/>
                            <a:pt x="27477" y="62479"/>
                            <a:pt x="29962" y="64136"/>
                          </a:cubicBezTo>
                          <a:cubicBezTo>
                            <a:pt x="30100" y="64205"/>
                            <a:pt x="30238" y="64343"/>
                            <a:pt x="30376" y="64412"/>
                          </a:cubicBezTo>
                          <a:cubicBezTo>
                            <a:pt x="32793" y="66069"/>
                            <a:pt x="35140" y="67795"/>
                            <a:pt x="37487" y="69590"/>
                          </a:cubicBezTo>
                          <a:cubicBezTo>
                            <a:pt x="37694" y="69728"/>
                            <a:pt x="37832" y="69866"/>
                            <a:pt x="38039" y="70004"/>
                          </a:cubicBezTo>
                          <a:cubicBezTo>
                            <a:pt x="40318" y="71799"/>
                            <a:pt x="42596" y="73663"/>
                            <a:pt x="44805" y="75665"/>
                          </a:cubicBezTo>
                          <a:cubicBezTo>
                            <a:pt x="45081" y="75941"/>
                            <a:pt x="45357" y="76148"/>
                            <a:pt x="45634" y="76424"/>
                          </a:cubicBezTo>
                          <a:cubicBezTo>
                            <a:pt x="47843" y="78357"/>
                            <a:pt x="49983" y="80429"/>
                            <a:pt x="52123" y="82500"/>
                          </a:cubicBezTo>
                          <a:cubicBezTo>
                            <a:pt x="52399" y="82776"/>
                            <a:pt x="52744" y="83121"/>
                            <a:pt x="53021" y="83397"/>
                          </a:cubicBezTo>
                          <a:cubicBezTo>
                            <a:pt x="55161" y="85537"/>
                            <a:pt x="57232" y="87747"/>
                            <a:pt x="59303" y="90025"/>
                          </a:cubicBezTo>
                          <a:cubicBezTo>
                            <a:pt x="59579" y="90301"/>
                            <a:pt x="59786" y="90577"/>
                            <a:pt x="60062" y="90853"/>
                          </a:cubicBezTo>
                          <a:cubicBezTo>
                            <a:pt x="62134" y="93131"/>
                            <a:pt x="64136" y="95548"/>
                            <a:pt x="66138" y="97964"/>
                          </a:cubicBezTo>
                          <a:cubicBezTo>
                            <a:pt x="66345" y="98240"/>
                            <a:pt x="66621" y="98516"/>
                            <a:pt x="66828" y="98793"/>
                          </a:cubicBezTo>
                          <a:cubicBezTo>
                            <a:pt x="68692" y="101071"/>
                            <a:pt x="70418" y="103487"/>
                            <a:pt x="72213" y="105903"/>
                          </a:cubicBezTo>
                          <a:cubicBezTo>
                            <a:pt x="72834" y="106732"/>
                            <a:pt x="73387" y="107560"/>
                            <a:pt x="74008" y="108389"/>
                          </a:cubicBezTo>
                          <a:cubicBezTo>
                            <a:pt x="75734" y="110874"/>
                            <a:pt x="77460" y="113359"/>
                            <a:pt x="79048" y="115914"/>
                          </a:cubicBezTo>
                          <a:cubicBezTo>
                            <a:pt x="81602" y="119987"/>
                            <a:pt x="84018" y="124198"/>
                            <a:pt x="86297" y="128479"/>
                          </a:cubicBezTo>
                          <a:cubicBezTo>
                            <a:pt x="86435" y="128686"/>
                            <a:pt x="86504" y="128962"/>
                            <a:pt x="86642" y="129169"/>
                          </a:cubicBezTo>
                          <a:cubicBezTo>
                            <a:pt x="88782" y="133311"/>
                            <a:pt x="90784" y="137592"/>
                            <a:pt x="92648" y="141872"/>
                          </a:cubicBezTo>
                          <a:cubicBezTo>
                            <a:pt x="92717" y="142010"/>
                            <a:pt x="92786" y="142217"/>
                            <a:pt x="92855" y="142355"/>
                          </a:cubicBezTo>
                          <a:cubicBezTo>
                            <a:pt x="94719" y="146774"/>
                            <a:pt x="96376" y="151192"/>
                            <a:pt x="97895" y="155679"/>
                          </a:cubicBezTo>
                          <a:cubicBezTo>
                            <a:pt x="97895" y="155679"/>
                            <a:pt x="97895" y="155817"/>
                            <a:pt x="97895" y="155817"/>
                          </a:cubicBezTo>
                          <a:cubicBezTo>
                            <a:pt x="99414" y="160236"/>
                            <a:pt x="100726" y="164723"/>
                            <a:pt x="101830" y="169142"/>
                          </a:cubicBezTo>
                          <a:cubicBezTo>
                            <a:pt x="101830" y="169280"/>
                            <a:pt x="101899" y="169487"/>
                            <a:pt x="101968" y="169625"/>
                          </a:cubicBezTo>
                          <a:cubicBezTo>
                            <a:pt x="103073" y="173974"/>
                            <a:pt x="103970" y="178255"/>
                            <a:pt x="104661" y="182535"/>
                          </a:cubicBezTo>
                          <a:cubicBezTo>
                            <a:pt x="104661" y="182811"/>
                            <a:pt x="104730" y="183087"/>
                            <a:pt x="104799" y="183363"/>
                          </a:cubicBezTo>
                          <a:cubicBezTo>
                            <a:pt x="105489" y="187575"/>
                            <a:pt x="106041" y="191717"/>
                            <a:pt x="106387" y="195721"/>
                          </a:cubicBezTo>
                          <a:cubicBezTo>
                            <a:pt x="106387" y="195997"/>
                            <a:pt x="106387" y="196273"/>
                            <a:pt x="106387" y="196480"/>
                          </a:cubicBezTo>
                          <a:cubicBezTo>
                            <a:pt x="106732" y="200554"/>
                            <a:pt x="106870" y="204489"/>
                            <a:pt x="106801" y="208286"/>
                          </a:cubicBezTo>
                          <a:cubicBezTo>
                            <a:pt x="106801" y="208493"/>
                            <a:pt x="106801" y="208700"/>
                            <a:pt x="106801" y="208907"/>
                          </a:cubicBezTo>
                          <a:cubicBezTo>
                            <a:pt x="106732" y="212842"/>
                            <a:pt x="106456" y="216639"/>
                            <a:pt x="105972" y="220229"/>
                          </a:cubicBezTo>
                          <a:lnTo>
                            <a:pt x="192131" y="170177"/>
                          </a:lnTo>
                          <a:cubicBezTo>
                            <a:pt x="192131" y="170177"/>
                            <a:pt x="192131" y="169832"/>
                            <a:pt x="192131" y="169625"/>
                          </a:cubicBezTo>
                          <a:cubicBezTo>
                            <a:pt x="192269" y="168313"/>
                            <a:pt x="192407" y="166932"/>
                            <a:pt x="192545" y="165552"/>
                          </a:cubicBezTo>
                          <a:cubicBezTo>
                            <a:pt x="192683" y="164171"/>
                            <a:pt x="192752" y="162790"/>
                            <a:pt x="192821" y="161409"/>
                          </a:cubicBezTo>
                          <a:cubicBezTo>
                            <a:pt x="192821" y="160581"/>
                            <a:pt x="192821" y="159752"/>
                            <a:pt x="192821" y="158855"/>
                          </a:cubicBezTo>
                          <a:cubicBezTo>
                            <a:pt x="192821" y="158648"/>
                            <a:pt x="192821" y="158441"/>
                            <a:pt x="192821" y="15823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42" name="Google Shape;442;p23"/>
                  <p:cNvSpPr/>
                  <p:nvPr/>
                </p:nvSpPr>
                <p:spPr>
                  <a:xfrm>
                    <a:off x="1998286" y="2614133"/>
                    <a:ext cx="745976" cy="585868"/>
                  </a:xfrm>
                  <a:custGeom>
                    <a:rect b="b" l="l" r="r" t="t"/>
                    <a:pathLst>
                      <a:path extrusionOk="0" h="585868" w="745976">
                        <a:moveTo>
                          <a:pt x="375149" y="24250"/>
                        </a:moveTo>
                        <a:cubicBezTo>
                          <a:pt x="399174" y="38126"/>
                          <a:pt x="423199" y="57595"/>
                          <a:pt x="445015" y="81689"/>
                        </a:cubicBezTo>
                        <a:cubicBezTo>
                          <a:pt x="499278" y="141475"/>
                          <a:pt x="538353" y="227427"/>
                          <a:pt x="543807" y="299018"/>
                        </a:cubicBezTo>
                        <a:cubicBezTo>
                          <a:pt x="554094" y="296533"/>
                          <a:pt x="566659" y="299502"/>
                          <a:pt x="579224" y="306751"/>
                        </a:cubicBezTo>
                        <a:cubicBezTo>
                          <a:pt x="589441" y="312619"/>
                          <a:pt x="599589" y="321317"/>
                          <a:pt x="608426" y="332156"/>
                        </a:cubicBezTo>
                        <a:cubicBezTo>
                          <a:pt x="628309" y="356388"/>
                          <a:pt x="640736" y="390079"/>
                          <a:pt x="639148" y="415346"/>
                        </a:cubicBezTo>
                        <a:cubicBezTo>
                          <a:pt x="646466" y="417210"/>
                          <a:pt x="654060" y="420386"/>
                          <a:pt x="661654" y="424805"/>
                        </a:cubicBezTo>
                        <a:cubicBezTo>
                          <a:pt x="682158" y="436610"/>
                          <a:pt x="702662" y="456907"/>
                          <a:pt x="718127" y="481346"/>
                        </a:cubicBezTo>
                        <a:cubicBezTo>
                          <a:pt x="739321" y="514829"/>
                          <a:pt x="749056" y="556045"/>
                          <a:pt x="745120" y="585869"/>
                        </a:cubicBezTo>
                        <a:lnTo>
                          <a:pt x="0" y="155628"/>
                        </a:lnTo>
                        <a:cubicBezTo>
                          <a:pt x="0" y="119452"/>
                          <a:pt x="11598" y="93011"/>
                          <a:pt x="37901" y="88247"/>
                        </a:cubicBezTo>
                        <a:cubicBezTo>
                          <a:pt x="53021" y="85486"/>
                          <a:pt x="71592" y="90526"/>
                          <a:pt x="90094" y="101226"/>
                        </a:cubicBezTo>
                        <a:cubicBezTo>
                          <a:pt x="103763" y="109097"/>
                          <a:pt x="117432" y="120074"/>
                          <a:pt x="129721" y="133260"/>
                        </a:cubicBezTo>
                        <a:cubicBezTo>
                          <a:pt x="135106" y="119866"/>
                          <a:pt x="146912" y="113101"/>
                          <a:pt x="161271" y="115310"/>
                        </a:cubicBezTo>
                        <a:cubicBezTo>
                          <a:pt x="168520" y="116415"/>
                          <a:pt x="175907" y="118831"/>
                          <a:pt x="183225" y="122973"/>
                        </a:cubicBezTo>
                        <a:cubicBezTo>
                          <a:pt x="190336" y="127046"/>
                          <a:pt x="197309" y="132915"/>
                          <a:pt x="203867" y="140923"/>
                        </a:cubicBezTo>
                        <a:cubicBezTo>
                          <a:pt x="198068" y="69193"/>
                          <a:pt x="226166" y="14446"/>
                          <a:pt x="274769" y="2503"/>
                        </a:cubicBezTo>
                        <a:cubicBezTo>
                          <a:pt x="303833" y="-4608"/>
                          <a:pt x="339526" y="3677"/>
                          <a:pt x="375149" y="2425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43" name="Google Shape;443;p23"/>
                <p:cNvGrpSpPr/>
                <p:nvPr/>
              </p:nvGrpSpPr>
              <p:grpSpPr>
                <a:xfrm>
                  <a:off x="2034945" y="2718328"/>
                  <a:ext cx="482985" cy="589186"/>
                  <a:chOff x="2034945" y="2718328"/>
                  <a:chExt cx="482985" cy="589186"/>
                </a:xfrm>
              </p:grpSpPr>
              <p:sp>
                <p:nvSpPr>
                  <p:cNvPr id="444" name="Google Shape;444;p23"/>
                  <p:cNvSpPr/>
                  <p:nvPr/>
                </p:nvSpPr>
                <p:spPr>
                  <a:xfrm>
                    <a:off x="2038949" y="2865516"/>
                    <a:ext cx="96238" cy="73248"/>
                  </a:xfrm>
                  <a:custGeom>
                    <a:rect b="b" l="l" r="r" t="t"/>
                    <a:pathLst>
                      <a:path extrusionOk="0" h="73248" w="96238">
                        <a:moveTo>
                          <a:pt x="95962" y="40318"/>
                        </a:moveTo>
                        <a:cubicBezTo>
                          <a:pt x="95962" y="40318"/>
                          <a:pt x="95962" y="39973"/>
                          <a:pt x="95962" y="39765"/>
                        </a:cubicBezTo>
                        <a:cubicBezTo>
                          <a:pt x="95962" y="39558"/>
                          <a:pt x="95962" y="39420"/>
                          <a:pt x="95962" y="39213"/>
                        </a:cubicBezTo>
                        <a:cubicBezTo>
                          <a:pt x="95962" y="39006"/>
                          <a:pt x="95962" y="38868"/>
                          <a:pt x="95962" y="38661"/>
                        </a:cubicBezTo>
                        <a:cubicBezTo>
                          <a:pt x="95962" y="38454"/>
                          <a:pt x="95962" y="38247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7901"/>
                          <a:pt x="95893" y="37763"/>
                          <a:pt x="95824" y="37556"/>
                        </a:cubicBezTo>
                        <a:cubicBezTo>
                          <a:pt x="95824" y="37349"/>
                          <a:pt x="95755" y="37142"/>
                          <a:pt x="95686" y="36935"/>
                        </a:cubicBezTo>
                        <a:cubicBezTo>
                          <a:pt x="95686" y="36728"/>
                          <a:pt x="95617" y="36521"/>
                          <a:pt x="95548" y="36314"/>
                        </a:cubicBezTo>
                        <a:cubicBezTo>
                          <a:pt x="95548" y="36107"/>
                          <a:pt x="95410" y="35899"/>
                          <a:pt x="95410" y="35692"/>
                        </a:cubicBezTo>
                        <a:cubicBezTo>
                          <a:pt x="95410" y="35554"/>
                          <a:pt x="95341" y="35347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140"/>
                        </a:cubicBezTo>
                        <a:cubicBezTo>
                          <a:pt x="95272" y="34933"/>
                          <a:pt x="95133" y="34726"/>
                          <a:pt x="95064" y="34519"/>
                        </a:cubicBezTo>
                        <a:cubicBezTo>
                          <a:pt x="95064" y="34312"/>
                          <a:pt x="94926" y="34104"/>
                          <a:pt x="94857" y="33897"/>
                        </a:cubicBezTo>
                        <a:cubicBezTo>
                          <a:pt x="94857" y="33690"/>
                          <a:pt x="94719" y="33552"/>
                          <a:pt x="94650" y="33345"/>
                        </a:cubicBezTo>
                        <a:cubicBezTo>
                          <a:pt x="94581" y="33138"/>
                          <a:pt x="94512" y="33000"/>
                          <a:pt x="94443" y="32793"/>
                        </a:cubicBezTo>
                        <a:cubicBezTo>
                          <a:pt x="94443" y="32655"/>
                          <a:pt x="94305" y="32517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09"/>
                        </a:cubicBezTo>
                        <a:cubicBezTo>
                          <a:pt x="94167" y="32102"/>
                          <a:pt x="94098" y="31964"/>
                          <a:pt x="93960" y="31757"/>
                        </a:cubicBezTo>
                        <a:cubicBezTo>
                          <a:pt x="93891" y="31550"/>
                          <a:pt x="93753" y="31343"/>
                          <a:pt x="93684" y="31136"/>
                        </a:cubicBezTo>
                        <a:cubicBezTo>
                          <a:pt x="93546" y="30929"/>
                          <a:pt x="93477" y="30653"/>
                          <a:pt x="93338" y="30445"/>
                        </a:cubicBezTo>
                        <a:cubicBezTo>
                          <a:pt x="93200" y="30238"/>
                          <a:pt x="93062" y="29962"/>
                          <a:pt x="92924" y="29755"/>
                        </a:cubicBezTo>
                        <a:cubicBezTo>
                          <a:pt x="92924" y="29755"/>
                          <a:pt x="92924" y="29686"/>
                          <a:pt x="92855" y="29617"/>
                        </a:cubicBezTo>
                        <a:cubicBezTo>
                          <a:pt x="92855" y="29617"/>
                          <a:pt x="92855" y="29479"/>
                          <a:pt x="92786" y="29479"/>
                        </a:cubicBezTo>
                        <a:cubicBezTo>
                          <a:pt x="92510" y="28996"/>
                          <a:pt x="92234" y="28581"/>
                          <a:pt x="91958" y="28098"/>
                        </a:cubicBezTo>
                        <a:cubicBezTo>
                          <a:pt x="91751" y="27753"/>
                          <a:pt x="91475" y="27408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129" y="26856"/>
                          <a:pt x="90922" y="26579"/>
                          <a:pt x="90784" y="26372"/>
                        </a:cubicBezTo>
                        <a:cubicBezTo>
                          <a:pt x="90646" y="26165"/>
                          <a:pt x="90508" y="26027"/>
                          <a:pt x="90370" y="25820"/>
                        </a:cubicBezTo>
                        <a:cubicBezTo>
                          <a:pt x="90232" y="25613"/>
                          <a:pt x="90094" y="25475"/>
                          <a:pt x="89956" y="25268"/>
                        </a:cubicBezTo>
                        <a:cubicBezTo>
                          <a:pt x="89818" y="25130"/>
                          <a:pt x="89679" y="24922"/>
                          <a:pt x="89541" y="24784"/>
                        </a:cubicBezTo>
                        <a:cubicBezTo>
                          <a:pt x="89541" y="24784"/>
                          <a:pt x="89541" y="24784"/>
                          <a:pt x="89472" y="24715"/>
                        </a:cubicBezTo>
                        <a:cubicBezTo>
                          <a:pt x="89472" y="24715"/>
                          <a:pt x="89472" y="24715"/>
                          <a:pt x="89472" y="24715"/>
                        </a:cubicBezTo>
                        <a:cubicBezTo>
                          <a:pt x="89334" y="24577"/>
                          <a:pt x="89265" y="24439"/>
                          <a:pt x="89127" y="24370"/>
                        </a:cubicBezTo>
                        <a:cubicBezTo>
                          <a:pt x="88989" y="24232"/>
                          <a:pt x="88782" y="24025"/>
                          <a:pt x="88644" y="23887"/>
                        </a:cubicBezTo>
                        <a:cubicBezTo>
                          <a:pt x="88506" y="23749"/>
                          <a:pt x="88299" y="23542"/>
                          <a:pt x="88161" y="23404"/>
                        </a:cubicBezTo>
                        <a:cubicBezTo>
                          <a:pt x="88023" y="23266"/>
                          <a:pt x="87816" y="23127"/>
                          <a:pt x="87678" y="22989"/>
                        </a:cubicBezTo>
                        <a:cubicBezTo>
                          <a:pt x="87608" y="22920"/>
                          <a:pt x="87539" y="22851"/>
                          <a:pt x="87401" y="22782"/>
                        </a:cubicBezTo>
                        <a:cubicBezTo>
                          <a:pt x="87401" y="22782"/>
                          <a:pt x="87401" y="22782"/>
                          <a:pt x="87401" y="22782"/>
                        </a:cubicBezTo>
                        <a:cubicBezTo>
                          <a:pt x="87401" y="22782"/>
                          <a:pt x="87263" y="22644"/>
                          <a:pt x="87194" y="22644"/>
                        </a:cubicBezTo>
                        <a:cubicBezTo>
                          <a:pt x="87056" y="22506"/>
                          <a:pt x="86849" y="22368"/>
                          <a:pt x="86711" y="22230"/>
                        </a:cubicBezTo>
                        <a:cubicBezTo>
                          <a:pt x="86573" y="22092"/>
                          <a:pt x="86366" y="22023"/>
                          <a:pt x="86228" y="21885"/>
                        </a:cubicBezTo>
                        <a:cubicBezTo>
                          <a:pt x="86090" y="21747"/>
                          <a:pt x="85883" y="21678"/>
                          <a:pt x="85745" y="21540"/>
                        </a:cubicBezTo>
                        <a:cubicBezTo>
                          <a:pt x="85606" y="21471"/>
                          <a:pt x="85399" y="21333"/>
                          <a:pt x="85261" y="21264"/>
                        </a:cubicBezTo>
                        <a:cubicBezTo>
                          <a:pt x="85261" y="21264"/>
                          <a:pt x="85192" y="21264"/>
                          <a:pt x="85123" y="21264"/>
                        </a:cubicBezTo>
                        <a:lnTo>
                          <a:pt x="51019" y="1588"/>
                        </a:lnTo>
                        <a:cubicBezTo>
                          <a:pt x="51019" y="1588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7"/>
                        </a:cubicBezTo>
                        <a:cubicBezTo>
                          <a:pt x="49569" y="828"/>
                          <a:pt x="49431" y="759"/>
                          <a:pt x="49224" y="690"/>
                        </a:cubicBezTo>
                        <a:cubicBezTo>
                          <a:pt x="49086" y="690"/>
                          <a:pt x="48879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20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441"/>
                        </a:cubicBezTo>
                        <a:lnTo>
                          <a:pt x="42251" y="46117"/>
                        </a:lnTo>
                        <a:cubicBezTo>
                          <a:pt x="43010" y="46600"/>
                          <a:pt x="43839" y="47083"/>
                          <a:pt x="44529" y="47705"/>
                        </a:cubicBezTo>
                        <a:cubicBezTo>
                          <a:pt x="44529" y="47705"/>
                          <a:pt x="44529" y="47705"/>
                          <a:pt x="44529" y="47705"/>
                        </a:cubicBezTo>
                        <a:cubicBezTo>
                          <a:pt x="45289" y="48326"/>
                          <a:pt x="45979" y="48947"/>
                          <a:pt x="46669" y="49707"/>
                        </a:cubicBezTo>
                        <a:cubicBezTo>
                          <a:pt x="46669" y="49707"/>
                          <a:pt x="46669" y="49707"/>
                          <a:pt x="46669" y="49707"/>
                        </a:cubicBezTo>
                        <a:cubicBezTo>
                          <a:pt x="47360" y="50466"/>
                          <a:pt x="47981" y="51226"/>
                          <a:pt x="48602" y="52054"/>
                        </a:cubicBezTo>
                        <a:cubicBezTo>
                          <a:pt x="48602" y="52054"/>
                          <a:pt x="48602" y="52054"/>
                          <a:pt x="48602" y="52054"/>
                        </a:cubicBezTo>
                        <a:cubicBezTo>
                          <a:pt x="49224" y="52883"/>
                          <a:pt x="49776" y="53711"/>
                          <a:pt x="50259" y="54608"/>
                        </a:cubicBezTo>
                        <a:cubicBezTo>
                          <a:pt x="50259" y="54608"/>
                          <a:pt x="50259" y="54678"/>
                          <a:pt x="50328" y="54747"/>
                        </a:cubicBezTo>
                        <a:cubicBezTo>
                          <a:pt x="50812" y="55644"/>
                          <a:pt x="51295" y="56542"/>
                          <a:pt x="51709" y="57439"/>
                        </a:cubicBezTo>
                        <a:cubicBezTo>
                          <a:pt x="51709" y="57439"/>
                          <a:pt x="51709" y="57439"/>
                          <a:pt x="51709" y="57439"/>
                        </a:cubicBezTo>
                        <a:cubicBezTo>
                          <a:pt x="52123" y="58406"/>
                          <a:pt x="52468" y="59303"/>
                          <a:pt x="52745" y="60270"/>
                        </a:cubicBezTo>
                        <a:cubicBezTo>
                          <a:pt x="52745" y="60270"/>
                          <a:pt x="52745" y="60270"/>
                          <a:pt x="52745" y="60270"/>
                        </a:cubicBezTo>
                        <a:cubicBezTo>
                          <a:pt x="53021" y="61236"/>
                          <a:pt x="53228" y="62203"/>
                          <a:pt x="53435" y="63100"/>
                        </a:cubicBezTo>
                        <a:cubicBezTo>
                          <a:pt x="53435" y="63100"/>
                          <a:pt x="53435" y="63100"/>
                          <a:pt x="53435" y="63100"/>
                        </a:cubicBezTo>
                        <a:cubicBezTo>
                          <a:pt x="53573" y="64067"/>
                          <a:pt x="53642" y="64964"/>
                          <a:pt x="53642" y="65931"/>
                        </a:cubicBezTo>
                        <a:cubicBezTo>
                          <a:pt x="53642" y="66828"/>
                          <a:pt x="53573" y="67657"/>
                          <a:pt x="53435" y="68416"/>
                        </a:cubicBezTo>
                        <a:cubicBezTo>
                          <a:pt x="53435" y="68416"/>
                          <a:pt x="53435" y="68416"/>
                          <a:pt x="53435" y="68416"/>
                        </a:cubicBezTo>
                        <a:cubicBezTo>
                          <a:pt x="53297" y="69175"/>
                          <a:pt x="53090" y="69866"/>
                          <a:pt x="52814" y="70487"/>
                        </a:cubicBezTo>
                        <a:cubicBezTo>
                          <a:pt x="52814" y="70487"/>
                          <a:pt x="52814" y="70487"/>
                          <a:pt x="52814" y="70487"/>
                        </a:cubicBezTo>
                        <a:cubicBezTo>
                          <a:pt x="52606" y="70901"/>
                          <a:pt x="52399" y="71178"/>
                          <a:pt x="52123" y="71523"/>
                        </a:cubicBezTo>
                        <a:cubicBezTo>
                          <a:pt x="51640" y="72213"/>
                          <a:pt x="51088" y="72834"/>
                          <a:pt x="50328" y="73249"/>
                        </a:cubicBezTo>
                        <a:lnTo>
                          <a:pt x="93131" y="48395"/>
                        </a:lnTo>
                        <a:cubicBezTo>
                          <a:pt x="93822" y="47981"/>
                          <a:pt x="94374" y="47360"/>
                          <a:pt x="94926" y="46669"/>
                        </a:cubicBezTo>
                        <a:cubicBezTo>
                          <a:pt x="94926" y="46600"/>
                          <a:pt x="95064" y="46531"/>
                          <a:pt x="95133" y="46462"/>
                        </a:cubicBezTo>
                        <a:cubicBezTo>
                          <a:pt x="95272" y="46186"/>
                          <a:pt x="95410" y="45979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617" y="45496"/>
                          <a:pt x="95686" y="45357"/>
                          <a:pt x="95824" y="45150"/>
                        </a:cubicBezTo>
                        <a:cubicBezTo>
                          <a:pt x="95893" y="44943"/>
                          <a:pt x="95962" y="44736"/>
                          <a:pt x="96031" y="44529"/>
                        </a:cubicBezTo>
                        <a:cubicBezTo>
                          <a:pt x="96031" y="44322"/>
                          <a:pt x="96169" y="44115"/>
                          <a:pt x="96169" y="43908"/>
                        </a:cubicBezTo>
                        <a:cubicBezTo>
                          <a:pt x="96169" y="43839"/>
                          <a:pt x="96169" y="43701"/>
                          <a:pt x="96169" y="43632"/>
                        </a:cubicBezTo>
                        <a:cubicBezTo>
                          <a:pt x="96169" y="43632"/>
                          <a:pt x="96169" y="43632"/>
                          <a:pt x="96169" y="43632"/>
                        </a:cubicBezTo>
                        <a:cubicBezTo>
                          <a:pt x="96169" y="43563"/>
                          <a:pt x="96169" y="43493"/>
                          <a:pt x="96169" y="43424"/>
                        </a:cubicBezTo>
                        <a:cubicBezTo>
                          <a:pt x="96169" y="43217"/>
                          <a:pt x="96169" y="43079"/>
                          <a:pt x="96238" y="42872"/>
                        </a:cubicBezTo>
                        <a:cubicBezTo>
                          <a:pt x="96238" y="42665"/>
                          <a:pt x="96238" y="42527"/>
                          <a:pt x="96238" y="42320"/>
                        </a:cubicBezTo>
                        <a:cubicBezTo>
                          <a:pt x="96238" y="42113"/>
                          <a:pt x="96238" y="41975"/>
                          <a:pt x="96238" y="41768"/>
                        </a:cubicBezTo>
                        <a:cubicBezTo>
                          <a:pt x="96238" y="41560"/>
                          <a:pt x="96238" y="41422"/>
                          <a:pt x="96238" y="41215"/>
                        </a:cubicBezTo>
                        <a:lnTo>
                          <a:pt x="96238" y="41215"/>
                        </a:lnTo>
                        <a:cubicBezTo>
                          <a:pt x="96238" y="41215"/>
                          <a:pt x="96238" y="40870"/>
                          <a:pt x="96238" y="4066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5" name="Google Shape;445;p23"/>
                  <p:cNvSpPr/>
                  <p:nvPr/>
                </p:nvSpPr>
                <p:spPr>
                  <a:xfrm>
                    <a:off x="2246890" y="3185987"/>
                    <a:ext cx="62133" cy="92717"/>
                  </a:xfrm>
                  <a:custGeom>
                    <a:rect b="b" l="l" r="r" t="t"/>
                    <a:pathLst>
                      <a:path extrusionOk="0" h="92717" w="62133">
                        <a:moveTo>
                          <a:pt x="61789" y="20780"/>
                        </a:moveTo>
                        <a:cubicBezTo>
                          <a:pt x="61789" y="20780"/>
                          <a:pt x="61789" y="20435"/>
                          <a:pt x="61789" y="20228"/>
                        </a:cubicBezTo>
                        <a:cubicBezTo>
                          <a:pt x="61789" y="20021"/>
                          <a:pt x="61789" y="19883"/>
                          <a:pt x="61789" y="19676"/>
                        </a:cubicBezTo>
                        <a:cubicBezTo>
                          <a:pt x="61789" y="19468"/>
                          <a:pt x="61789" y="19330"/>
                          <a:pt x="61789" y="19123"/>
                        </a:cubicBezTo>
                        <a:cubicBezTo>
                          <a:pt x="61789" y="18916"/>
                          <a:pt x="61789" y="18709"/>
                          <a:pt x="61719" y="18571"/>
                        </a:cubicBezTo>
                        <a:cubicBezTo>
                          <a:pt x="61719" y="18364"/>
                          <a:pt x="61719" y="18157"/>
                          <a:pt x="61651" y="18019"/>
                        </a:cubicBezTo>
                        <a:cubicBezTo>
                          <a:pt x="61651" y="17812"/>
                          <a:pt x="61581" y="17605"/>
                          <a:pt x="61512" y="17397"/>
                        </a:cubicBezTo>
                        <a:cubicBezTo>
                          <a:pt x="61512" y="17190"/>
                          <a:pt x="61443" y="16983"/>
                          <a:pt x="61374" y="16776"/>
                        </a:cubicBezTo>
                        <a:cubicBezTo>
                          <a:pt x="61374" y="16569"/>
                          <a:pt x="61236" y="16362"/>
                          <a:pt x="61236" y="16155"/>
                        </a:cubicBezTo>
                        <a:cubicBezTo>
                          <a:pt x="61236" y="16017"/>
                          <a:pt x="61167" y="15879"/>
                          <a:pt x="61098" y="15672"/>
                        </a:cubicBezTo>
                        <a:cubicBezTo>
                          <a:pt x="61098" y="15672"/>
                          <a:pt x="61098" y="15672"/>
                          <a:pt x="61098" y="15672"/>
                        </a:cubicBezTo>
                        <a:cubicBezTo>
                          <a:pt x="61098" y="15672"/>
                          <a:pt x="61098" y="15602"/>
                          <a:pt x="61098" y="15533"/>
                        </a:cubicBezTo>
                        <a:cubicBezTo>
                          <a:pt x="61098" y="15326"/>
                          <a:pt x="60960" y="15119"/>
                          <a:pt x="60891" y="14912"/>
                        </a:cubicBezTo>
                        <a:cubicBezTo>
                          <a:pt x="60891" y="14705"/>
                          <a:pt x="60753" y="14498"/>
                          <a:pt x="60684" y="14291"/>
                        </a:cubicBezTo>
                        <a:cubicBezTo>
                          <a:pt x="60684" y="14084"/>
                          <a:pt x="60546" y="13946"/>
                          <a:pt x="60477" y="13738"/>
                        </a:cubicBezTo>
                        <a:cubicBezTo>
                          <a:pt x="60408" y="13531"/>
                          <a:pt x="60339" y="13393"/>
                          <a:pt x="60270" y="13186"/>
                        </a:cubicBezTo>
                        <a:cubicBezTo>
                          <a:pt x="60270" y="13048"/>
                          <a:pt x="60132" y="12910"/>
                          <a:pt x="60063" y="12772"/>
                        </a:cubicBezTo>
                        <a:cubicBezTo>
                          <a:pt x="60063" y="12772"/>
                          <a:pt x="60063" y="12772"/>
                          <a:pt x="60063" y="12772"/>
                        </a:cubicBezTo>
                        <a:cubicBezTo>
                          <a:pt x="60063" y="12772"/>
                          <a:pt x="60063" y="12703"/>
                          <a:pt x="60063" y="12634"/>
                        </a:cubicBezTo>
                        <a:cubicBezTo>
                          <a:pt x="59993" y="12427"/>
                          <a:pt x="59925" y="12289"/>
                          <a:pt x="59786" y="12082"/>
                        </a:cubicBezTo>
                        <a:cubicBezTo>
                          <a:pt x="59717" y="11874"/>
                          <a:pt x="59579" y="11667"/>
                          <a:pt x="59510" y="11460"/>
                        </a:cubicBezTo>
                        <a:cubicBezTo>
                          <a:pt x="59372" y="11253"/>
                          <a:pt x="59303" y="10977"/>
                          <a:pt x="59165" y="10770"/>
                        </a:cubicBezTo>
                        <a:cubicBezTo>
                          <a:pt x="59027" y="10563"/>
                          <a:pt x="58889" y="10287"/>
                          <a:pt x="58751" y="10079"/>
                        </a:cubicBezTo>
                        <a:cubicBezTo>
                          <a:pt x="58751" y="10079"/>
                          <a:pt x="58751" y="10010"/>
                          <a:pt x="58682" y="9941"/>
                        </a:cubicBezTo>
                        <a:cubicBezTo>
                          <a:pt x="58682" y="9941"/>
                          <a:pt x="58682" y="9803"/>
                          <a:pt x="58613" y="9803"/>
                        </a:cubicBezTo>
                        <a:cubicBezTo>
                          <a:pt x="58337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732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6956" y="7180"/>
                          <a:pt x="56749" y="6904"/>
                          <a:pt x="56611" y="6697"/>
                        </a:cubicBezTo>
                        <a:cubicBezTo>
                          <a:pt x="56473" y="6490"/>
                          <a:pt x="56335" y="6351"/>
                          <a:pt x="56197" y="6144"/>
                        </a:cubicBezTo>
                        <a:cubicBezTo>
                          <a:pt x="56058" y="5937"/>
                          <a:pt x="55920" y="5799"/>
                          <a:pt x="55782" y="5592"/>
                        </a:cubicBezTo>
                        <a:cubicBezTo>
                          <a:pt x="55644" y="5454"/>
                          <a:pt x="55506" y="5247"/>
                          <a:pt x="55368" y="5109"/>
                        </a:cubicBezTo>
                        <a:cubicBezTo>
                          <a:pt x="55368" y="5109"/>
                          <a:pt x="55368" y="5109"/>
                          <a:pt x="55299" y="5040"/>
                        </a:cubicBezTo>
                        <a:cubicBezTo>
                          <a:pt x="55299" y="5040"/>
                          <a:pt x="55299" y="5040"/>
                          <a:pt x="55299" y="5040"/>
                        </a:cubicBezTo>
                        <a:cubicBezTo>
                          <a:pt x="55161" y="4902"/>
                          <a:pt x="55092" y="4764"/>
                          <a:pt x="54954" y="4694"/>
                        </a:cubicBezTo>
                        <a:cubicBezTo>
                          <a:pt x="54816" y="4556"/>
                          <a:pt x="54609" y="4349"/>
                          <a:pt x="54471" y="4211"/>
                        </a:cubicBezTo>
                        <a:cubicBezTo>
                          <a:pt x="54332" y="4073"/>
                          <a:pt x="54125" y="3866"/>
                          <a:pt x="53987" y="3728"/>
                        </a:cubicBezTo>
                        <a:cubicBezTo>
                          <a:pt x="53849" y="3590"/>
                          <a:pt x="53642" y="3452"/>
                          <a:pt x="53504" y="3314"/>
                        </a:cubicBezTo>
                        <a:cubicBezTo>
                          <a:pt x="53435" y="3245"/>
                          <a:pt x="53366" y="3176"/>
                          <a:pt x="53228" y="3107"/>
                        </a:cubicBezTo>
                        <a:cubicBezTo>
                          <a:pt x="53228" y="3107"/>
                          <a:pt x="53228" y="3107"/>
                          <a:pt x="53228" y="3107"/>
                        </a:cubicBezTo>
                        <a:cubicBezTo>
                          <a:pt x="53228" y="3107"/>
                          <a:pt x="53090" y="2969"/>
                          <a:pt x="53021" y="2969"/>
                        </a:cubicBezTo>
                        <a:cubicBezTo>
                          <a:pt x="52883" y="2831"/>
                          <a:pt x="52676" y="2692"/>
                          <a:pt x="52538" y="2554"/>
                        </a:cubicBezTo>
                        <a:cubicBezTo>
                          <a:pt x="52399" y="2416"/>
                          <a:pt x="52192" y="2347"/>
                          <a:pt x="52054" y="2209"/>
                        </a:cubicBezTo>
                        <a:cubicBezTo>
                          <a:pt x="51916" y="2071"/>
                          <a:pt x="51709" y="2002"/>
                          <a:pt x="51571" y="1864"/>
                        </a:cubicBezTo>
                        <a:cubicBezTo>
                          <a:pt x="51433" y="1795"/>
                          <a:pt x="51226" y="1657"/>
                          <a:pt x="51088" y="1588"/>
                        </a:cubicBezTo>
                        <a:cubicBezTo>
                          <a:pt x="51088" y="1588"/>
                          <a:pt x="51019" y="1588"/>
                          <a:pt x="50950" y="1588"/>
                        </a:cubicBezTo>
                        <a:cubicBezTo>
                          <a:pt x="50812" y="1519"/>
                          <a:pt x="50673" y="1450"/>
                          <a:pt x="50605" y="1381"/>
                        </a:cubicBezTo>
                        <a:cubicBezTo>
                          <a:pt x="50466" y="1312"/>
                          <a:pt x="50259" y="1243"/>
                          <a:pt x="50121" y="1105"/>
                        </a:cubicBezTo>
                        <a:cubicBezTo>
                          <a:pt x="49983" y="1036"/>
                          <a:pt x="49776" y="967"/>
                          <a:pt x="49638" y="897"/>
                        </a:cubicBezTo>
                        <a:cubicBezTo>
                          <a:pt x="49500" y="828"/>
                          <a:pt x="49293" y="759"/>
                          <a:pt x="49155" y="690"/>
                        </a:cubicBezTo>
                        <a:cubicBezTo>
                          <a:pt x="49017" y="690"/>
                          <a:pt x="48809" y="552"/>
                          <a:pt x="48671" y="483"/>
                        </a:cubicBezTo>
                        <a:cubicBezTo>
                          <a:pt x="48671" y="483"/>
                          <a:pt x="48671" y="483"/>
                          <a:pt x="48602" y="483"/>
                        </a:cubicBezTo>
                        <a:cubicBezTo>
                          <a:pt x="48602" y="483"/>
                          <a:pt x="48602" y="483"/>
                          <a:pt x="48602" y="483"/>
                        </a:cubicBezTo>
                        <a:cubicBezTo>
                          <a:pt x="48464" y="483"/>
                          <a:pt x="48395" y="414"/>
                          <a:pt x="48257" y="345"/>
                        </a:cubicBezTo>
                        <a:cubicBezTo>
                          <a:pt x="48119" y="345"/>
                          <a:pt x="47912" y="276"/>
                          <a:pt x="47774" y="207"/>
                        </a:cubicBezTo>
                        <a:cubicBezTo>
                          <a:pt x="47636" y="207"/>
                          <a:pt x="47429" y="138"/>
                          <a:pt x="47291" y="69"/>
                        </a:cubicBezTo>
                        <a:cubicBezTo>
                          <a:pt x="47153" y="69"/>
                          <a:pt x="46946" y="69"/>
                          <a:pt x="46807" y="0"/>
                        </a:cubicBezTo>
                        <a:cubicBezTo>
                          <a:pt x="46669" y="0"/>
                          <a:pt x="46600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462" y="0"/>
                          <a:pt x="46393" y="0"/>
                          <a:pt x="46324" y="0"/>
                        </a:cubicBezTo>
                        <a:cubicBezTo>
                          <a:pt x="46117" y="0"/>
                          <a:pt x="45979" y="0"/>
                          <a:pt x="45772" y="0"/>
                        </a:cubicBezTo>
                        <a:cubicBezTo>
                          <a:pt x="45565" y="0"/>
                          <a:pt x="45358" y="0"/>
                          <a:pt x="45151" y="0"/>
                        </a:cubicBezTo>
                        <a:cubicBezTo>
                          <a:pt x="44943" y="0"/>
                          <a:pt x="44736" y="0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184" y="69"/>
                          <a:pt x="43908" y="207"/>
                          <a:pt x="43701" y="276"/>
                        </a:cubicBezTo>
                        <a:cubicBezTo>
                          <a:pt x="43355" y="414"/>
                          <a:pt x="43079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7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lnTo>
                          <a:pt x="12565" y="30031"/>
                        </a:lnTo>
                        <a:cubicBezTo>
                          <a:pt x="13255" y="30791"/>
                          <a:pt x="13877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7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866"/>
                          <a:pt x="17605" y="37763"/>
                        </a:cubicBezTo>
                        <a:cubicBezTo>
                          <a:pt x="17605" y="37763"/>
                          <a:pt x="17605" y="37763"/>
                          <a:pt x="17605" y="37763"/>
                        </a:cubicBezTo>
                        <a:cubicBezTo>
                          <a:pt x="18019" y="38730"/>
                          <a:pt x="18364" y="39627"/>
                          <a:pt x="18640" y="40594"/>
                        </a:cubicBezTo>
                        <a:cubicBezTo>
                          <a:pt x="18640" y="40594"/>
                          <a:pt x="18640" y="40594"/>
                          <a:pt x="18640" y="40594"/>
                        </a:cubicBezTo>
                        <a:cubicBezTo>
                          <a:pt x="19192" y="42527"/>
                          <a:pt x="19538" y="44460"/>
                          <a:pt x="19538" y="46255"/>
                        </a:cubicBezTo>
                        <a:lnTo>
                          <a:pt x="19399" y="85399"/>
                        </a:lnTo>
                        <a:cubicBezTo>
                          <a:pt x="19399" y="86297"/>
                          <a:pt x="19331" y="87125"/>
                          <a:pt x="19192" y="87885"/>
                        </a:cubicBezTo>
                        <a:cubicBezTo>
                          <a:pt x="19192" y="87885"/>
                          <a:pt x="19192" y="87885"/>
                          <a:pt x="19192" y="87885"/>
                        </a:cubicBezTo>
                        <a:cubicBezTo>
                          <a:pt x="19054" y="88644"/>
                          <a:pt x="18847" y="89334"/>
                          <a:pt x="18571" y="89956"/>
                        </a:cubicBezTo>
                        <a:cubicBezTo>
                          <a:pt x="18571" y="89956"/>
                          <a:pt x="18571" y="89956"/>
                          <a:pt x="18571" y="89956"/>
                        </a:cubicBezTo>
                        <a:cubicBezTo>
                          <a:pt x="18364" y="90370"/>
                          <a:pt x="18157" y="90646"/>
                          <a:pt x="17881" y="90991"/>
                        </a:cubicBezTo>
                        <a:cubicBezTo>
                          <a:pt x="17398" y="91682"/>
                          <a:pt x="16776" y="92303"/>
                          <a:pt x="16086" y="92717"/>
                        </a:cubicBezTo>
                        <a:lnTo>
                          <a:pt x="16086" y="92717"/>
                        </a:lnTo>
                        <a:cubicBezTo>
                          <a:pt x="16086" y="92717"/>
                          <a:pt x="16086" y="92717"/>
                          <a:pt x="16086" y="92717"/>
                        </a:cubicBezTo>
                        <a:lnTo>
                          <a:pt x="58889" y="67864"/>
                        </a:lnTo>
                        <a:cubicBezTo>
                          <a:pt x="59579" y="67450"/>
                          <a:pt x="60132" y="66828"/>
                          <a:pt x="60684" y="66138"/>
                        </a:cubicBezTo>
                        <a:cubicBezTo>
                          <a:pt x="60684" y="66069"/>
                          <a:pt x="60822" y="66000"/>
                          <a:pt x="60891" y="65931"/>
                        </a:cubicBezTo>
                        <a:cubicBezTo>
                          <a:pt x="61029" y="65655"/>
                          <a:pt x="61167" y="65447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74" y="64964"/>
                          <a:pt x="61443" y="64826"/>
                          <a:pt x="61581" y="64619"/>
                        </a:cubicBezTo>
                        <a:cubicBezTo>
                          <a:pt x="61651" y="64412"/>
                          <a:pt x="61719" y="64205"/>
                          <a:pt x="61789" y="63998"/>
                        </a:cubicBezTo>
                        <a:cubicBezTo>
                          <a:pt x="61789" y="63790"/>
                          <a:pt x="61927" y="63583"/>
                          <a:pt x="61927" y="63376"/>
                        </a:cubicBezTo>
                        <a:cubicBezTo>
                          <a:pt x="61927" y="63307"/>
                          <a:pt x="61927" y="63169"/>
                          <a:pt x="61927" y="63100"/>
                        </a:cubicBezTo>
                        <a:cubicBezTo>
                          <a:pt x="61927" y="63100"/>
                          <a:pt x="61927" y="63100"/>
                          <a:pt x="61927" y="63100"/>
                        </a:cubicBezTo>
                        <a:cubicBezTo>
                          <a:pt x="61927" y="63031"/>
                          <a:pt x="61927" y="62962"/>
                          <a:pt x="61927" y="62893"/>
                        </a:cubicBezTo>
                        <a:cubicBezTo>
                          <a:pt x="61927" y="62686"/>
                          <a:pt x="61927" y="62548"/>
                          <a:pt x="61996" y="62341"/>
                        </a:cubicBezTo>
                        <a:cubicBezTo>
                          <a:pt x="61996" y="62134"/>
                          <a:pt x="61996" y="61996"/>
                          <a:pt x="61996" y="61788"/>
                        </a:cubicBezTo>
                        <a:cubicBezTo>
                          <a:pt x="61996" y="61581"/>
                          <a:pt x="61996" y="61443"/>
                          <a:pt x="61996" y="61236"/>
                        </a:cubicBezTo>
                        <a:cubicBezTo>
                          <a:pt x="61996" y="61029"/>
                          <a:pt x="61996" y="60891"/>
                          <a:pt x="61996" y="60684"/>
                        </a:cubicBezTo>
                        <a:cubicBezTo>
                          <a:pt x="61996" y="60684"/>
                          <a:pt x="61996" y="60684"/>
                          <a:pt x="61996" y="60684"/>
                        </a:cubicBezTo>
                        <a:lnTo>
                          <a:pt x="62134" y="21540"/>
                        </a:lnTo>
                        <a:cubicBezTo>
                          <a:pt x="62134" y="21540"/>
                          <a:pt x="62134" y="21194"/>
                          <a:pt x="62134" y="2098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6" name="Google Shape;446;p23"/>
                  <p:cNvSpPr/>
                  <p:nvPr/>
                </p:nvSpPr>
                <p:spPr>
                  <a:xfrm>
                    <a:off x="2066426" y="2998896"/>
                    <a:ext cx="91819" cy="53227"/>
                  </a:xfrm>
                  <a:custGeom>
                    <a:rect b="b" l="l" r="r" t="t"/>
                    <a:pathLst>
                      <a:path extrusionOk="0" h="53227" w="91819">
                        <a:moveTo>
                          <a:pt x="91613" y="20711"/>
                        </a:moveTo>
                        <a:cubicBezTo>
                          <a:pt x="91613" y="20711"/>
                          <a:pt x="91613" y="20711"/>
                          <a:pt x="91613" y="20711"/>
                        </a:cubicBezTo>
                        <a:cubicBezTo>
                          <a:pt x="91613" y="20711"/>
                          <a:pt x="91613" y="20642"/>
                          <a:pt x="91613" y="20573"/>
                        </a:cubicBezTo>
                        <a:cubicBezTo>
                          <a:pt x="91613" y="20366"/>
                          <a:pt x="91613" y="20228"/>
                          <a:pt x="91613" y="20021"/>
                        </a:cubicBezTo>
                        <a:cubicBezTo>
                          <a:pt x="91613" y="19814"/>
                          <a:pt x="91613" y="19676"/>
                          <a:pt x="91613" y="19469"/>
                        </a:cubicBezTo>
                        <a:cubicBezTo>
                          <a:pt x="91613" y="19261"/>
                          <a:pt x="91613" y="19123"/>
                          <a:pt x="91613" y="18916"/>
                        </a:cubicBezTo>
                        <a:cubicBezTo>
                          <a:pt x="91613" y="18778"/>
                          <a:pt x="91613" y="18640"/>
                          <a:pt x="91613" y="18502"/>
                        </a:cubicBezTo>
                        <a:cubicBezTo>
                          <a:pt x="91613" y="18502"/>
                          <a:pt x="91613" y="18502"/>
                          <a:pt x="91613" y="18502"/>
                        </a:cubicBezTo>
                        <a:cubicBezTo>
                          <a:pt x="91613" y="18502"/>
                          <a:pt x="91613" y="18433"/>
                          <a:pt x="91613" y="18364"/>
                        </a:cubicBezTo>
                        <a:cubicBezTo>
                          <a:pt x="91613" y="18157"/>
                          <a:pt x="91613" y="17950"/>
                          <a:pt x="91543" y="17743"/>
                        </a:cubicBezTo>
                        <a:cubicBezTo>
                          <a:pt x="91543" y="17536"/>
                          <a:pt x="91475" y="17328"/>
                          <a:pt x="91405" y="17121"/>
                        </a:cubicBezTo>
                        <a:cubicBezTo>
                          <a:pt x="91405" y="16914"/>
                          <a:pt x="91336" y="16707"/>
                          <a:pt x="91267" y="16500"/>
                        </a:cubicBezTo>
                        <a:cubicBezTo>
                          <a:pt x="91267" y="16362"/>
                          <a:pt x="91198" y="16224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439" y="13807"/>
                          <a:pt x="90370" y="13600"/>
                          <a:pt x="90301" y="13462"/>
                        </a:cubicBezTo>
                        <a:cubicBezTo>
                          <a:pt x="90301" y="13462"/>
                          <a:pt x="90301" y="13462"/>
                          <a:pt x="90301" y="13462"/>
                        </a:cubicBezTo>
                        <a:cubicBezTo>
                          <a:pt x="90232" y="13255"/>
                          <a:pt x="90163" y="13048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7" y="12151"/>
                          <a:pt x="89749" y="12013"/>
                          <a:pt x="89610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4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1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21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23"/>
                        </a:cubicBezTo>
                        <a:cubicBezTo>
                          <a:pt x="85468" y="5385"/>
                          <a:pt x="85330" y="5178"/>
                          <a:pt x="85123" y="5040"/>
                        </a:cubicBezTo>
                        <a:cubicBezTo>
                          <a:pt x="84985" y="4902"/>
                          <a:pt x="84778" y="4695"/>
                          <a:pt x="84640" y="4556"/>
                        </a:cubicBezTo>
                        <a:cubicBezTo>
                          <a:pt x="84502" y="4418"/>
                          <a:pt x="84295" y="4211"/>
                          <a:pt x="84157" y="4073"/>
                        </a:cubicBezTo>
                        <a:cubicBezTo>
                          <a:pt x="84018" y="3935"/>
                          <a:pt x="83811" y="3728"/>
                          <a:pt x="83673" y="3590"/>
                        </a:cubicBezTo>
                        <a:cubicBezTo>
                          <a:pt x="83673" y="3590"/>
                          <a:pt x="83535" y="3521"/>
                          <a:pt x="83535" y="3452"/>
                        </a:cubicBezTo>
                        <a:cubicBezTo>
                          <a:pt x="83535" y="3452"/>
                          <a:pt x="83535" y="3452"/>
                          <a:pt x="83535" y="3452"/>
                        </a:cubicBezTo>
                        <a:cubicBezTo>
                          <a:pt x="83466" y="3383"/>
                          <a:pt x="83328" y="3245"/>
                          <a:pt x="83190" y="3176"/>
                        </a:cubicBezTo>
                        <a:cubicBezTo>
                          <a:pt x="83052" y="3038"/>
                          <a:pt x="82845" y="2900"/>
                          <a:pt x="82638" y="2762"/>
                        </a:cubicBezTo>
                        <a:cubicBezTo>
                          <a:pt x="82500" y="2623"/>
                          <a:pt x="82292" y="2485"/>
                          <a:pt x="82154" y="2347"/>
                        </a:cubicBezTo>
                        <a:cubicBezTo>
                          <a:pt x="82016" y="2209"/>
                          <a:pt x="81809" y="2140"/>
                          <a:pt x="81671" y="2002"/>
                        </a:cubicBezTo>
                        <a:cubicBezTo>
                          <a:pt x="81533" y="1864"/>
                          <a:pt x="81326" y="1795"/>
                          <a:pt x="81188" y="1657"/>
                        </a:cubicBezTo>
                        <a:cubicBezTo>
                          <a:pt x="81050" y="1588"/>
                          <a:pt x="80843" y="1450"/>
                          <a:pt x="80705" y="1381"/>
                        </a:cubicBezTo>
                        <a:cubicBezTo>
                          <a:pt x="80705" y="1381"/>
                          <a:pt x="80636" y="1381"/>
                          <a:pt x="80566" y="1381"/>
                        </a:cubicBezTo>
                        <a:cubicBezTo>
                          <a:pt x="80429" y="1312"/>
                          <a:pt x="80359" y="1243"/>
                          <a:pt x="80221" y="1174"/>
                        </a:cubicBezTo>
                        <a:cubicBezTo>
                          <a:pt x="80083" y="1105"/>
                          <a:pt x="79945" y="1036"/>
                          <a:pt x="79738" y="967"/>
                        </a:cubicBezTo>
                        <a:cubicBezTo>
                          <a:pt x="79600" y="898"/>
                          <a:pt x="79462" y="829"/>
                          <a:pt x="79255" y="759"/>
                        </a:cubicBezTo>
                        <a:cubicBezTo>
                          <a:pt x="79117" y="759"/>
                          <a:pt x="78979" y="621"/>
                          <a:pt x="78772" y="552"/>
                        </a:cubicBezTo>
                        <a:cubicBezTo>
                          <a:pt x="78633" y="552"/>
                          <a:pt x="78495" y="414"/>
                          <a:pt x="78288" y="345"/>
                        </a:cubicBezTo>
                        <a:cubicBezTo>
                          <a:pt x="78150" y="345"/>
                          <a:pt x="78012" y="207"/>
                          <a:pt x="77805" y="207"/>
                        </a:cubicBezTo>
                        <a:cubicBezTo>
                          <a:pt x="77736" y="207"/>
                          <a:pt x="77667" y="207"/>
                          <a:pt x="77598" y="207"/>
                        </a:cubicBezTo>
                        <a:cubicBezTo>
                          <a:pt x="77598" y="207"/>
                          <a:pt x="77598" y="207"/>
                          <a:pt x="77598" y="207"/>
                        </a:cubicBezTo>
                        <a:cubicBezTo>
                          <a:pt x="77598" y="207"/>
                          <a:pt x="77460" y="207"/>
                          <a:pt x="77391" y="207"/>
                        </a:cubicBezTo>
                        <a:cubicBezTo>
                          <a:pt x="77253" y="207"/>
                          <a:pt x="77046" y="138"/>
                          <a:pt x="76908" y="69"/>
                        </a:cubicBezTo>
                        <a:cubicBezTo>
                          <a:pt x="76770" y="69"/>
                          <a:pt x="76562" y="69"/>
                          <a:pt x="76424" y="0"/>
                        </a:cubicBezTo>
                        <a:cubicBezTo>
                          <a:pt x="76286" y="0"/>
                          <a:pt x="76079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4974" y="0"/>
                          <a:pt x="74836" y="0"/>
                        </a:cubicBezTo>
                        <a:lnTo>
                          <a:pt x="45219" y="2554"/>
                        </a:lnTo>
                        <a:cubicBezTo>
                          <a:pt x="45219" y="2554"/>
                          <a:pt x="45219" y="2554"/>
                          <a:pt x="45219" y="2554"/>
                        </a:cubicBezTo>
                        <a:cubicBezTo>
                          <a:pt x="45012" y="2554"/>
                          <a:pt x="44736" y="2554"/>
                          <a:pt x="44529" y="2623"/>
                        </a:cubicBezTo>
                        <a:cubicBezTo>
                          <a:pt x="44253" y="2623"/>
                          <a:pt x="43977" y="2762"/>
                          <a:pt x="43770" y="2831"/>
                        </a:cubicBezTo>
                        <a:cubicBezTo>
                          <a:pt x="43424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102" y="24784"/>
                        </a:lnTo>
                        <a:cubicBezTo>
                          <a:pt x="33000" y="24715"/>
                          <a:pt x="33966" y="24784"/>
                          <a:pt x="34933" y="25061"/>
                        </a:cubicBezTo>
                        <a:cubicBezTo>
                          <a:pt x="34933" y="25061"/>
                          <a:pt x="34933" y="25061"/>
                          <a:pt x="34933" y="25061"/>
                        </a:cubicBezTo>
                        <a:cubicBezTo>
                          <a:pt x="35899" y="25337"/>
                          <a:pt x="36866" y="25751"/>
                          <a:pt x="37832" y="26303"/>
                        </a:cubicBezTo>
                        <a:cubicBezTo>
                          <a:pt x="38799" y="26856"/>
                          <a:pt x="39834" y="27615"/>
                          <a:pt x="40732" y="28443"/>
                        </a:cubicBezTo>
                        <a:cubicBezTo>
                          <a:pt x="40732" y="28443"/>
                          <a:pt x="40732" y="28443"/>
                          <a:pt x="40732" y="28443"/>
                        </a:cubicBezTo>
                        <a:cubicBezTo>
                          <a:pt x="41698" y="29272"/>
                          <a:pt x="42596" y="30238"/>
                          <a:pt x="43424" y="31274"/>
                        </a:cubicBezTo>
                        <a:cubicBezTo>
                          <a:pt x="43424" y="31274"/>
                          <a:pt x="43424" y="31274"/>
                          <a:pt x="43424" y="31274"/>
                        </a:cubicBezTo>
                        <a:cubicBezTo>
                          <a:pt x="44253" y="32310"/>
                          <a:pt x="45081" y="33483"/>
                          <a:pt x="45772" y="34657"/>
                        </a:cubicBezTo>
                        <a:cubicBezTo>
                          <a:pt x="45772" y="34657"/>
                          <a:pt x="45772" y="34657"/>
                          <a:pt x="45772" y="34657"/>
                        </a:cubicBezTo>
                        <a:cubicBezTo>
                          <a:pt x="46462" y="35899"/>
                          <a:pt x="47152" y="37211"/>
                          <a:pt x="47636" y="38592"/>
                        </a:cubicBezTo>
                        <a:cubicBezTo>
                          <a:pt x="47981" y="39420"/>
                          <a:pt x="48257" y="40249"/>
                          <a:pt x="48464" y="41077"/>
                        </a:cubicBezTo>
                        <a:cubicBezTo>
                          <a:pt x="48464" y="41077"/>
                          <a:pt x="48464" y="41077"/>
                          <a:pt x="48464" y="41077"/>
                        </a:cubicBezTo>
                        <a:cubicBezTo>
                          <a:pt x="48671" y="41906"/>
                          <a:pt x="48878" y="42665"/>
                          <a:pt x="48947" y="43425"/>
                        </a:cubicBezTo>
                        <a:cubicBezTo>
                          <a:pt x="48947" y="43425"/>
                          <a:pt x="48947" y="43425"/>
                          <a:pt x="48947" y="43425"/>
                        </a:cubicBezTo>
                        <a:cubicBezTo>
                          <a:pt x="49085" y="44184"/>
                          <a:pt x="49155" y="44943"/>
                          <a:pt x="49155" y="45634"/>
                        </a:cubicBezTo>
                        <a:cubicBezTo>
                          <a:pt x="49155" y="45634"/>
                          <a:pt x="49155" y="45634"/>
                          <a:pt x="49155" y="45634"/>
                        </a:cubicBezTo>
                        <a:cubicBezTo>
                          <a:pt x="49155" y="46324"/>
                          <a:pt x="49155" y="47014"/>
                          <a:pt x="49085" y="47636"/>
                        </a:cubicBezTo>
                        <a:cubicBezTo>
                          <a:pt x="49085" y="47636"/>
                          <a:pt x="49085" y="47636"/>
                          <a:pt x="49085" y="47636"/>
                        </a:cubicBezTo>
                        <a:cubicBezTo>
                          <a:pt x="49017" y="48257"/>
                          <a:pt x="48878" y="48878"/>
                          <a:pt x="48671" y="49431"/>
                        </a:cubicBezTo>
                        <a:cubicBezTo>
                          <a:pt x="48671" y="49431"/>
                          <a:pt x="48671" y="49431"/>
                          <a:pt x="48671" y="49500"/>
                        </a:cubicBezTo>
                        <a:cubicBezTo>
                          <a:pt x="48533" y="49983"/>
                          <a:pt x="48326" y="50466"/>
                          <a:pt x="48050" y="50881"/>
                        </a:cubicBezTo>
                        <a:cubicBezTo>
                          <a:pt x="48050" y="50881"/>
                          <a:pt x="47981" y="51019"/>
                          <a:pt x="47912" y="51088"/>
                        </a:cubicBezTo>
                        <a:cubicBezTo>
                          <a:pt x="47843" y="51226"/>
                          <a:pt x="47705" y="51364"/>
                          <a:pt x="47636" y="51433"/>
                        </a:cubicBezTo>
                        <a:cubicBezTo>
                          <a:pt x="47152" y="52192"/>
                          <a:pt x="46531" y="52814"/>
                          <a:pt x="45772" y="53228"/>
                        </a:cubicBezTo>
                        <a:lnTo>
                          <a:pt x="88575" y="28374"/>
                        </a:lnTo>
                        <a:cubicBezTo>
                          <a:pt x="89334" y="27960"/>
                          <a:pt x="89887" y="27339"/>
                          <a:pt x="90439" y="26579"/>
                        </a:cubicBezTo>
                        <a:cubicBezTo>
                          <a:pt x="90439" y="26579"/>
                          <a:pt x="90577" y="26510"/>
                          <a:pt x="90577" y="26441"/>
                        </a:cubicBezTo>
                        <a:cubicBezTo>
                          <a:pt x="90577" y="26372"/>
                          <a:pt x="90646" y="26303"/>
                          <a:pt x="90715" y="26234"/>
                        </a:cubicBezTo>
                        <a:cubicBezTo>
                          <a:pt x="90715" y="26234"/>
                          <a:pt x="90784" y="26096"/>
                          <a:pt x="90853" y="26027"/>
                        </a:cubicBezTo>
                        <a:cubicBezTo>
                          <a:pt x="90853" y="25889"/>
                          <a:pt x="90991" y="25820"/>
                          <a:pt x="91060" y="25682"/>
                        </a:cubicBezTo>
                        <a:cubicBezTo>
                          <a:pt x="91198" y="25475"/>
                          <a:pt x="91267" y="25268"/>
                          <a:pt x="91336" y="24992"/>
                        </a:cubicBezTo>
                        <a:cubicBezTo>
                          <a:pt x="91336" y="24853"/>
                          <a:pt x="91405" y="24715"/>
                          <a:pt x="91475" y="24577"/>
                        </a:cubicBezTo>
                        <a:cubicBezTo>
                          <a:pt x="91475" y="24577"/>
                          <a:pt x="91475" y="24577"/>
                          <a:pt x="91475" y="24508"/>
                        </a:cubicBezTo>
                        <a:cubicBezTo>
                          <a:pt x="91475" y="24508"/>
                          <a:pt x="91475" y="24439"/>
                          <a:pt x="91475" y="24370"/>
                        </a:cubicBezTo>
                        <a:cubicBezTo>
                          <a:pt x="91475" y="24163"/>
                          <a:pt x="91613" y="23956"/>
                          <a:pt x="91613" y="23818"/>
                        </a:cubicBezTo>
                        <a:cubicBezTo>
                          <a:pt x="91613" y="23611"/>
                          <a:pt x="91682" y="23404"/>
                          <a:pt x="91751" y="23266"/>
                        </a:cubicBezTo>
                        <a:cubicBezTo>
                          <a:pt x="91751" y="23128"/>
                          <a:pt x="91751" y="22920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575"/>
                          <a:pt x="91820" y="22437"/>
                          <a:pt x="91820" y="22230"/>
                        </a:cubicBezTo>
                        <a:cubicBezTo>
                          <a:pt x="91820" y="22023"/>
                          <a:pt x="91820" y="21885"/>
                          <a:pt x="91820" y="21678"/>
                        </a:cubicBezTo>
                        <a:cubicBezTo>
                          <a:pt x="91820" y="21471"/>
                          <a:pt x="91820" y="21333"/>
                          <a:pt x="91820" y="21125"/>
                        </a:cubicBezTo>
                        <a:cubicBezTo>
                          <a:pt x="91820" y="20987"/>
                          <a:pt x="91820" y="20849"/>
                          <a:pt x="91820" y="207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7" name="Google Shape;447;p23"/>
                  <p:cNvSpPr/>
                  <p:nvPr/>
                </p:nvSpPr>
                <p:spPr>
                  <a:xfrm>
                    <a:off x="2159005" y="3108735"/>
                    <a:ext cx="63100" cy="77528"/>
                  </a:xfrm>
                  <a:custGeom>
                    <a:rect b="b" l="l" r="r" t="t"/>
                    <a:pathLst>
                      <a:path extrusionOk="0" h="77528" w="63100">
                        <a:moveTo>
                          <a:pt x="62617" y="20849"/>
                        </a:moveTo>
                        <a:cubicBezTo>
                          <a:pt x="62617" y="20849"/>
                          <a:pt x="62617" y="20573"/>
                          <a:pt x="62617" y="20435"/>
                        </a:cubicBezTo>
                        <a:cubicBezTo>
                          <a:pt x="62617" y="20435"/>
                          <a:pt x="62617" y="20435"/>
                          <a:pt x="62617" y="20435"/>
                        </a:cubicBezTo>
                        <a:cubicBezTo>
                          <a:pt x="62617" y="20435"/>
                          <a:pt x="62617" y="20366"/>
                          <a:pt x="62617" y="20297"/>
                        </a:cubicBezTo>
                        <a:cubicBezTo>
                          <a:pt x="62617" y="20090"/>
                          <a:pt x="62617" y="19952"/>
                          <a:pt x="62617" y="19745"/>
                        </a:cubicBezTo>
                        <a:cubicBezTo>
                          <a:pt x="62617" y="19538"/>
                          <a:pt x="62617" y="19399"/>
                          <a:pt x="62617" y="19192"/>
                        </a:cubicBezTo>
                        <a:cubicBezTo>
                          <a:pt x="62617" y="18985"/>
                          <a:pt x="62617" y="18778"/>
                          <a:pt x="62548" y="18640"/>
                        </a:cubicBezTo>
                        <a:cubicBezTo>
                          <a:pt x="62548" y="18433"/>
                          <a:pt x="62548" y="18226"/>
                          <a:pt x="62479" y="18019"/>
                        </a:cubicBezTo>
                        <a:cubicBezTo>
                          <a:pt x="62479" y="17950"/>
                          <a:pt x="62479" y="17812"/>
                          <a:pt x="62479" y="17743"/>
                        </a:cubicBezTo>
                        <a:cubicBezTo>
                          <a:pt x="62479" y="17743"/>
                          <a:pt x="62479" y="17743"/>
                          <a:pt x="62479" y="17743"/>
                        </a:cubicBezTo>
                        <a:cubicBezTo>
                          <a:pt x="62479" y="17674"/>
                          <a:pt x="62479" y="17535"/>
                          <a:pt x="62479" y="17466"/>
                        </a:cubicBezTo>
                        <a:cubicBezTo>
                          <a:pt x="62479" y="17259"/>
                          <a:pt x="62410" y="17052"/>
                          <a:pt x="62341" y="16845"/>
                        </a:cubicBezTo>
                        <a:cubicBezTo>
                          <a:pt x="62341" y="16638"/>
                          <a:pt x="62203" y="16431"/>
                          <a:pt x="62203" y="16224"/>
                        </a:cubicBezTo>
                        <a:cubicBezTo>
                          <a:pt x="62203" y="16017"/>
                          <a:pt x="62065" y="15810"/>
                          <a:pt x="61995" y="15602"/>
                        </a:cubicBezTo>
                        <a:cubicBezTo>
                          <a:pt x="61995" y="15395"/>
                          <a:pt x="61857" y="15188"/>
                          <a:pt x="61788" y="14981"/>
                        </a:cubicBezTo>
                        <a:lnTo>
                          <a:pt x="61788" y="14981"/>
                        </a:lnTo>
                        <a:cubicBezTo>
                          <a:pt x="61788" y="14981"/>
                          <a:pt x="61788" y="14912"/>
                          <a:pt x="61788" y="14912"/>
                        </a:cubicBezTo>
                        <a:cubicBezTo>
                          <a:pt x="61788" y="14774"/>
                          <a:pt x="61650" y="14567"/>
                          <a:pt x="61581" y="14429"/>
                        </a:cubicBezTo>
                        <a:cubicBezTo>
                          <a:pt x="61581" y="14222"/>
                          <a:pt x="61443" y="14084"/>
                          <a:pt x="61374" y="13876"/>
                        </a:cubicBezTo>
                        <a:cubicBezTo>
                          <a:pt x="61305" y="13669"/>
                          <a:pt x="61236" y="13531"/>
                          <a:pt x="61167" y="13324"/>
                        </a:cubicBezTo>
                        <a:cubicBezTo>
                          <a:pt x="61098" y="13117"/>
                          <a:pt x="61029" y="12979"/>
                          <a:pt x="60960" y="12772"/>
                        </a:cubicBezTo>
                        <a:cubicBezTo>
                          <a:pt x="60891" y="12565"/>
                          <a:pt x="60822" y="12427"/>
                          <a:pt x="60684" y="12220"/>
                        </a:cubicBezTo>
                        <a:cubicBezTo>
                          <a:pt x="60684" y="12220"/>
                          <a:pt x="60684" y="12151"/>
                          <a:pt x="60684" y="12082"/>
                        </a:cubicBezTo>
                        <a:cubicBezTo>
                          <a:pt x="60684" y="12082"/>
                          <a:pt x="60684" y="12082"/>
                          <a:pt x="60684" y="12082"/>
                        </a:cubicBezTo>
                        <a:cubicBezTo>
                          <a:pt x="60615" y="11943"/>
                          <a:pt x="60546" y="11736"/>
                          <a:pt x="60477" y="11598"/>
                        </a:cubicBezTo>
                        <a:cubicBezTo>
                          <a:pt x="60339" y="11391"/>
                          <a:pt x="60269" y="11184"/>
                          <a:pt x="60131" y="10977"/>
                        </a:cubicBezTo>
                        <a:cubicBezTo>
                          <a:pt x="59924" y="10632"/>
                          <a:pt x="59786" y="10287"/>
                          <a:pt x="59579" y="9941"/>
                        </a:cubicBezTo>
                        <a:cubicBezTo>
                          <a:pt x="59510" y="9803"/>
                          <a:pt x="59372" y="9596"/>
                          <a:pt x="59303" y="9458"/>
                        </a:cubicBezTo>
                        <a:cubicBezTo>
                          <a:pt x="59234" y="9320"/>
                          <a:pt x="59165" y="9182"/>
                          <a:pt x="59027" y="9044"/>
                        </a:cubicBezTo>
                        <a:cubicBezTo>
                          <a:pt x="58889" y="8837"/>
                          <a:pt x="58751" y="8630"/>
                          <a:pt x="58682" y="8423"/>
                        </a:cubicBezTo>
                        <a:cubicBezTo>
                          <a:pt x="58475" y="8077"/>
                          <a:pt x="58198" y="7732"/>
                          <a:pt x="57991" y="7387"/>
                        </a:cubicBezTo>
                        <a:cubicBezTo>
                          <a:pt x="57853" y="7180"/>
                          <a:pt x="57646" y="6973"/>
                          <a:pt x="57508" y="6766"/>
                        </a:cubicBezTo>
                        <a:cubicBezTo>
                          <a:pt x="57508" y="6697"/>
                          <a:pt x="57370" y="6628"/>
                          <a:pt x="57370" y="6559"/>
                        </a:cubicBezTo>
                        <a:cubicBezTo>
                          <a:pt x="57301" y="6420"/>
                          <a:pt x="57163" y="6351"/>
                          <a:pt x="57094" y="6213"/>
                        </a:cubicBezTo>
                        <a:cubicBezTo>
                          <a:pt x="56956" y="6006"/>
                          <a:pt x="56818" y="5868"/>
                          <a:pt x="56680" y="5730"/>
                        </a:cubicBezTo>
                        <a:cubicBezTo>
                          <a:pt x="56542" y="5592"/>
                          <a:pt x="56403" y="5385"/>
                          <a:pt x="56196" y="5247"/>
                        </a:cubicBezTo>
                        <a:cubicBezTo>
                          <a:pt x="56058" y="5109"/>
                          <a:pt x="55851" y="4902"/>
                          <a:pt x="55713" y="4764"/>
                        </a:cubicBezTo>
                        <a:cubicBezTo>
                          <a:pt x="55575" y="4625"/>
                          <a:pt x="55368" y="4418"/>
                          <a:pt x="55230" y="4280"/>
                        </a:cubicBezTo>
                        <a:cubicBezTo>
                          <a:pt x="55092" y="4142"/>
                          <a:pt x="54885" y="3935"/>
                          <a:pt x="54747" y="3797"/>
                        </a:cubicBezTo>
                        <a:cubicBezTo>
                          <a:pt x="54747" y="3797"/>
                          <a:pt x="54677" y="3728"/>
                          <a:pt x="54609" y="3659"/>
                        </a:cubicBezTo>
                        <a:cubicBezTo>
                          <a:pt x="54609" y="3659"/>
                          <a:pt x="54609" y="3659"/>
                          <a:pt x="54609" y="3659"/>
                        </a:cubicBezTo>
                        <a:cubicBezTo>
                          <a:pt x="54470" y="3590"/>
                          <a:pt x="54401" y="3452"/>
                          <a:pt x="54263" y="3383"/>
                        </a:cubicBezTo>
                        <a:cubicBezTo>
                          <a:pt x="54125" y="3245"/>
                          <a:pt x="53918" y="3107"/>
                          <a:pt x="53780" y="2969"/>
                        </a:cubicBezTo>
                        <a:cubicBezTo>
                          <a:pt x="53642" y="2831"/>
                          <a:pt x="53435" y="2692"/>
                          <a:pt x="53297" y="2554"/>
                        </a:cubicBezTo>
                        <a:cubicBezTo>
                          <a:pt x="53159" y="2416"/>
                          <a:pt x="52952" y="2347"/>
                          <a:pt x="52814" y="2209"/>
                        </a:cubicBezTo>
                        <a:cubicBezTo>
                          <a:pt x="52675" y="2071"/>
                          <a:pt x="52468" y="2002"/>
                          <a:pt x="52330" y="1864"/>
                        </a:cubicBezTo>
                        <a:cubicBezTo>
                          <a:pt x="52192" y="1795"/>
                          <a:pt x="51985" y="1657"/>
                          <a:pt x="51847" y="1588"/>
                        </a:cubicBezTo>
                        <a:cubicBezTo>
                          <a:pt x="51847" y="1588"/>
                          <a:pt x="51778" y="1588"/>
                          <a:pt x="51709" y="1588"/>
                        </a:cubicBezTo>
                        <a:cubicBezTo>
                          <a:pt x="51571" y="1519"/>
                          <a:pt x="51502" y="1450"/>
                          <a:pt x="51364" y="1381"/>
                        </a:cubicBezTo>
                        <a:cubicBezTo>
                          <a:pt x="51226" y="1312"/>
                          <a:pt x="51019" y="1243"/>
                          <a:pt x="50881" y="1105"/>
                        </a:cubicBezTo>
                        <a:cubicBezTo>
                          <a:pt x="50742" y="1036"/>
                          <a:pt x="50604" y="967"/>
                          <a:pt x="50397" y="898"/>
                        </a:cubicBezTo>
                        <a:cubicBezTo>
                          <a:pt x="50259" y="828"/>
                          <a:pt x="50121" y="759"/>
                          <a:pt x="49914" y="690"/>
                        </a:cubicBezTo>
                        <a:cubicBezTo>
                          <a:pt x="49776" y="690"/>
                          <a:pt x="49569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6" y="345"/>
                        </a:cubicBezTo>
                        <a:cubicBezTo>
                          <a:pt x="48878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0" y="0"/>
                          <a:pt x="47222" y="0"/>
                          <a:pt x="47152" y="0"/>
                        </a:cubicBezTo>
                        <a:cubicBezTo>
                          <a:pt x="46945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4" y="0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081" y="69"/>
                          <a:pt x="44805" y="207"/>
                          <a:pt x="44529" y="276"/>
                        </a:cubicBezTo>
                        <a:cubicBezTo>
                          <a:pt x="44184" y="414"/>
                          <a:pt x="43908" y="552"/>
                          <a:pt x="43563" y="690"/>
                        </a:cubicBezTo>
                        <a:lnTo>
                          <a:pt x="759" y="25544"/>
                        </a:lnTo>
                        <a:cubicBezTo>
                          <a:pt x="1312" y="25199"/>
                          <a:pt x="1933" y="24991"/>
                          <a:pt x="2554" y="24853"/>
                        </a:cubicBezTo>
                        <a:cubicBezTo>
                          <a:pt x="2554" y="24853"/>
                          <a:pt x="2554" y="24853"/>
                          <a:pt x="2554" y="24853"/>
                        </a:cubicBezTo>
                        <a:cubicBezTo>
                          <a:pt x="3176" y="24715"/>
                          <a:pt x="3866" y="24715"/>
                          <a:pt x="4556" y="24784"/>
                        </a:cubicBezTo>
                        <a:cubicBezTo>
                          <a:pt x="4556" y="24784"/>
                          <a:pt x="4556" y="24784"/>
                          <a:pt x="4556" y="24784"/>
                        </a:cubicBezTo>
                        <a:cubicBezTo>
                          <a:pt x="5247" y="24853"/>
                          <a:pt x="5937" y="24991"/>
                          <a:pt x="6697" y="25268"/>
                        </a:cubicBezTo>
                        <a:cubicBezTo>
                          <a:pt x="6697" y="25268"/>
                          <a:pt x="6697" y="25268"/>
                          <a:pt x="6697" y="25268"/>
                        </a:cubicBezTo>
                        <a:cubicBezTo>
                          <a:pt x="7456" y="25544"/>
                          <a:pt x="8215" y="25889"/>
                          <a:pt x="8975" y="26303"/>
                        </a:cubicBezTo>
                        <a:cubicBezTo>
                          <a:pt x="9941" y="26856"/>
                          <a:pt x="10908" y="27546"/>
                          <a:pt x="11874" y="28443"/>
                        </a:cubicBezTo>
                        <a:cubicBezTo>
                          <a:pt x="11874" y="28443"/>
                          <a:pt x="11874" y="28443"/>
                          <a:pt x="11874" y="28443"/>
                        </a:cubicBezTo>
                        <a:cubicBezTo>
                          <a:pt x="12841" y="29272"/>
                          <a:pt x="13738" y="30238"/>
                          <a:pt x="14636" y="31412"/>
                        </a:cubicBezTo>
                        <a:cubicBezTo>
                          <a:pt x="15257" y="32240"/>
                          <a:pt x="15879" y="33069"/>
                          <a:pt x="16362" y="33897"/>
                        </a:cubicBezTo>
                        <a:cubicBezTo>
                          <a:pt x="16431" y="34035"/>
                          <a:pt x="16500" y="34173"/>
                          <a:pt x="16638" y="34312"/>
                        </a:cubicBezTo>
                        <a:cubicBezTo>
                          <a:pt x="17190" y="35140"/>
                          <a:pt x="17674" y="36038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cubicBezTo>
                          <a:pt x="20021" y="42527"/>
                          <a:pt x="20021" y="42527"/>
                          <a:pt x="20021" y="42527"/>
                        </a:cubicBezTo>
                        <a:cubicBezTo>
                          <a:pt x="20228" y="43424"/>
                          <a:pt x="20297" y="44322"/>
                          <a:pt x="20366" y="45219"/>
                        </a:cubicBezTo>
                        <a:cubicBezTo>
                          <a:pt x="20366" y="45219"/>
                          <a:pt x="20366" y="45219"/>
                          <a:pt x="20366" y="45219"/>
                        </a:cubicBezTo>
                        <a:cubicBezTo>
                          <a:pt x="20366" y="46117"/>
                          <a:pt x="20366" y="46945"/>
                          <a:pt x="20366" y="47705"/>
                        </a:cubicBezTo>
                        <a:cubicBezTo>
                          <a:pt x="20366" y="47705"/>
                          <a:pt x="20366" y="47705"/>
                          <a:pt x="20366" y="47705"/>
                        </a:cubicBezTo>
                        <a:cubicBezTo>
                          <a:pt x="20297" y="48464"/>
                          <a:pt x="20090" y="49224"/>
                          <a:pt x="19883" y="49914"/>
                        </a:cubicBezTo>
                        <a:cubicBezTo>
                          <a:pt x="19883" y="49914"/>
                          <a:pt x="19883" y="49914"/>
                          <a:pt x="19883" y="49914"/>
                        </a:cubicBezTo>
                        <a:cubicBezTo>
                          <a:pt x="19607" y="50604"/>
                          <a:pt x="19330" y="51226"/>
                          <a:pt x="18916" y="51778"/>
                        </a:cubicBezTo>
                        <a:lnTo>
                          <a:pt x="1795" y="75872"/>
                        </a:lnTo>
                        <a:cubicBezTo>
                          <a:pt x="1312" y="76562"/>
                          <a:pt x="690" y="77115"/>
                          <a:pt x="0" y="77529"/>
                        </a:cubicBezTo>
                        <a:lnTo>
                          <a:pt x="42803" y="52676"/>
                        </a:lnTo>
                        <a:cubicBezTo>
                          <a:pt x="43493" y="52261"/>
                          <a:pt x="44115" y="51709"/>
                          <a:pt x="44598" y="51019"/>
                        </a:cubicBezTo>
                        <a:lnTo>
                          <a:pt x="61719" y="26925"/>
                        </a:lnTo>
                        <a:cubicBezTo>
                          <a:pt x="61719" y="26925"/>
                          <a:pt x="61857" y="26717"/>
                          <a:pt x="61927" y="26579"/>
                        </a:cubicBezTo>
                        <a:cubicBezTo>
                          <a:pt x="62065" y="26303"/>
                          <a:pt x="62203" y="26096"/>
                          <a:pt x="62341" y="25820"/>
                        </a:cubicBezTo>
                        <a:cubicBezTo>
                          <a:pt x="62410" y="25613"/>
                          <a:pt x="62548" y="25406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061"/>
                        </a:cubicBezTo>
                        <a:cubicBezTo>
                          <a:pt x="62617" y="25061"/>
                          <a:pt x="62617" y="25061"/>
                          <a:pt x="62617" y="25061"/>
                        </a:cubicBezTo>
                        <a:cubicBezTo>
                          <a:pt x="62617" y="24922"/>
                          <a:pt x="62755" y="24784"/>
                          <a:pt x="62755" y="24577"/>
                        </a:cubicBezTo>
                        <a:cubicBezTo>
                          <a:pt x="62755" y="24370"/>
                          <a:pt x="62893" y="24232"/>
                          <a:pt x="62893" y="24025"/>
                        </a:cubicBezTo>
                        <a:cubicBezTo>
                          <a:pt x="62893" y="23818"/>
                          <a:pt x="62962" y="23680"/>
                          <a:pt x="63031" y="23473"/>
                        </a:cubicBezTo>
                        <a:cubicBezTo>
                          <a:pt x="63031" y="23266"/>
                          <a:pt x="63031" y="23128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782"/>
                          <a:pt x="63100" y="22644"/>
                          <a:pt x="63100" y="22437"/>
                        </a:cubicBezTo>
                        <a:cubicBezTo>
                          <a:pt x="63100" y="22230"/>
                          <a:pt x="63100" y="22092"/>
                          <a:pt x="63100" y="21885"/>
                        </a:cubicBezTo>
                        <a:cubicBezTo>
                          <a:pt x="63100" y="21678"/>
                          <a:pt x="63100" y="21540"/>
                          <a:pt x="63100" y="21333"/>
                        </a:cubicBezTo>
                        <a:cubicBezTo>
                          <a:pt x="63100" y="21125"/>
                          <a:pt x="63100" y="20987"/>
                          <a:pt x="63100" y="207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8" name="Google Shape;448;p23"/>
                  <p:cNvSpPr/>
                  <p:nvPr/>
                </p:nvSpPr>
                <p:spPr>
                  <a:xfrm>
                    <a:off x="2333877" y="3209943"/>
                    <a:ext cx="79047" cy="97066"/>
                  </a:xfrm>
                  <a:custGeom>
                    <a:rect b="b" l="l" r="r" t="t"/>
                    <a:pathLst>
                      <a:path extrusionOk="0" h="97066" w="79047">
                        <a:moveTo>
                          <a:pt x="78979" y="64205"/>
                        </a:moveTo>
                        <a:cubicBezTo>
                          <a:pt x="78979" y="64205"/>
                          <a:pt x="78979" y="64205"/>
                          <a:pt x="78979" y="64205"/>
                        </a:cubicBezTo>
                        <a:cubicBezTo>
                          <a:pt x="78979" y="64205"/>
                          <a:pt x="78979" y="64136"/>
                          <a:pt x="78979" y="64067"/>
                        </a:cubicBezTo>
                        <a:cubicBezTo>
                          <a:pt x="78979" y="63859"/>
                          <a:pt x="78979" y="63721"/>
                          <a:pt x="78979" y="63514"/>
                        </a:cubicBezTo>
                        <a:cubicBezTo>
                          <a:pt x="78979" y="63307"/>
                          <a:pt x="78979" y="63169"/>
                          <a:pt x="78979" y="62962"/>
                        </a:cubicBezTo>
                        <a:cubicBezTo>
                          <a:pt x="78979" y="62755"/>
                          <a:pt x="78979" y="62617"/>
                          <a:pt x="78979" y="62410"/>
                        </a:cubicBezTo>
                        <a:cubicBezTo>
                          <a:pt x="78979" y="62272"/>
                          <a:pt x="78979" y="62134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26"/>
                        </a:cubicBezTo>
                        <a:cubicBezTo>
                          <a:pt x="78979" y="61719"/>
                          <a:pt x="78979" y="61512"/>
                          <a:pt x="78910" y="61374"/>
                        </a:cubicBezTo>
                        <a:cubicBezTo>
                          <a:pt x="78910" y="61167"/>
                          <a:pt x="78841" y="60960"/>
                          <a:pt x="78772" y="60753"/>
                        </a:cubicBezTo>
                        <a:cubicBezTo>
                          <a:pt x="78772" y="60546"/>
                          <a:pt x="78703" y="60339"/>
                          <a:pt x="78634" y="60131"/>
                        </a:cubicBezTo>
                        <a:cubicBezTo>
                          <a:pt x="78634" y="59993"/>
                          <a:pt x="78565" y="59786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579"/>
                        </a:cubicBezTo>
                        <a:cubicBezTo>
                          <a:pt x="78495" y="59372"/>
                          <a:pt x="78357" y="59165"/>
                          <a:pt x="78288" y="58958"/>
                        </a:cubicBezTo>
                        <a:cubicBezTo>
                          <a:pt x="78288" y="58751"/>
                          <a:pt x="78150" y="58544"/>
                          <a:pt x="78081" y="58337"/>
                        </a:cubicBezTo>
                        <a:cubicBezTo>
                          <a:pt x="78081" y="58129"/>
                          <a:pt x="77943" y="57922"/>
                          <a:pt x="77874" y="57784"/>
                        </a:cubicBezTo>
                        <a:cubicBezTo>
                          <a:pt x="77805" y="57577"/>
                          <a:pt x="77736" y="57370"/>
                          <a:pt x="77667" y="57232"/>
                        </a:cubicBezTo>
                        <a:cubicBezTo>
                          <a:pt x="77667" y="57232"/>
                          <a:pt x="77667" y="57232"/>
                          <a:pt x="77667" y="57232"/>
                        </a:cubicBezTo>
                        <a:lnTo>
                          <a:pt x="60753" y="13462"/>
                        </a:lnTo>
                        <a:cubicBezTo>
                          <a:pt x="60753" y="13462"/>
                          <a:pt x="60753" y="13462"/>
                          <a:pt x="60753" y="13462"/>
                        </a:cubicBezTo>
                        <a:cubicBezTo>
                          <a:pt x="60684" y="13255"/>
                          <a:pt x="60615" y="13117"/>
                          <a:pt x="60546" y="12910"/>
                        </a:cubicBezTo>
                        <a:cubicBezTo>
                          <a:pt x="60477" y="12703"/>
                          <a:pt x="60408" y="12565"/>
                          <a:pt x="60339" y="12358"/>
                        </a:cubicBezTo>
                        <a:cubicBezTo>
                          <a:pt x="60270" y="12151"/>
                          <a:pt x="60201" y="12012"/>
                          <a:pt x="60063" y="11805"/>
                        </a:cubicBezTo>
                        <a:cubicBezTo>
                          <a:pt x="59993" y="11598"/>
                          <a:pt x="59855" y="11391"/>
                          <a:pt x="59786" y="11253"/>
                        </a:cubicBezTo>
                        <a:cubicBezTo>
                          <a:pt x="59648" y="11046"/>
                          <a:pt x="59579" y="10770"/>
                          <a:pt x="59441" y="10563"/>
                        </a:cubicBezTo>
                        <a:cubicBezTo>
                          <a:pt x="59303" y="10218"/>
                          <a:pt x="59096" y="9941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682" y="9182"/>
                          <a:pt x="58337" y="8630"/>
                          <a:pt x="57991" y="8146"/>
                        </a:cubicBezTo>
                        <a:cubicBezTo>
                          <a:pt x="57784" y="7801"/>
                          <a:pt x="57577" y="7525"/>
                          <a:pt x="57370" y="7249"/>
                        </a:cubicBezTo>
                        <a:cubicBezTo>
                          <a:pt x="57232" y="7042"/>
                          <a:pt x="57025" y="6835"/>
                          <a:pt x="56887" y="6628"/>
                        </a:cubicBezTo>
                        <a:cubicBezTo>
                          <a:pt x="56818" y="6490"/>
                          <a:pt x="56680" y="6420"/>
                          <a:pt x="56611" y="6282"/>
                        </a:cubicBezTo>
                        <a:lnTo>
                          <a:pt x="56611" y="6282"/>
                        </a:lnTo>
                        <a:cubicBezTo>
                          <a:pt x="56611" y="6282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7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4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1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3987" y="3452"/>
                          <a:pt x="53918" y="3452"/>
                        </a:cubicBezTo>
                        <a:cubicBezTo>
                          <a:pt x="53918" y="3452"/>
                          <a:pt x="53918" y="3452"/>
                          <a:pt x="53918" y="3452"/>
                        </a:cubicBezTo>
                        <a:cubicBezTo>
                          <a:pt x="53849" y="3383"/>
                          <a:pt x="53711" y="3245"/>
                          <a:pt x="53642" y="3176"/>
                        </a:cubicBezTo>
                        <a:cubicBezTo>
                          <a:pt x="53435" y="3038"/>
                          <a:pt x="53297" y="2900"/>
                          <a:pt x="53090" y="2761"/>
                        </a:cubicBezTo>
                        <a:cubicBezTo>
                          <a:pt x="52952" y="2623"/>
                          <a:pt x="52745" y="2485"/>
                          <a:pt x="52606" y="2347"/>
                        </a:cubicBezTo>
                        <a:cubicBezTo>
                          <a:pt x="52468" y="2209"/>
                          <a:pt x="52261" y="2071"/>
                          <a:pt x="52123" y="2002"/>
                        </a:cubicBezTo>
                        <a:cubicBezTo>
                          <a:pt x="51985" y="1864"/>
                          <a:pt x="51778" y="1795"/>
                          <a:pt x="51640" y="1657"/>
                        </a:cubicBezTo>
                        <a:cubicBezTo>
                          <a:pt x="51502" y="1588"/>
                          <a:pt x="51295" y="1450"/>
                          <a:pt x="51157" y="1381"/>
                        </a:cubicBezTo>
                        <a:cubicBezTo>
                          <a:pt x="51157" y="1381"/>
                          <a:pt x="51088" y="1381"/>
                          <a:pt x="51019" y="1381"/>
                        </a:cubicBezTo>
                        <a:cubicBezTo>
                          <a:pt x="50881" y="1312"/>
                          <a:pt x="50743" y="1243"/>
                          <a:pt x="50673" y="1174"/>
                        </a:cubicBezTo>
                        <a:cubicBezTo>
                          <a:pt x="50535" y="1105"/>
                          <a:pt x="50397" y="1036"/>
                          <a:pt x="50190" y="967"/>
                        </a:cubicBezTo>
                        <a:cubicBezTo>
                          <a:pt x="50052" y="897"/>
                          <a:pt x="49914" y="828"/>
                          <a:pt x="49707" y="759"/>
                        </a:cubicBezTo>
                        <a:cubicBezTo>
                          <a:pt x="49569" y="690"/>
                          <a:pt x="49431" y="621"/>
                          <a:pt x="49224" y="552"/>
                        </a:cubicBezTo>
                        <a:cubicBezTo>
                          <a:pt x="49086" y="552"/>
                          <a:pt x="48947" y="414"/>
                          <a:pt x="48740" y="345"/>
                        </a:cubicBezTo>
                        <a:cubicBezTo>
                          <a:pt x="48602" y="345"/>
                          <a:pt x="48464" y="207"/>
                          <a:pt x="48257" y="207"/>
                        </a:cubicBezTo>
                        <a:cubicBezTo>
                          <a:pt x="48188" y="207"/>
                          <a:pt x="48119" y="207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669" y="0"/>
                          <a:pt x="46531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81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16" y="24784"/>
                        </a:cubicBezTo>
                        <a:cubicBezTo>
                          <a:pt x="3314" y="24715"/>
                          <a:pt x="4280" y="24784"/>
                          <a:pt x="5247" y="25060"/>
                        </a:cubicBezTo>
                        <a:cubicBezTo>
                          <a:pt x="5247" y="25060"/>
                          <a:pt x="5247" y="25060"/>
                          <a:pt x="5247" y="25060"/>
                        </a:cubicBezTo>
                        <a:cubicBezTo>
                          <a:pt x="6213" y="25337"/>
                          <a:pt x="7180" y="25751"/>
                          <a:pt x="8146" y="26303"/>
                        </a:cubicBezTo>
                        <a:cubicBezTo>
                          <a:pt x="9113" y="26856"/>
                          <a:pt x="10149" y="27615"/>
                          <a:pt x="11046" y="28443"/>
                        </a:cubicBezTo>
                        <a:cubicBezTo>
                          <a:pt x="11046" y="28443"/>
                          <a:pt x="11046" y="28443"/>
                          <a:pt x="11046" y="28443"/>
                        </a:cubicBezTo>
                        <a:cubicBezTo>
                          <a:pt x="12012" y="29272"/>
                          <a:pt x="12910" y="30238"/>
                          <a:pt x="13738" y="31274"/>
                        </a:cubicBezTo>
                        <a:cubicBezTo>
                          <a:pt x="13738" y="31274"/>
                          <a:pt x="13738" y="31274"/>
                          <a:pt x="13738" y="31274"/>
                        </a:cubicBezTo>
                        <a:cubicBezTo>
                          <a:pt x="14567" y="32309"/>
                          <a:pt x="15395" y="33483"/>
                          <a:pt x="16086" y="34657"/>
                        </a:cubicBezTo>
                        <a:cubicBezTo>
                          <a:pt x="16086" y="34657"/>
                          <a:pt x="16086" y="34657"/>
                          <a:pt x="16086" y="34657"/>
                        </a:cubicBezTo>
                        <a:cubicBezTo>
                          <a:pt x="16776" y="35899"/>
                          <a:pt x="17466" y="37211"/>
                          <a:pt x="17950" y="38592"/>
                        </a:cubicBezTo>
                        <a:lnTo>
                          <a:pt x="34864" y="82362"/>
                        </a:lnTo>
                        <a:cubicBezTo>
                          <a:pt x="35209" y="83190"/>
                          <a:pt x="35485" y="84018"/>
                          <a:pt x="35692" y="84847"/>
                        </a:cubicBezTo>
                        <a:cubicBezTo>
                          <a:pt x="35692" y="84847"/>
                          <a:pt x="35692" y="84847"/>
                          <a:pt x="35692" y="84847"/>
                        </a:cubicBezTo>
                        <a:cubicBezTo>
                          <a:pt x="35900" y="85675"/>
                          <a:pt x="36107" y="86435"/>
                          <a:pt x="36176" y="87194"/>
                        </a:cubicBezTo>
                        <a:cubicBezTo>
                          <a:pt x="36176" y="87194"/>
                          <a:pt x="36176" y="87194"/>
                          <a:pt x="36176" y="87194"/>
                        </a:cubicBezTo>
                        <a:cubicBezTo>
                          <a:pt x="36314" y="87954"/>
                          <a:pt x="36383" y="88713"/>
                          <a:pt x="36383" y="89403"/>
                        </a:cubicBezTo>
                        <a:cubicBezTo>
                          <a:pt x="36383" y="89403"/>
                          <a:pt x="36383" y="89403"/>
                          <a:pt x="36383" y="89403"/>
                        </a:cubicBezTo>
                        <a:cubicBezTo>
                          <a:pt x="36383" y="90094"/>
                          <a:pt x="36383" y="90784"/>
                          <a:pt x="36314" y="91406"/>
                        </a:cubicBezTo>
                        <a:cubicBezTo>
                          <a:pt x="36314" y="91406"/>
                          <a:pt x="36314" y="91406"/>
                          <a:pt x="36314" y="91406"/>
                        </a:cubicBezTo>
                        <a:cubicBezTo>
                          <a:pt x="36245" y="92027"/>
                          <a:pt x="36107" y="92648"/>
                          <a:pt x="35900" y="93200"/>
                        </a:cubicBezTo>
                        <a:cubicBezTo>
                          <a:pt x="35900" y="93200"/>
                          <a:pt x="35900" y="93200"/>
                          <a:pt x="35900" y="93269"/>
                        </a:cubicBezTo>
                        <a:cubicBezTo>
                          <a:pt x="35761" y="93753"/>
                          <a:pt x="35554" y="94236"/>
                          <a:pt x="35278" y="94719"/>
                        </a:cubicBezTo>
                        <a:cubicBezTo>
                          <a:pt x="35278" y="94719"/>
                          <a:pt x="35209" y="94857"/>
                          <a:pt x="35140" y="94926"/>
                        </a:cubicBezTo>
                        <a:cubicBezTo>
                          <a:pt x="35071" y="95064"/>
                          <a:pt x="34933" y="95202"/>
                          <a:pt x="34864" y="95272"/>
                        </a:cubicBezTo>
                        <a:cubicBezTo>
                          <a:pt x="34381" y="96031"/>
                          <a:pt x="33759" y="96652"/>
                          <a:pt x="33000" y="97066"/>
                        </a:cubicBez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33000" y="97066"/>
                        </a:ln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75803" y="72213"/>
                        </a:lnTo>
                        <a:cubicBezTo>
                          <a:pt x="76562" y="71799"/>
                          <a:pt x="77115" y="71177"/>
                          <a:pt x="77667" y="70418"/>
                        </a:cubicBezTo>
                        <a:cubicBezTo>
                          <a:pt x="77667" y="70418"/>
                          <a:pt x="77805" y="70349"/>
                          <a:pt x="77805" y="70280"/>
                        </a:cubicBezTo>
                        <a:cubicBezTo>
                          <a:pt x="77805" y="70211"/>
                          <a:pt x="77874" y="70142"/>
                          <a:pt x="77943" y="70073"/>
                        </a:cubicBezTo>
                        <a:cubicBezTo>
                          <a:pt x="77943" y="70073"/>
                          <a:pt x="78012" y="69935"/>
                          <a:pt x="78081" y="69866"/>
                        </a:cubicBezTo>
                        <a:cubicBezTo>
                          <a:pt x="78081" y="69728"/>
                          <a:pt x="78219" y="69659"/>
                          <a:pt x="78288" y="69521"/>
                        </a:cubicBezTo>
                        <a:cubicBezTo>
                          <a:pt x="78427" y="69313"/>
                          <a:pt x="78495" y="69106"/>
                          <a:pt x="78565" y="68830"/>
                        </a:cubicBezTo>
                        <a:cubicBezTo>
                          <a:pt x="78565" y="68692"/>
                          <a:pt x="78634" y="68554"/>
                          <a:pt x="78703" y="68416"/>
                        </a:cubicBezTo>
                        <a:cubicBezTo>
                          <a:pt x="78703" y="68416"/>
                          <a:pt x="78703" y="68416"/>
                          <a:pt x="78703" y="68347"/>
                        </a:cubicBezTo>
                        <a:cubicBezTo>
                          <a:pt x="78703" y="68347"/>
                          <a:pt x="78703" y="68278"/>
                          <a:pt x="78703" y="68209"/>
                        </a:cubicBezTo>
                        <a:cubicBezTo>
                          <a:pt x="78703" y="68002"/>
                          <a:pt x="78841" y="67795"/>
                          <a:pt x="78841" y="67657"/>
                        </a:cubicBezTo>
                        <a:cubicBezTo>
                          <a:pt x="78841" y="67450"/>
                          <a:pt x="78910" y="67242"/>
                          <a:pt x="78979" y="67104"/>
                        </a:cubicBezTo>
                        <a:cubicBezTo>
                          <a:pt x="78979" y="66966"/>
                          <a:pt x="78979" y="66759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414"/>
                          <a:pt x="79048" y="66276"/>
                          <a:pt x="79048" y="66069"/>
                        </a:cubicBezTo>
                        <a:cubicBezTo>
                          <a:pt x="79048" y="65862"/>
                          <a:pt x="79048" y="65724"/>
                          <a:pt x="79048" y="65516"/>
                        </a:cubicBezTo>
                        <a:cubicBezTo>
                          <a:pt x="79048" y="65309"/>
                          <a:pt x="79048" y="65171"/>
                          <a:pt x="79048" y="64964"/>
                        </a:cubicBezTo>
                        <a:cubicBezTo>
                          <a:pt x="79048" y="64826"/>
                          <a:pt x="79048" y="64688"/>
                          <a:pt x="79048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49" name="Google Shape;449;p23"/>
                  <p:cNvSpPr/>
                  <p:nvPr/>
                </p:nvSpPr>
                <p:spPr>
                  <a:xfrm>
                    <a:off x="2067462" y="2761684"/>
                    <a:ext cx="91888" cy="90162"/>
                  </a:xfrm>
                  <a:custGeom>
                    <a:rect b="b" l="l" r="r" t="t"/>
                    <a:pathLst>
                      <a:path extrusionOk="0" h="90162" w="91888">
                        <a:moveTo>
                          <a:pt x="91129" y="57439"/>
                        </a:moveTo>
                        <a:cubicBezTo>
                          <a:pt x="91129" y="57439"/>
                          <a:pt x="91129" y="57163"/>
                          <a:pt x="91129" y="57025"/>
                        </a:cubicBezTo>
                        <a:cubicBezTo>
                          <a:pt x="91129" y="57025"/>
                          <a:pt x="91129" y="57025"/>
                          <a:pt x="91129" y="57025"/>
                        </a:cubicBezTo>
                        <a:cubicBezTo>
                          <a:pt x="91129" y="57025"/>
                          <a:pt x="91129" y="56956"/>
                          <a:pt x="91129" y="56887"/>
                        </a:cubicBezTo>
                        <a:cubicBezTo>
                          <a:pt x="91129" y="56680"/>
                          <a:pt x="91129" y="56542"/>
                          <a:pt x="91129" y="56335"/>
                        </a:cubicBezTo>
                        <a:cubicBezTo>
                          <a:pt x="91129" y="56127"/>
                          <a:pt x="91129" y="55989"/>
                          <a:pt x="91129" y="55782"/>
                        </a:cubicBezTo>
                        <a:cubicBezTo>
                          <a:pt x="91129" y="55575"/>
                          <a:pt x="91129" y="55368"/>
                          <a:pt x="91060" y="55230"/>
                        </a:cubicBezTo>
                        <a:cubicBezTo>
                          <a:pt x="91060" y="55023"/>
                          <a:pt x="91060" y="54816"/>
                          <a:pt x="90991" y="54609"/>
                        </a:cubicBezTo>
                        <a:cubicBezTo>
                          <a:pt x="90991" y="54540"/>
                          <a:pt x="90991" y="54401"/>
                          <a:pt x="90991" y="54332"/>
                        </a:cubicBezTo>
                        <a:cubicBezTo>
                          <a:pt x="90991" y="54332"/>
                          <a:pt x="90991" y="54332"/>
                          <a:pt x="90991" y="54332"/>
                        </a:cubicBezTo>
                        <a:cubicBezTo>
                          <a:pt x="90991" y="54263"/>
                          <a:pt x="90991" y="54125"/>
                          <a:pt x="90991" y="54056"/>
                        </a:cubicBezTo>
                        <a:cubicBezTo>
                          <a:pt x="90991" y="53849"/>
                          <a:pt x="90922" y="53642"/>
                          <a:pt x="90853" y="53435"/>
                        </a:cubicBezTo>
                        <a:cubicBezTo>
                          <a:pt x="90853" y="53228"/>
                          <a:pt x="90715" y="53021"/>
                          <a:pt x="90715" y="52814"/>
                        </a:cubicBezTo>
                        <a:cubicBezTo>
                          <a:pt x="90715" y="52607"/>
                          <a:pt x="90577" y="52399"/>
                          <a:pt x="90508" y="52192"/>
                        </a:cubicBezTo>
                        <a:cubicBezTo>
                          <a:pt x="90508" y="51985"/>
                          <a:pt x="90370" y="51778"/>
                          <a:pt x="90301" y="51571"/>
                        </a:cubicBezTo>
                        <a:cubicBezTo>
                          <a:pt x="90301" y="51571"/>
                          <a:pt x="90301" y="51571"/>
                          <a:pt x="90301" y="51502"/>
                        </a:cubicBezTo>
                        <a:cubicBezTo>
                          <a:pt x="90301" y="51502"/>
                          <a:pt x="90301" y="51502"/>
                          <a:pt x="90301" y="51502"/>
                        </a:cubicBezTo>
                        <a:cubicBezTo>
                          <a:pt x="90301" y="51364"/>
                          <a:pt x="90163" y="51157"/>
                          <a:pt x="90163" y="51019"/>
                        </a:cubicBezTo>
                        <a:cubicBezTo>
                          <a:pt x="90163" y="50812"/>
                          <a:pt x="90025" y="50673"/>
                          <a:pt x="89956" y="50466"/>
                        </a:cubicBezTo>
                        <a:cubicBezTo>
                          <a:pt x="89887" y="50259"/>
                          <a:pt x="89818" y="50121"/>
                          <a:pt x="89749" y="49914"/>
                        </a:cubicBezTo>
                        <a:cubicBezTo>
                          <a:pt x="89679" y="49707"/>
                          <a:pt x="89611" y="49569"/>
                          <a:pt x="89541" y="49362"/>
                        </a:cubicBezTo>
                        <a:cubicBezTo>
                          <a:pt x="89472" y="49155"/>
                          <a:pt x="89403" y="49017"/>
                          <a:pt x="89265" y="48809"/>
                        </a:cubicBezTo>
                        <a:cubicBezTo>
                          <a:pt x="89265" y="48809"/>
                          <a:pt x="89265" y="48740"/>
                          <a:pt x="89265" y="48671"/>
                        </a:cubicBezTo>
                        <a:cubicBezTo>
                          <a:pt x="89265" y="48671"/>
                          <a:pt x="89265" y="48671"/>
                          <a:pt x="89265" y="48671"/>
                        </a:cubicBezTo>
                        <a:cubicBezTo>
                          <a:pt x="89196" y="48533"/>
                          <a:pt x="89127" y="48395"/>
                          <a:pt x="89058" y="48257"/>
                        </a:cubicBezTo>
                        <a:cubicBezTo>
                          <a:pt x="88920" y="48050"/>
                          <a:pt x="88851" y="47843"/>
                          <a:pt x="88713" y="47636"/>
                        </a:cubicBezTo>
                        <a:cubicBezTo>
                          <a:pt x="88506" y="47291"/>
                          <a:pt x="88368" y="46945"/>
                          <a:pt x="88161" y="46600"/>
                        </a:cubicBezTo>
                        <a:cubicBezTo>
                          <a:pt x="88092" y="46462"/>
                          <a:pt x="87954" y="46255"/>
                          <a:pt x="87816" y="46117"/>
                        </a:cubicBezTo>
                        <a:cubicBezTo>
                          <a:pt x="87746" y="45979"/>
                          <a:pt x="87678" y="45841"/>
                          <a:pt x="87539" y="45703"/>
                        </a:cubicBezTo>
                        <a:cubicBezTo>
                          <a:pt x="87401" y="45496"/>
                          <a:pt x="87332" y="45358"/>
                          <a:pt x="87194" y="45150"/>
                        </a:cubicBezTo>
                        <a:cubicBezTo>
                          <a:pt x="86987" y="44805"/>
                          <a:pt x="86711" y="44460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2" y="43425"/>
                          <a:pt x="85883" y="43286"/>
                          <a:pt x="85813" y="43217"/>
                        </a:cubicBezTo>
                        <a:lnTo>
                          <a:pt x="56404" y="6559"/>
                        </a:lnTo>
                        <a:cubicBezTo>
                          <a:pt x="56404" y="6559"/>
                          <a:pt x="56265" y="6351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23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9" y="4625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3" y="2969"/>
                        </a:cubicBezTo>
                        <a:cubicBezTo>
                          <a:pt x="52744" y="2831"/>
                          <a:pt x="52537" y="2692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50" y="1588"/>
                        </a:cubicBezTo>
                        <a:cubicBezTo>
                          <a:pt x="50950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604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7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1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393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8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1"/>
                        </a:cubicBezTo>
                        <a:cubicBezTo>
                          <a:pt x="11046" y="28581"/>
                          <a:pt x="11046" y="28581"/>
                          <a:pt x="11046" y="28581"/>
                        </a:cubicBezTo>
                        <a:cubicBezTo>
                          <a:pt x="12012" y="29410"/>
                          <a:pt x="12979" y="30446"/>
                          <a:pt x="13877" y="31550"/>
                        </a:cubicBezTo>
                        <a:lnTo>
                          <a:pt x="43355" y="68209"/>
                        </a:lnTo>
                        <a:cubicBezTo>
                          <a:pt x="43977" y="69037"/>
                          <a:pt x="44598" y="69866"/>
                          <a:pt x="45151" y="70694"/>
                        </a:cubicBezTo>
                        <a:cubicBezTo>
                          <a:pt x="45219" y="70832"/>
                          <a:pt x="45289" y="70970"/>
                          <a:pt x="45358" y="71109"/>
                        </a:cubicBezTo>
                        <a:cubicBezTo>
                          <a:pt x="45910" y="71937"/>
                          <a:pt x="46393" y="72834"/>
                          <a:pt x="46807" y="73663"/>
                        </a:cubicBezTo>
                        <a:cubicBezTo>
                          <a:pt x="46807" y="73663"/>
                          <a:pt x="46807" y="73663"/>
                          <a:pt x="46807" y="73663"/>
                        </a:cubicBezTo>
                        <a:cubicBezTo>
                          <a:pt x="47222" y="74629"/>
                          <a:pt x="47636" y="75527"/>
                          <a:pt x="47981" y="76493"/>
                        </a:cubicBezTo>
                        <a:cubicBezTo>
                          <a:pt x="47981" y="76493"/>
                          <a:pt x="47981" y="76493"/>
                          <a:pt x="47981" y="76493"/>
                        </a:cubicBezTo>
                        <a:cubicBezTo>
                          <a:pt x="48326" y="77460"/>
                          <a:pt x="48533" y="78357"/>
                          <a:pt x="48740" y="79255"/>
                        </a:cubicBezTo>
                        <a:cubicBezTo>
                          <a:pt x="48740" y="79255"/>
                          <a:pt x="48740" y="79255"/>
                          <a:pt x="48740" y="79255"/>
                        </a:cubicBezTo>
                        <a:cubicBezTo>
                          <a:pt x="48947" y="80152"/>
                          <a:pt x="49017" y="81050"/>
                          <a:pt x="49085" y="81947"/>
                        </a:cubicBezTo>
                        <a:cubicBezTo>
                          <a:pt x="49085" y="81947"/>
                          <a:pt x="49085" y="81947"/>
                          <a:pt x="49085" y="81947"/>
                        </a:cubicBezTo>
                        <a:cubicBezTo>
                          <a:pt x="49085" y="82845"/>
                          <a:pt x="49085" y="83673"/>
                          <a:pt x="49085" y="84433"/>
                        </a:cubicBezTo>
                        <a:cubicBezTo>
                          <a:pt x="49085" y="84433"/>
                          <a:pt x="49085" y="84433"/>
                          <a:pt x="49085" y="84433"/>
                        </a:cubicBezTo>
                        <a:cubicBezTo>
                          <a:pt x="49017" y="85192"/>
                          <a:pt x="48809" y="85952"/>
                          <a:pt x="48602" y="86642"/>
                        </a:cubicBezTo>
                        <a:cubicBezTo>
                          <a:pt x="48602" y="86642"/>
                          <a:pt x="48602" y="86642"/>
                          <a:pt x="48602" y="86642"/>
                        </a:cubicBezTo>
                        <a:cubicBezTo>
                          <a:pt x="48326" y="87332"/>
                          <a:pt x="48050" y="87954"/>
                          <a:pt x="47636" y="88506"/>
                        </a:cubicBezTo>
                        <a:cubicBezTo>
                          <a:pt x="47152" y="89196"/>
                          <a:pt x="46531" y="89749"/>
                          <a:pt x="45841" y="90163"/>
                        </a:cubicBezTo>
                        <a:lnTo>
                          <a:pt x="45841" y="90163"/>
                        </a:lnTo>
                        <a:cubicBezTo>
                          <a:pt x="45841" y="90163"/>
                          <a:pt x="45841" y="90163"/>
                          <a:pt x="45841" y="90163"/>
                        </a:cubicBezTo>
                        <a:lnTo>
                          <a:pt x="88644" y="65309"/>
                        </a:lnTo>
                        <a:cubicBezTo>
                          <a:pt x="89334" y="64895"/>
                          <a:pt x="89956" y="64343"/>
                          <a:pt x="90439" y="63652"/>
                        </a:cubicBezTo>
                        <a:cubicBezTo>
                          <a:pt x="90439" y="63583"/>
                          <a:pt x="90577" y="63445"/>
                          <a:pt x="90646" y="63376"/>
                        </a:cubicBezTo>
                        <a:cubicBezTo>
                          <a:pt x="90784" y="63100"/>
                          <a:pt x="90991" y="62824"/>
                          <a:pt x="91129" y="62548"/>
                        </a:cubicBezTo>
                        <a:cubicBezTo>
                          <a:pt x="91267" y="62341"/>
                          <a:pt x="91337" y="62134"/>
                          <a:pt x="91405" y="61858"/>
                        </a:cubicBezTo>
                        <a:cubicBezTo>
                          <a:pt x="91405" y="61858"/>
                          <a:pt x="91405" y="61788"/>
                          <a:pt x="91405" y="61719"/>
                        </a:cubicBezTo>
                        <a:cubicBezTo>
                          <a:pt x="91405" y="61719"/>
                          <a:pt x="91405" y="61719"/>
                          <a:pt x="91405" y="61719"/>
                        </a:cubicBezTo>
                        <a:cubicBezTo>
                          <a:pt x="91405" y="61581"/>
                          <a:pt x="91544" y="61443"/>
                          <a:pt x="91544" y="61236"/>
                        </a:cubicBezTo>
                        <a:cubicBezTo>
                          <a:pt x="91544" y="61029"/>
                          <a:pt x="91682" y="60822"/>
                          <a:pt x="91682" y="60684"/>
                        </a:cubicBezTo>
                        <a:cubicBezTo>
                          <a:pt x="91682" y="60477"/>
                          <a:pt x="91751" y="60339"/>
                          <a:pt x="91820" y="60132"/>
                        </a:cubicBezTo>
                        <a:cubicBezTo>
                          <a:pt x="91820" y="59924"/>
                          <a:pt x="91820" y="59786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441"/>
                          <a:pt x="91889" y="59303"/>
                          <a:pt x="91889" y="59096"/>
                        </a:cubicBezTo>
                        <a:cubicBezTo>
                          <a:pt x="91889" y="58889"/>
                          <a:pt x="91889" y="58751"/>
                          <a:pt x="91889" y="58544"/>
                        </a:cubicBezTo>
                        <a:cubicBezTo>
                          <a:pt x="91889" y="58337"/>
                          <a:pt x="91889" y="58199"/>
                          <a:pt x="91889" y="57991"/>
                        </a:cubicBezTo>
                        <a:cubicBezTo>
                          <a:pt x="91889" y="57784"/>
                          <a:pt x="91889" y="57646"/>
                          <a:pt x="91889" y="5743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0" name="Google Shape;450;p23"/>
                  <p:cNvSpPr/>
                  <p:nvPr/>
                </p:nvSpPr>
                <p:spPr>
                  <a:xfrm>
                    <a:off x="2398289" y="3173077"/>
                    <a:ext cx="91750" cy="90231"/>
                  </a:xfrm>
                  <a:custGeom>
                    <a:rect b="b" l="l" r="r" t="t"/>
                    <a:pathLst>
                      <a:path extrusionOk="0" h="90231" w="91750">
                        <a:moveTo>
                          <a:pt x="91060" y="57301"/>
                        </a:moveTo>
                        <a:cubicBezTo>
                          <a:pt x="91060" y="57301"/>
                          <a:pt x="91060" y="57025"/>
                          <a:pt x="91060" y="56887"/>
                        </a:cubicBezTo>
                        <a:lnTo>
                          <a:pt x="91060" y="56887"/>
                        </a:lnTo>
                        <a:cubicBezTo>
                          <a:pt x="91060" y="56887"/>
                          <a:pt x="91060" y="56749"/>
                          <a:pt x="91060" y="56749"/>
                        </a:cubicBezTo>
                        <a:cubicBezTo>
                          <a:pt x="91060" y="56542"/>
                          <a:pt x="91060" y="56404"/>
                          <a:pt x="91060" y="56197"/>
                        </a:cubicBezTo>
                        <a:cubicBezTo>
                          <a:pt x="91060" y="55989"/>
                          <a:pt x="91060" y="55851"/>
                          <a:pt x="91060" y="55644"/>
                        </a:cubicBezTo>
                        <a:cubicBezTo>
                          <a:pt x="91060" y="55437"/>
                          <a:pt x="91060" y="55230"/>
                          <a:pt x="90991" y="55092"/>
                        </a:cubicBezTo>
                        <a:cubicBezTo>
                          <a:pt x="90991" y="54885"/>
                          <a:pt x="90991" y="54678"/>
                          <a:pt x="90922" y="54471"/>
                        </a:cubicBezTo>
                        <a:cubicBezTo>
                          <a:pt x="90922" y="54401"/>
                          <a:pt x="90922" y="54332"/>
                          <a:pt x="90922" y="54194"/>
                        </a:cubicBezTo>
                        <a:cubicBezTo>
                          <a:pt x="90922" y="54194"/>
                          <a:pt x="90922" y="54194"/>
                          <a:pt x="90922" y="54194"/>
                        </a:cubicBezTo>
                        <a:cubicBezTo>
                          <a:pt x="90922" y="54125"/>
                          <a:pt x="90922" y="53987"/>
                          <a:pt x="90922" y="53918"/>
                        </a:cubicBezTo>
                        <a:cubicBezTo>
                          <a:pt x="90922" y="53711"/>
                          <a:pt x="90853" y="53504"/>
                          <a:pt x="90784" y="53297"/>
                        </a:cubicBezTo>
                        <a:cubicBezTo>
                          <a:pt x="90784" y="53090"/>
                          <a:pt x="90646" y="52883"/>
                          <a:pt x="90646" y="52676"/>
                        </a:cubicBezTo>
                        <a:cubicBezTo>
                          <a:pt x="90646" y="52468"/>
                          <a:pt x="90508" y="52261"/>
                          <a:pt x="90439" y="52054"/>
                        </a:cubicBezTo>
                        <a:cubicBezTo>
                          <a:pt x="90439" y="51847"/>
                          <a:pt x="90301" y="51640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226"/>
                          <a:pt x="90094" y="51088"/>
                          <a:pt x="90025" y="50881"/>
                        </a:cubicBezTo>
                        <a:cubicBezTo>
                          <a:pt x="90025" y="50674"/>
                          <a:pt x="89887" y="50535"/>
                          <a:pt x="89817" y="50328"/>
                        </a:cubicBezTo>
                        <a:cubicBezTo>
                          <a:pt x="89749" y="50121"/>
                          <a:pt x="89679" y="49983"/>
                          <a:pt x="89610" y="49776"/>
                        </a:cubicBezTo>
                        <a:cubicBezTo>
                          <a:pt x="89541" y="49569"/>
                          <a:pt x="89472" y="49431"/>
                          <a:pt x="89403" y="49224"/>
                        </a:cubicBezTo>
                        <a:cubicBezTo>
                          <a:pt x="89334" y="49017"/>
                          <a:pt x="89265" y="48878"/>
                          <a:pt x="89127" y="48671"/>
                        </a:cubicBezTo>
                        <a:cubicBezTo>
                          <a:pt x="89127" y="48671"/>
                          <a:pt x="89127" y="48671"/>
                          <a:pt x="89127" y="48602"/>
                        </a:cubicBezTo>
                        <a:lnTo>
                          <a:pt x="89127" y="48602"/>
                        </a:lnTo>
                        <a:cubicBezTo>
                          <a:pt x="89127" y="48602"/>
                          <a:pt x="88989" y="48257"/>
                          <a:pt x="88920" y="48119"/>
                        </a:cubicBezTo>
                        <a:cubicBezTo>
                          <a:pt x="88782" y="47912"/>
                          <a:pt x="88713" y="47705"/>
                          <a:pt x="88575" y="47498"/>
                        </a:cubicBezTo>
                        <a:cubicBezTo>
                          <a:pt x="88368" y="47153"/>
                          <a:pt x="88230" y="46807"/>
                          <a:pt x="88023" y="46462"/>
                        </a:cubicBezTo>
                        <a:cubicBezTo>
                          <a:pt x="87954" y="46324"/>
                          <a:pt x="87815" y="46117"/>
                          <a:pt x="87746" y="45979"/>
                        </a:cubicBezTo>
                        <a:cubicBezTo>
                          <a:pt x="87677" y="45841"/>
                          <a:pt x="87608" y="45703"/>
                          <a:pt x="87539" y="45634"/>
                        </a:cubicBezTo>
                        <a:cubicBezTo>
                          <a:pt x="87401" y="45427"/>
                          <a:pt x="87332" y="45219"/>
                          <a:pt x="87194" y="45081"/>
                        </a:cubicBezTo>
                        <a:cubicBezTo>
                          <a:pt x="86987" y="44736"/>
                          <a:pt x="86711" y="44391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1" y="43425"/>
                          <a:pt x="85882" y="43286"/>
                          <a:pt x="85813" y="43217"/>
                        </a:cubicBezTo>
                        <a:lnTo>
                          <a:pt x="56403" y="6559"/>
                        </a:lnTo>
                        <a:cubicBezTo>
                          <a:pt x="56403" y="6559"/>
                          <a:pt x="56265" y="6352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92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8" y="4626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2" y="2969"/>
                        </a:cubicBezTo>
                        <a:cubicBezTo>
                          <a:pt x="52744" y="2831"/>
                          <a:pt x="52537" y="2693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49" y="1588"/>
                        </a:cubicBezTo>
                        <a:cubicBezTo>
                          <a:pt x="50949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535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6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0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lnTo>
                          <a:pt x="46462" y="0"/>
                        </a:lnTo>
                        <a:cubicBezTo>
                          <a:pt x="46462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7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2"/>
                        </a:cubicBezTo>
                        <a:cubicBezTo>
                          <a:pt x="11046" y="28582"/>
                          <a:pt x="11046" y="28582"/>
                          <a:pt x="11046" y="28582"/>
                        </a:cubicBezTo>
                        <a:cubicBezTo>
                          <a:pt x="12012" y="29410"/>
                          <a:pt x="12979" y="30446"/>
                          <a:pt x="13876" y="31550"/>
                        </a:cubicBezTo>
                        <a:lnTo>
                          <a:pt x="43286" y="68209"/>
                        </a:lnTo>
                        <a:cubicBezTo>
                          <a:pt x="43908" y="69037"/>
                          <a:pt x="44529" y="69866"/>
                          <a:pt x="45081" y="70694"/>
                        </a:cubicBezTo>
                        <a:cubicBezTo>
                          <a:pt x="45150" y="70832"/>
                          <a:pt x="45219" y="70971"/>
                          <a:pt x="45289" y="71040"/>
                        </a:cubicBezTo>
                        <a:cubicBezTo>
                          <a:pt x="45841" y="71868"/>
                          <a:pt x="46324" y="72765"/>
                          <a:pt x="46738" y="73663"/>
                        </a:cubicBezTo>
                        <a:cubicBezTo>
                          <a:pt x="46738" y="73663"/>
                          <a:pt x="46738" y="73663"/>
                          <a:pt x="46738" y="73663"/>
                        </a:cubicBezTo>
                        <a:cubicBezTo>
                          <a:pt x="47152" y="74629"/>
                          <a:pt x="47567" y="75527"/>
                          <a:pt x="47912" y="76493"/>
                        </a:cubicBezTo>
                        <a:cubicBezTo>
                          <a:pt x="47912" y="76493"/>
                          <a:pt x="47912" y="76493"/>
                          <a:pt x="47912" y="76493"/>
                        </a:cubicBezTo>
                        <a:cubicBezTo>
                          <a:pt x="48257" y="77460"/>
                          <a:pt x="48464" y="78357"/>
                          <a:pt x="48671" y="79255"/>
                        </a:cubicBezTo>
                        <a:cubicBezTo>
                          <a:pt x="48671" y="79255"/>
                          <a:pt x="48671" y="79255"/>
                          <a:pt x="48671" y="79255"/>
                        </a:cubicBezTo>
                        <a:cubicBezTo>
                          <a:pt x="48878" y="80152"/>
                          <a:pt x="48947" y="81050"/>
                          <a:pt x="49016" y="81947"/>
                        </a:cubicBezTo>
                        <a:cubicBezTo>
                          <a:pt x="49016" y="81947"/>
                          <a:pt x="49016" y="81947"/>
                          <a:pt x="49016" y="81947"/>
                        </a:cubicBezTo>
                        <a:cubicBezTo>
                          <a:pt x="49016" y="82845"/>
                          <a:pt x="49016" y="83673"/>
                          <a:pt x="49016" y="84433"/>
                        </a:cubicBezTo>
                        <a:cubicBezTo>
                          <a:pt x="49016" y="84433"/>
                          <a:pt x="49016" y="84433"/>
                          <a:pt x="49016" y="84433"/>
                        </a:cubicBezTo>
                        <a:cubicBezTo>
                          <a:pt x="48947" y="85192"/>
                          <a:pt x="48740" y="85952"/>
                          <a:pt x="48533" y="86642"/>
                        </a:cubicBezTo>
                        <a:cubicBezTo>
                          <a:pt x="48533" y="86642"/>
                          <a:pt x="48533" y="86642"/>
                          <a:pt x="48533" y="86711"/>
                        </a:cubicBezTo>
                        <a:cubicBezTo>
                          <a:pt x="48257" y="87401"/>
                          <a:pt x="47981" y="88023"/>
                          <a:pt x="47567" y="88575"/>
                        </a:cubicBezTo>
                        <a:cubicBezTo>
                          <a:pt x="47083" y="89334"/>
                          <a:pt x="46462" y="89887"/>
                          <a:pt x="45772" y="90232"/>
                        </a:cubicBezTo>
                        <a:lnTo>
                          <a:pt x="45772" y="90232"/>
                        </a:lnTo>
                        <a:cubicBezTo>
                          <a:pt x="45772" y="90232"/>
                          <a:pt x="45772" y="90232"/>
                          <a:pt x="45772" y="90232"/>
                        </a:cubicBezTo>
                        <a:lnTo>
                          <a:pt x="88575" y="65378"/>
                        </a:lnTo>
                        <a:cubicBezTo>
                          <a:pt x="89265" y="64964"/>
                          <a:pt x="89887" y="64412"/>
                          <a:pt x="90370" y="63722"/>
                        </a:cubicBezTo>
                        <a:cubicBezTo>
                          <a:pt x="90370" y="63652"/>
                          <a:pt x="90508" y="63583"/>
                          <a:pt x="90577" y="63445"/>
                        </a:cubicBezTo>
                        <a:cubicBezTo>
                          <a:pt x="90715" y="63169"/>
                          <a:pt x="90922" y="62893"/>
                          <a:pt x="90991" y="62617"/>
                        </a:cubicBezTo>
                        <a:cubicBezTo>
                          <a:pt x="91129" y="62410"/>
                          <a:pt x="91198" y="62203"/>
                          <a:pt x="91267" y="61927"/>
                        </a:cubicBezTo>
                        <a:cubicBezTo>
                          <a:pt x="91267" y="61927"/>
                          <a:pt x="91267" y="61858"/>
                          <a:pt x="91267" y="61789"/>
                        </a:cubicBezTo>
                        <a:cubicBezTo>
                          <a:pt x="91267" y="61789"/>
                          <a:pt x="91267" y="61789"/>
                          <a:pt x="91267" y="61789"/>
                        </a:cubicBezTo>
                        <a:cubicBezTo>
                          <a:pt x="91267" y="61650"/>
                          <a:pt x="91336" y="61512"/>
                          <a:pt x="91405" y="61374"/>
                        </a:cubicBezTo>
                        <a:cubicBezTo>
                          <a:pt x="91405" y="61167"/>
                          <a:pt x="91543" y="60960"/>
                          <a:pt x="91543" y="60822"/>
                        </a:cubicBezTo>
                        <a:cubicBezTo>
                          <a:pt x="91543" y="60615"/>
                          <a:pt x="91613" y="60477"/>
                          <a:pt x="91682" y="60270"/>
                        </a:cubicBezTo>
                        <a:cubicBezTo>
                          <a:pt x="91682" y="60063"/>
                          <a:pt x="91682" y="59924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579"/>
                          <a:pt x="91751" y="59441"/>
                          <a:pt x="91751" y="59303"/>
                        </a:cubicBezTo>
                        <a:cubicBezTo>
                          <a:pt x="91751" y="59096"/>
                          <a:pt x="91751" y="58958"/>
                          <a:pt x="91751" y="58751"/>
                        </a:cubicBezTo>
                        <a:cubicBezTo>
                          <a:pt x="91751" y="58544"/>
                          <a:pt x="91751" y="58406"/>
                          <a:pt x="91751" y="58199"/>
                        </a:cubicBezTo>
                        <a:cubicBezTo>
                          <a:pt x="91751" y="57991"/>
                          <a:pt x="91751" y="57853"/>
                          <a:pt x="91751" y="5764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1" name="Google Shape;451;p23"/>
                  <p:cNvSpPr/>
                  <p:nvPr/>
                </p:nvSpPr>
                <p:spPr>
                  <a:xfrm>
                    <a:off x="2143472" y="2718328"/>
                    <a:ext cx="79185" cy="97066"/>
                  </a:xfrm>
                  <a:custGeom>
                    <a:rect b="b" l="l" r="r" t="t"/>
                    <a:pathLst>
                      <a:path extrusionOk="0" h="97066" w="79185">
                        <a:moveTo>
                          <a:pt x="79117" y="64550"/>
                        </a:moveTo>
                        <a:cubicBezTo>
                          <a:pt x="79117" y="64550"/>
                          <a:pt x="79117" y="64550"/>
                          <a:pt x="79117" y="64550"/>
                        </a:cubicBezTo>
                        <a:cubicBezTo>
                          <a:pt x="79117" y="64550"/>
                          <a:pt x="79117" y="64481"/>
                          <a:pt x="79117" y="64412"/>
                        </a:cubicBezTo>
                        <a:cubicBezTo>
                          <a:pt x="79117" y="64205"/>
                          <a:pt x="79117" y="64067"/>
                          <a:pt x="79117" y="63860"/>
                        </a:cubicBezTo>
                        <a:cubicBezTo>
                          <a:pt x="79117" y="63652"/>
                          <a:pt x="79117" y="63514"/>
                          <a:pt x="79117" y="63307"/>
                        </a:cubicBezTo>
                        <a:cubicBezTo>
                          <a:pt x="79117" y="63100"/>
                          <a:pt x="79117" y="62962"/>
                          <a:pt x="79117" y="62755"/>
                        </a:cubicBezTo>
                        <a:cubicBezTo>
                          <a:pt x="79117" y="62617"/>
                          <a:pt x="79117" y="62479"/>
                          <a:pt x="79117" y="62341"/>
                        </a:cubicBezTo>
                        <a:cubicBezTo>
                          <a:pt x="79117" y="62341"/>
                          <a:pt x="79117" y="62341"/>
                          <a:pt x="79117" y="62341"/>
                        </a:cubicBezTo>
                        <a:cubicBezTo>
                          <a:pt x="79117" y="62341"/>
                          <a:pt x="79117" y="62272"/>
                          <a:pt x="79117" y="62203"/>
                        </a:cubicBezTo>
                        <a:cubicBezTo>
                          <a:pt x="79117" y="61996"/>
                          <a:pt x="79117" y="61788"/>
                          <a:pt x="79048" y="61581"/>
                        </a:cubicBezTo>
                        <a:cubicBezTo>
                          <a:pt x="78979" y="61374"/>
                          <a:pt x="78979" y="61167"/>
                          <a:pt x="78910" y="60960"/>
                        </a:cubicBezTo>
                        <a:cubicBezTo>
                          <a:pt x="78910" y="60753"/>
                          <a:pt x="78841" y="60546"/>
                          <a:pt x="78772" y="60339"/>
                        </a:cubicBezTo>
                        <a:cubicBezTo>
                          <a:pt x="78772" y="60201"/>
                          <a:pt x="78703" y="60062"/>
                          <a:pt x="78633" y="59855"/>
                        </a:cubicBezTo>
                        <a:cubicBezTo>
                          <a:pt x="78633" y="59855"/>
                          <a:pt x="78633" y="59855"/>
                          <a:pt x="78633" y="59855"/>
                        </a:cubicBezTo>
                        <a:cubicBezTo>
                          <a:pt x="78633" y="59855"/>
                          <a:pt x="78633" y="59786"/>
                          <a:pt x="78633" y="59717"/>
                        </a:cubicBezTo>
                        <a:cubicBezTo>
                          <a:pt x="78633" y="59510"/>
                          <a:pt x="78495" y="59303"/>
                          <a:pt x="78426" y="59096"/>
                        </a:cubicBezTo>
                        <a:cubicBezTo>
                          <a:pt x="78426" y="58889"/>
                          <a:pt x="78288" y="58682"/>
                          <a:pt x="78219" y="58475"/>
                        </a:cubicBezTo>
                        <a:cubicBezTo>
                          <a:pt x="78219" y="58268"/>
                          <a:pt x="78081" y="58060"/>
                          <a:pt x="78012" y="57853"/>
                        </a:cubicBezTo>
                        <a:cubicBezTo>
                          <a:pt x="77943" y="57646"/>
                          <a:pt x="77874" y="57439"/>
                          <a:pt x="77805" y="57301"/>
                        </a:cubicBezTo>
                        <a:lnTo>
                          <a:pt x="60891" y="13600"/>
                        </a:lnTo>
                        <a:cubicBezTo>
                          <a:pt x="60891" y="13600"/>
                          <a:pt x="60891" y="13600"/>
                          <a:pt x="60891" y="13600"/>
                        </a:cubicBezTo>
                        <a:cubicBezTo>
                          <a:pt x="60822" y="13393"/>
                          <a:pt x="60753" y="13186"/>
                          <a:pt x="60684" y="13048"/>
                        </a:cubicBezTo>
                        <a:cubicBezTo>
                          <a:pt x="60615" y="12841"/>
                          <a:pt x="60546" y="12703"/>
                          <a:pt x="60477" y="12496"/>
                        </a:cubicBezTo>
                        <a:cubicBezTo>
                          <a:pt x="60408" y="12289"/>
                          <a:pt x="60339" y="12151"/>
                          <a:pt x="60201" y="11943"/>
                        </a:cubicBezTo>
                        <a:cubicBezTo>
                          <a:pt x="60131" y="11736"/>
                          <a:pt x="59993" y="11529"/>
                          <a:pt x="59924" y="11322"/>
                        </a:cubicBezTo>
                        <a:cubicBezTo>
                          <a:pt x="59786" y="11115"/>
                          <a:pt x="59717" y="10839"/>
                          <a:pt x="59579" y="10632"/>
                        </a:cubicBezTo>
                        <a:cubicBezTo>
                          <a:pt x="59441" y="10287"/>
                          <a:pt x="59234" y="10010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8682" y="9113"/>
                          <a:pt x="58406" y="8630"/>
                          <a:pt x="58060" y="8077"/>
                        </a:cubicBezTo>
                        <a:cubicBezTo>
                          <a:pt x="57853" y="7732"/>
                          <a:pt x="57646" y="7456"/>
                          <a:pt x="57370" y="7180"/>
                        </a:cubicBezTo>
                        <a:cubicBezTo>
                          <a:pt x="57232" y="6973"/>
                          <a:pt x="57025" y="6766"/>
                          <a:pt x="56887" y="6559"/>
                        </a:cubicBezTo>
                        <a:cubicBezTo>
                          <a:pt x="56818" y="6490"/>
                          <a:pt x="56749" y="6351"/>
                          <a:pt x="56680" y="6282"/>
                        </a:cubicBezTo>
                        <a:cubicBezTo>
                          <a:pt x="56680" y="6282"/>
                          <a:pt x="56680" y="6282"/>
                          <a:pt x="56680" y="6282"/>
                        </a:cubicBezTo>
                        <a:cubicBezTo>
                          <a:pt x="56680" y="6213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6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5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0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4056" y="3521"/>
                          <a:pt x="53987" y="3452"/>
                        </a:cubicBezTo>
                        <a:cubicBezTo>
                          <a:pt x="53987" y="3452"/>
                          <a:pt x="53987" y="3452"/>
                          <a:pt x="53987" y="3452"/>
                        </a:cubicBezTo>
                        <a:cubicBezTo>
                          <a:pt x="53849" y="3383"/>
                          <a:pt x="53780" y="3245"/>
                          <a:pt x="53642" y="3176"/>
                        </a:cubicBezTo>
                        <a:cubicBezTo>
                          <a:pt x="53504" y="3038"/>
                          <a:pt x="53297" y="2900"/>
                          <a:pt x="53159" y="2762"/>
                        </a:cubicBezTo>
                        <a:cubicBezTo>
                          <a:pt x="53021" y="2623"/>
                          <a:pt x="52814" y="2485"/>
                          <a:pt x="52675" y="2347"/>
                        </a:cubicBezTo>
                        <a:cubicBezTo>
                          <a:pt x="52537" y="2209"/>
                          <a:pt x="52330" y="2140"/>
                          <a:pt x="52192" y="2002"/>
                        </a:cubicBezTo>
                        <a:cubicBezTo>
                          <a:pt x="52054" y="1864"/>
                          <a:pt x="51847" y="1795"/>
                          <a:pt x="51709" y="1657"/>
                        </a:cubicBezTo>
                        <a:cubicBezTo>
                          <a:pt x="51571" y="1588"/>
                          <a:pt x="51364" y="1450"/>
                          <a:pt x="51226" y="1381"/>
                        </a:cubicBezTo>
                        <a:cubicBezTo>
                          <a:pt x="51226" y="1381"/>
                          <a:pt x="51157" y="1381"/>
                          <a:pt x="51088" y="1381"/>
                        </a:cubicBezTo>
                        <a:cubicBezTo>
                          <a:pt x="50949" y="1381"/>
                          <a:pt x="50881" y="1243"/>
                          <a:pt x="50742" y="1174"/>
                        </a:cubicBezTo>
                        <a:cubicBezTo>
                          <a:pt x="50604" y="1105"/>
                          <a:pt x="50466" y="1036"/>
                          <a:pt x="50259" y="967"/>
                        </a:cubicBezTo>
                        <a:cubicBezTo>
                          <a:pt x="50121" y="898"/>
                          <a:pt x="49983" y="828"/>
                          <a:pt x="49776" y="759"/>
                        </a:cubicBezTo>
                        <a:cubicBezTo>
                          <a:pt x="49638" y="759"/>
                          <a:pt x="49500" y="621"/>
                          <a:pt x="49293" y="552"/>
                        </a:cubicBezTo>
                        <a:cubicBezTo>
                          <a:pt x="49155" y="552"/>
                          <a:pt x="49016" y="414"/>
                          <a:pt x="48809" y="414"/>
                        </a:cubicBezTo>
                        <a:cubicBezTo>
                          <a:pt x="48671" y="414"/>
                          <a:pt x="48533" y="276"/>
                          <a:pt x="48326" y="276"/>
                        </a:cubicBezTo>
                        <a:cubicBezTo>
                          <a:pt x="48257" y="276"/>
                          <a:pt x="48119" y="276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912" y="207"/>
                        </a:cubicBezTo>
                        <a:cubicBezTo>
                          <a:pt x="47774" y="207"/>
                          <a:pt x="47567" y="138"/>
                          <a:pt x="47429" y="69"/>
                        </a:cubicBezTo>
                        <a:cubicBezTo>
                          <a:pt x="47290" y="69"/>
                          <a:pt x="47083" y="69"/>
                          <a:pt x="46945" y="0"/>
                        </a:cubicBezTo>
                        <a:cubicBezTo>
                          <a:pt x="46738" y="0"/>
                          <a:pt x="46600" y="0"/>
                          <a:pt x="46462" y="0"/>
                        </a:cubicBezTo>
                        <a:cubicBezTo>
                          <a:pt x="46255" y="0"/>
                          <a:pt x="46117" y="0"/>
                          <a:pt x="45910" y="0"/>
                        </a:cubicBezTo>
                        <a:cubicBezTo>
                          <a:pt x="45703" y="0"/>
                          <a:pt x="45496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12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85" y="24784"/>
                        </a:cubicBezTo>
                        <a:cubicBezTo>
                          <a:pt x="3383" y="24715"/>
                          <a:pt x="4349" y="24784"/>
                          <a:pt x="5316" y="25061"/>
                        </a:cubicBezTo>
                        <a:cubicBezTo>
                          <a:pt x="5316" y="25061"/>
                          <a:pt x="5316" y="25061"/>
                          <a:pt x="5316" y="25061"/>
                        </a:cubicBezTo>
                        <a:cubicBezTo>
                          <a:pt x="6282" y="25337"/>
                          <a:pt x="7249" y="25751"/>
                          <a:pt x="8215" y="26303"/>
                        </a:cubicBezTo>
                        <a:cubicBezTo>
                          <a:pt x="9182" y="26856"/>
                          <a:pt x="10149" y="27615"/>
                          <a:pt x="11115" y="28443"/>
                        </a:cubicBezTo>
                        <a:cubicBezTo>
                          <a:pt x="11115" y="28443"/>
                          <a:pt x="11115" y="28443"/>
                          <a:pt x="11115" y="28443"/>
                        </a:cubicBezTo>
                        <a:cubicBezTo>
                          <a:pt x="12082" y="29272"/>
                          <a:pt x="12979" y="30238"/>
                          <a:pt x="13807" y="31274"/>
                        </a:cubicBezTo>
                        <a:cubicBezTo>
                          <a:pt x="13807" y="31274"/>
                          <a:pt x="13807" y="31274"/>
                          <a:pt x="13807" y="31274"/>
                        </a:cubicBezTo>
                        <a:cubicBezTo>
                          <a:pt x="14636" y="32310"/>
                          <a:pt x="15464" y="33483"/>
                          <a:pt x="16155" y="34726"/>
                        </a:cubicBezTo>
                        <a:cubicBezTo>
                          <a:pt x="16155" y="34726"/>
                          <a:pt x="16155" y="34726"/>
                          <a:pt x="16155" y="34726"/>
                        </a:cubicBezTo>
                        <a:cubicBezTo>
                          <a:pt x="16914" y="35969"/>
                          <a:pt x="17535" y="37280"/>
                          <a:pt x="18088" y="38661"/>
                        </a:cubicBezTo>
                        <a:lnTo>
                          <a:pt x="35002" y="82362"/>
                        </a:lnTo>
                        <a:cubicBezTo>
                          <a:pt x="35347" y="83190"/>
                          <a:pt x="35623" y="84018"/>
                          <a:pt x="35830" y="84847"/>
                        </a:cubicBezTo>
                        <a:cubicBezTo>
                          <a:pt x="35830" y="84847"/>
                          <a:pt x="35830" y="84847"/>
                          <a:pt x="35830" y="84847"/>
                        </a:cubicBezTo>
                        <a:cubicBezTo>
                          <a:pt x="36038" y="85675"/>
                          <a:pt x="36245" y="86435"/>
                          <a:pt x="36314" y="87194"/>
                        </a:cubicBezTo>
                        <a:cubicBezTo>
                          <a:pt x="36314" y="87194"/>
                          <a:pt x="36314" y="87194"/>
                          <a:pt x="36314" y="87194"/>
                        </a:cubicBezTo>
                        <a:cubicBezTo>
                          <a:pt x="36452" y="87954"/>
                          <a:pt x="36521" y="88713"/>
                          <a:pt x="36521" y="89403"/>
                        </a:cubicBezTo>
                        <a:cubicBezTo>
                          <a:pt x="36521" y="89403"/>
                          <a:pt x="36521" y="89403"/>
                          <a:pt x="36521" y="89403"/>
                        </a:cubicBezTo>
                        <a:cubicBezTo>
                          <a:pt x="36521" y="90094"/>
                          <a:pt x="36521" y="90784"/>
                          <a:pt x="36452" y="91406"/>
                        </a:cubicBezTo>
                        <a:cubicBezTo>
                          <a:pt x="36452" y="91406"/>
                          <a:pt x="36452" y="91406"/>
                          <a:pt x="36452" y="91406"/>
                        </a:cubicBezTo>
                        <a:cubicBezTo>
                          <a:pt x="36383" y="92027"/>
                          <a:pt x="36245" y="92648"/>
                          <a:pt x="36038" y="93200"/>
                        </a:cubicBezTo>
                        <a:cubicBezTo>
                          <a:pt x="36038" y="93200"/>
                          <a:pt x="36038" y="93200"/>
                          <a:pt x="36038" y="93270"/>
                        </a:cubicBezTo>
                        <a:cubicBezTo>
                          <a:pt x="35899" y="93753"/>
                          <a:pt x="35692" y="94236"/>
                          <a:pt x="35416" y="94719"/>
                        </a:cubicBezTo>
                        <a:cubicBezTo>
                          <a:pt x="35416" y="94719"/>
                          <a:pt x="35347" y="94857"/>
                          <a:pt x="35278" y="94926"/>
                        </a:cubicBezTo>
                        <a:cubicBezTo>
                          <a:pt x="35209" y="95064"/>
                          <a:pt x="35071" y="95203"/>
                          <a:pt x="35002" y="95272"/>
                        </a:cubicBezTo>
                        <a:cubicBezTo>
                          <a:pt x="34519" y="96031"/>
                          <a:pt x="33897" y="96652"/>
                          <a:pt x="33207" y="97067"/>
                        </a:cubicBezTo>
                        <a:lnTo>
                          <a:pt x="76010" y="72213"/>
                        </a:lnTo>
                        <a:cubicBezTo>
                          <a:pt x="76770" y="71799"/>
                          <a:pt x="77322" y="71178"/>
                          <a:pt x="77805" y="70418"/>
                        </a:cubicBezTo>
                        <a:cubicBezTo>
                          <a:pt x="77805" y="70418"/>
                          <a:pt x="77943" y="70349"/>
                          <a:pt x="77943" y="70280"/>
                        </a:cubicBezTo>
                        <a:cubicBezTo>
                          <a:pt x="77943" y="70211"/>
                          <a:pt x="78012" y="70142"/>
                          <a:pt x="78081" y="70073"/>
                        </a:cubicBezTo>
                        <a:cubicBezTo>
                          <a:pt x="78081" y="70073"/>
                          <a:pt x="78150" y="69935"/>
                          <a:pt x="78219" y="69866"/>
                        </a:cubicBezTo>
                        <a:cubicBezTo>
                          <a:pt x="78219" y="69728"/>
                          <a:pt x="78357" y="69659"/>
                          <a:pt x="78426" y="69521"/>
                        </a:cubicBezTo>
                        <a:cubicBezTo>
                          <a:pt x="78564" y="69314"/>
                          <a:pt x="78633" y="69106"/>
                          <a:pt x="78703" y="68830"/>
                        </a:cubicBezTo>
                        <a:cubicBezTo>
                          <a:pt x="78703" y="68692"/>
                          <a:pt x="78772" y="68554"/>
                          <a:pt x="78841" y="68416"/>
                        </a:cubicBezTo>
                        <a:cubicBezTo>
                          <a:pt x="78841" y="68416"/>
                          <a:pt x="78841" y="68416"/>
                          <a:pt x="78841" y="68347"/>
                        </a:cubicBezTo>
                        <a:cubicBezTo>
                          <a:pt x="78841" y="68347"/>
                          <a:pt x="78841" y="68278"/>
                          <a:pt x="78841" y="68209"/>
                        </a:cubicBezTo>
                        <a:cubicBezTo>
                          <a:pt x="78841" y="68002"/>
                          <a:pt x="78979" y="67795"/>
                          <a:pt x="78979" y="67657"/>
                        </a:cubicBezTo>
                        <a:cubicBezTo>
                          <a:pt x="78979" y="67450"/>
                          <a:pt x="79048" y="67311"/>
                          <a:pt x="79117" y="67104"/>
                        </a:cubicBezTo>
                        <a:cubicBezTo>
                          <a:pt x="79117" y="66966"/>
                          <a:pt x="79117" y="66759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414"/>
                          <a:pt x="79186" y="66276"/>
                          <a:pt x="79186" y="66069"/>
                        </a:cubicBezTo>
                        <a:cubicBezTo>
                          <a:pt x="79186" y="65862"/>
                          <a:pt x="79186" y="65724"/>
                          <a:pt x="79186" y="65516"/>
                        </a:cubicBezTo>
                        <a:cubicBezTo>
                          <a:pt x="79186" y="65309"/>
                          <a:pt x="79186" y="65171"/>
                          <a:pt x="79186" y="64964"/>
                        </a:cubicBezTo>
                        <a:cubicBezTo>
                          <a:pt x="79186" y="64826"/>
                          <a:pt x="79186" y="64688"/>
                          <a:pt x="79186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2" name="Google Shape;452;p23"/>
                  <p:cNvSpPr/>
                  <p:nvPr/>
                </p:nvSpPr>
                <p:spPr>
                  <a:xfrm>
                    <a:off x="2107502" y="2835628"/>
                    <a:ext cx="294722" cy="379110"/>
                  </a:xfrm>
                  <a:custGeom>
                    <a:rect b="b" l="l" r="r" t="t"/>
                    <a:pathLst>
                      <a:path extrusionOk="0" h="379110" w="294722">
                        <a:moveTo>
                          <a:pt x="147879" y="20223"/>
                        </a:moveTo>
                        <a:cubicBezTo>
                          <a:pt x="229274" y="67168"/>
                          <a:pt x="294998" y="181080"/>
                          <a:pt x="294721" y="274626"/>
                        </a:cubicBezTo>
                        <a:cubicBezTo>
                          <a:pt x="294445" y="368171"/>
                          <a:pt x="228238" y="405866"/>
                          <a:pt x="146912" y="358920"/>
                        </a:cubicBezTo>
                        <a:cubicBezTo>
                          <a:pt x="65517" y="311906"/>
                          <a:pt x="-275" y="197994"/>
                          <a:pt x="1" y="104448"/>
                        </a:cubicBezTo>
                        <a:cubicBezTo>
                          <a:pt x="277" y="10972"/>
                          <a:pt x="66484" y="-26792"/>
                          <a:pt x="147879" y="2022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23"/>
                  <p:cNvSpPr/>
                  <p:nvPr/>
                </p:nvSpPr>
                <p:spPr>
                  <a:xfrm>
                    <a:off x="2150997" y="2811322"/>
                    <a:ext cx="294237" cy="394203"/>
                  </a:xfrm>
                  <a:custGeom>
                    <a:rect b="b" l="l" r="r" t="t"/>
                    <a:pathLst>
                      <a:path extrusionOk="0" h="394203" w="294237">
                        <a:moveTo>
                          <a:pt x="293961" y="267382"/>
                        </a:moveTo>
                        <a:cubicBezTo>
                          <a:pt x="293961" y="266967"/>
                          <a:pt x="293961" y="266553"/>
                          <a:pt x="293961" y="266139"/>
                        </a:cubicBezTo>
                        <a:cubicBezTo>
                          <a:pt x="293961" y="265242"/>
                          <a:pt x="293892" y="264344"/>
                          <a:pt x="293823" y="263447"/>
                        </a:cubicBezTo>
                        <a:cubicBezTo>
                          <a:pt x="293823" y="262411"/>
                          <a:pt x="293754" y="261306"/>
                          <a:pt x="293685" y="260271"/>
                        </a:cubicBezTo>
                        <a:cubicBezTo>
                          <a:pt x="293685" y="259442"/>
                          <a:pt x="293547" y="258614"/>
                          <a:pt x="293478" y="257786"/>
                        </a:cubicBezTo>
                        <a:cubicBezTo>
                          <a:pt x="293409" y="256819"/>
                          <a:pt x="293340" y="255922"/>
                          <a:pt x="293271" y="254955"/>
                        </a:cubicBezTo>
                        <a:cubicBezTo>
                          <a:pt x="293271" y="254334"/>
                          <a:pt x="293202" y="253712"/>
                          <a:pt x="293133" y="253091"/>
                        </a:cubicBezTo>
                        <a:cubicBezTo>
                          <a:pt x="292995" y="251710"/>
                          <a:pt x="292856" y="250399"/>
                          <a:pt x="292649" y="249018"/>
                        </a:cubicBezTo>
                        <a:cubicBezTo>
                          <a:pt x="292580" y="248258"/>
                          <a:pt x="292511" y="247430"/>
                          <a:pt x="292373" y="246670"/>
                        </a:cubicBezTo>
                        <a:cubicBezTo>
                          <a:pt x="292373" y="246394"/>
                          <a:pt x="292373" y="246118"/>
                          <a:pt x="292304" y="245911"/>
                        </a:cubicBezTo>
                        <a:cubicBezTo>
                          <a:pt x="291959" y="243426"/>
                          <a:pt x="291614" y="241009"/>
                          <a:pt x="291269" y="238524"/>
                        </a:cubicBezTo>
                        <a:cubicBezTo>
                          <a:pt x="291269" y="238524"/>
                          <a:pt x="291269" y="238386"/>
                          <a:pt x="291269" y="238386"/>
                        </a:cubicBezTo>
                        <a:cubicBezTo>
                          <a:pt x="291269" y="238041"/>
                          <a:pt x="291130" y="237627"/>
                          <a:pt x="291062" y="237281"/>
                        </a:cubicBezTo>
                        <a:cubicBezTo>
                          <a:pt x="290716" y="235210"/>
                          <a:pt x="290371" y="233139"/>
                          <a:pt x="290026" y="231068"/>
                        </a:cubicBezTo>
                        <a:cubicBezTo>
                          <a:pt x="289957" y="230723"/>
                          <a:pt x="289888" y="230309"/>
                          <a:pt x="289819" y="229963"/>
                        </a:cubicBezTo>
                        <a:cubicBezTo>
                          <a:pt x="289612" y="228997"/>
                          <a:pt x="289405" y="228030"/>
                          <a:pt x="289197" y="226995"/>
                        </a:cubicBezTo>
                        <a:cubicBezTo>
                          <a:pt x="288921" y="225821"/>
                          <a:pt x="288714" y="224579"/>
                          <a:pt x="288438" y="223405"/>
                        </a:cubicBezTo>
                        <a:cubicBezTo>
                          <a:pt x="288300" y="222715"/>
                          <a:pt x="288093" y="222024"/>
                          <a:pt x="287955" y="221403"/>
                        </a:cubicBezTo>
                        <a:cubicBezTo>
                          <a:pt x="287679" y="220298"/>
                          <a:pt x="287472" y="219263"/>
                          <a:pt x="287196" y="218158"/>
                        </a:cubicBezTo>
                        <a:cubicBezTo>
                          <a:pt x="286988" y="217330"/>
                          <a:pt x="286850" y="216501"/>
                          <a:pt x="286643" y="215673"/>
                        </a:cubicBezTo>
                        <a:cubicBezTo>
                          <a:pt x="286367" y="214706"/>
                          <a:pt x="286091" y="213671"/>
                          <a:pt x="285884" y="212704"/>
                        </a:cubicBezTo>
                        <a:cubicBezTo>
                          <a:pt x="285608" y="211599"/>
                          <a:pt x="285331" y="210564"/>
                          <a:pt x="285055" y="209459"/>
                        </a:cubicBezTo>
                        <a:cubicBezTo>
                          <a:pt x="284917" y="208907"/>
                          <a:pt x="284779" y="208424"/>
                          <a:pt x="284641" y="207872"/>
                        </a:cubicBezTo>
                        <a:cubicBezTo>
                          <a:pt x="284227" y="206422"/>
                          <a:pt x="283813" y="205041"/>
                          <a:pt x="283398" y="203591"/>
                        </a:cubicBezTo>
                        <a:cubicBezTo>
                          <a:pt x="283122" y="202694"/>
                          <a:pt x="282846" y="201796"/>
                          <a:pt x="282639" y="200899"/>
                        </a:cubicBezTo>
                        <a:cubicBezTo>
                          <a:pt x="282570" y="200623"/>
                          <a:pt x="282501" y="200346"/>
                          <a:pt x="282432" y="200139"/>
                        </a:cubicBezTo>
                        <a:cubicBezTo>
                          <a:pt x="281672" y="197585"/>
                          <a:pt x="280844" y="195031"/>
                          <a:pt x="280016" y="192545"/>
                        </a:cubicBezTo>
                        <a:cubicBezTo>
                          <a:pt x="280016" y="192545"/>
                          <a:pt x="280016" y="192545"/>
                          <a:pt x="280016" y="192476"/>
                        </a:cubicBezTo>
                        <a:cubicBezTo>
                          <a:pt x="279946" y="192200"/>
                          <a:pt x="279808" y="191924"/>
                          <a:pt x="279739" y="191717"/>
                        </a:cubicBezTo>
                        <a:cubicBezTo>
                          <a:pt x="278980" y="189508"/>
                          <a:pt x="278221" y="187298"/>
                          <a:pt x="277461" y="185089"/>
                        </a:cubicBezTo>
                        <a:cubicBezTo>
                          <a:pt x="277323" y="184744"/>
                          <a:pt x="277185" y="184399"/>
                          <a:pt x="277047" y="184054"/>
                        </a:cubicBezTo>
                        <a:cubicBezTo>
                          <a:pt x="276702" y="183225"/>
                          <a:pt x="276426" y="182328"/>
                          <a:pt x="276080" y="181499"/>
                        </a:cubicBezTo>
                        <a:cubicBezTo>
                          <a:pt x="275597" y="180326"/>
                          <a:pt x="275183" y="179083"/>
                          <a:pt x="274700" y="177909"/>
                        </a:cubicBezTo>
                        <a:cubicBezTo>
                          <a:pt x="274424" y="177150"/>
                          <a:pt x="274078" y="176390"/>
                          <a:pt x="273802" y="175631"/>
                        </a:cubicBezTo>
                        <a:cubicBezTo>
                          <a:pt x="273457" y="174665"/>
                          <a:pt x="273043" y="173767"/>
                          <a:pt x="272698" y="172801"/>
                        </a:cubicBezTo>
                        <a:cubicBezTo>
                          <a:pt x="272421" y="172110"/>
                          <a:pt x="272145" y="171420"/>
                          <a:pt x="271869" y="170729"/>
                        </a:cubicBezTo>
                        <a:cubicBezTo>
                          <a:pt x="271317" y="169349"/>
                          <a:pt x="270695" y="168037"/>
                          <a:pt x="270143" y="166656"/>
                        </a:cubicBezTo>
                        <a:cubicBezTo>
                          <a:pt x="269867" y="165966"/>
                          <a:pt x="269522" y="165206"/>
                          <a:pt x="269246" y="164516"/>
                        </a:cubicBezTo>
                        <a:cubicBezTo>
                          <a:pt x="269108" y="164240"/>
                          <a:pt x="269039" y="164033"/>
                          <a:pt x="268900" y="163757"/>
                        </a:cubicBezTo>
                        <a:cubicBezTo>
                          <a:pt x="267865" y="161409"/>
                          <a:pt x="266760" y="158993"/>
                          <a:pt x="265656" y="156646"/>
                        </a:cubicBezTo>
                        <a:cubicBezTo>
                          <a:pt x="265656" y="156577"/>
                          <a:pt x="265587" y="156439"/>
                          <a:pt x="265518" y="156370"/>
                        </a:cubicBezTo>
                        <a:cubicBezTo>
                          <a:pt x="265173" y="155679"/>
                          <a:pt x="264896" y="155058"/>
                          <a:pt x="264551" y="154368"/>
                        </a:cubicBezTo>
                        <a:cubicBezTo>
                          <a:pt x="263654" y="152573"/>
                          <a:pt x="262825" y="150709"/>
                          <a:pt x="261928" y="148914"/>
                        </a:cubicBezTo>
                        <a:cubicBezTo>
                          <a:pt x="261790" y="148637"/>
                          <a:pt x="261652" y="148361"/>
                          <a:pt x="261514" y="148085"/>
                        </a:cubicBezTo>
                        <a:cubicBezTo>
                          <a:pt x="260754" y="146635"/>
                          <a:pt x="259995" y="145117"/>
                          <a:pt x="259235" y="143667"/>
                        </a:cubicBezTo>
                        <a:cubicBezTo>
                          <a:pt x="258614" y="142493"/>
                          <a:pt x="257993" y="141251"/>
                          <a:pt x="257371" y="140077"/>
                        </a:cubicBezTo>
                        <a:cubicBezTo>
                          <a:pt x="257233" y="139870"/>
                          <a:pt x="257095" y="139663"/>
                          <a:pt x="257026" y="139455"/>
                        </a:cubicBezTo>
                        <a:cubicBezTo>
                          <a:pt x="254955" y="135658"/>
                          <a:pt x="252815" y="131861"/>
                          <a:pt x="250675" y="128133"/>
                        </a:cubicBezTo>
                        <a:cubicBezTo>
                          <a:pt x="250468" y="127788"/>
                          <a:pt x="250329" y="127512"/>
                          <a:pt x="250122" y="127167"/>
                        </a:cubicBezTo>
                        <a:cubicBezTo>
                          <a:pt x="249915" y="126822"/>
                          <a:pt x="249639" y="126477"/>
                          <a:pt x="249432" y="126131"/>
                        </a:cubicBezTo>
                        <a:cubicBezTo>
                          <a:pt x="246325" y="120884"/>
                          <a:pt x="243081" y="115707"/>
                          <a:pt x="239698" y="110598"/>
                        </a:cubicBezTo>
                        <a:cubicBezTo>
                          <a:pt x="239491" y="110322"/>
                          <a:pt x="239352" y="110046"/>
                          <a:pt x="239145" y="109769"/>
                        </a:cubicBezTo>
                        <a:cubicBezTo>
                          <a:pt x="238800" y="109286"/>
                          <a:pt x="238524" y="108872"/>
                          <a:pt x="238179" y="108389"/>
                        </a:cubicBezTo>
                        <a:cubicBezTo>
                          <a:pt x="235486" y="104384"/>
                          <a:pt x="232656" y="100380"/>
                          <a:pt x="229825" y="96445"/>
                        </a:cubicBezTo>
                        <a:cubicBezTo>
                          <a:pt x="229825" y="96445"/>
                          <a:pt x="229825" y="96445"/>
                          <a:pt x="229825" y="96445"/>
                        </a:cubicBezTo>
                        <a:cubicBezTo>
                          <a:pt x="229825" y="96445"/>
                          <a:pt x="229756" y="96307"/>
                          <a:pt x="229687" y="96307"/>
                        </a:cubicBezTo>
                        <a:cubicBezTo>
                          <a:pt x="227685" y="93615"/>
                          <a:pt x="225614" y="90922"/>
                          <a:pt x="223543" y="88230"/>
                        </a:cubicBezTo>
                        <a:cubicBezTo>
                          <a:pt x="223474" y="88092"/>
                          <a:pt x="223336" y="87954"/>
                          <a:pt x="223267" y="87885"/>
                        </a:cubicBezTo>
                        <a:cubicBezTo>
                          <a:pt x="221748" y="85952"/>
                          <a:pt x="220160" y="84018"/>
                          <a:pt x="218572" y="82085"/>
                        </a:cubicBezTo>
                        <a:cubicBezTo>
                          <a:pt x="218227" y="81671"/>
                          <a:pt x="217951" y="81326"/>
                          <a:pt x="217606" y="80912"/>
                        </a:cubicBezTo>
                        <a:cubicBezTo>
                          <a:pt x="217606" y="80912"/>
                          <a:pt x="217606" y="80912"/>
                          <a:pt x="217606" y="80843"/>
                        </a:cubicBezTo>
                        <a:cubicBezTo>
                          <a:pt x="215742" y="78565"/>
                          <a:pt x="213809" y="76355"/>
                          <a:pt x="211945" y="74146"/>
                        </a:cubicBezTo>
                        <a:cubicBezTo>
                          <a:pt x="211876" y="74008"/>
                          <a:pt x="211738" y="73939"/>
                          <a:pt x="211669" y="73801"/>
                        </a:cubicBezTo>
                        <a:cubicBezTo>
                          <a:pt x="211116" y="73111"/>
                          <a:pt x="210495" y="72489"/>
                          <a:pt x="209874" y="71868"/>
                        </a:cubicBezTo>
                        <a:cubicBezTo>
                          <a:pt x="208631" y="70487"/>
                          <a:pt x="207457" y="69106"/>
                          <a:pt x="206215" y="67795"/>
                        </a:cubicBezTo>
                        <a:cubicBezTo>
                          <a:pt x="206008" y="67519"/>
                          <a:pt x="205731" y="67311"/>
                          <a:pt x="205524" y="67035"/>
                        </a:cubicBezTo>
                        <a:cubicBezTo>
                          <a:pt x="204696" y="66138"/>
                          <a:pt x="203867" y="65240"/>
                          <a:pt x="202970" y="64412"/>
                        </a:cubicBezTo>
                        <a:cubicBezTo>
                          <a:pt x="202003" y="63445"/>
                          <a:pt x="201106" y="62410"/>
                          <a:pt x="200139" y="61443"/>
                        </a:cubicBezTo>
                        <a:cubicBezTo>
                          <a:pt x="199794" y="61098"/>
                          <a:pt x="199449" y="60753"/>
                          <a:pt x="199104" y="60408"/>
                        </a:cubicBezTo>
                        <a:cubicBezTo>
                          <a:pt x="198206" y="59510"/>
                          <a:pt x="197240" y="58613"/>
                          <a:pt x="196342" y="57646"/>
                        </a:cubicBezTo>
                        <a:cubicBezTo>
                          <a:pt x="195514" y="56887"/>
                          <a:pt x="194754" y="56058"/>
                          <a:pt x="193926" y="55299"/>
                        </a:cubicBezTo>
                        <a:cubicBezTo>
                          <a:pt x="193443" y="54885"/>
                          <a:pt x="193028" y="54470"/>
                          <a:pt x="192545" y="54056"/>
                        </a:cubicBezTo>
                        <a:cubicBezTo>
                          <a:pt x="191579" y="53090"/>
                          <a:pt x="190543" y="52192"/>
                          <a:pt x="189507" y="51226"/>
                        </a:cubicBezTo>
                        <a:cubicBezTo>
                          <a:pt x="188817" y="50604"/>
                          <a:pt x="188127" y="49914"/>
                          <a:pt x="187436" y="49293"/>
                        </a:cubicBezTo>
                        <a:cubicBezTo>
                          <a:pt x="186884" y="48809"/>
                          <a:pt x="186332" y="48326"/>
                          <a:pt x="185780" y="47843"/>
                        </a:cubicBezTo>
                        <a:cubicBezTo>
                          <a:pt x="184744" y="46945"/>
                          <a:pt x="183777" y="46048"/>
                          <a:pt x="182742" y="45219"/>
                        </a:cubicBezTo>
                        <a:cubicBezTo>
                          <a:pt x="182121" y="44667"/>
                          <a:pt x="181499" y="44115"/>
                          <a:pt x="180878" y="43632"/>
                        </a:cubicBezTo>
                        <a:cubicBezTo>
                          <a:pt x="180188" y="43079"/>
                          <a:pt x="179497" y="42527"/>
                          <a:pt x="178876" y="41975"/>
                        </a:cubicBezTo>
                        <a:cubicBezTo>
                          <a:pt x="177909" y="41146"/>
                          <a:pt x="176874" y="40318"/>
                          <a:pt x="175907" y="39558"/>
                        </a:cubicBezTo>
                        <a:cubicBezTo>
                          <a:pt x="175355" y="39144"/>
                          <a:pt x="174872" y="38730"/>
                          <a:pt x="174388" y="38316"/>
                        </a:cubicBezTo>
                        <a:cubicBezTo>
                          <a:pt x="173560" y="37625"/>
                          <a:pt x="172662" y="37004"/>
                          <a:pt x="171834" y="36383"/>
                        </a:cubicBezTo>
                        <a:cubicBezTo>
                          <a:pt x="170936" y="35692"/>
                          <a:pt x="169970" y="34933"/>
                          <a:pt x="169072" y="34243"/>
                        </a:cubicBezTo>
                        <a:cubicBezTo>
                          <a:pt x="168727" y="33966"/>
                          <a:pt x="168313" y="33690"/>
                          <a:pt x="167968" y="33414"/>
                        </a:cubicBezTo>
                        <a:cubicBezTo>
                          <a:pt x="166794" y="32586"/>
                          <a:pt x="165690" y="31757"/>
                          <a:pt x="164516" y="30998"/>
                        </a:cubicBezTo>
                        <a:cubicBezTo>
                          <a:pt x="163757" y="30446"/>
                          <a:pt x="162928" y="29893"/>
                          <a:pt x="162169" y="29341"/>
                        </a:cubicBezTo>
                        <a:cubicBezTo>
                          <a:pt x="161962" y="29203"/>
                          <a:pt x="161755" y="29065"/>
                          <a:pt x="161547" y="28927"/>
                        </a:cubicBezTo>
                        <a:cubicBezTo>
                          <a:pt x="159476" y="27477"/>
                          <a:pt x="157405" y="26096"/>
                          <a:pt x="155265" y="24784"/>
                        </a:cubicBezTo>
                        <a:cubicBezTo>
                          <a:pt x="155265" y="24784"/>
                          <a:pt x="155265" y="24784"/>
                          <a:pt x="155265" y="24784"/>
                        </a:cubicBezTo>
                        <a:cubicBezTo>
                          <a:pt x="155058" y="24646"/>
                          <a:pt x="154920" y="24577"/>
                          <a:pt x="154713" y="24439"/>
                        </a:cubicBezTo>
                        <a:cubicBezTo>
                          <a:pt x="152849" y="23266"/>
                          <a:pt x="150916" y="22092"/>
                          <a:pt x="149052" y="20987"/>
                        </a:cubicBezTo>
                        <a:cubicBezTo>
                          <a:pt x="148568" y="20711"/>
                          <a:pt x="148085" y="20435"/>
                          <a:pt x="147602" y="20159"/>
                        </a:cubicBezTo>
                        <a:cubicBezTo>
                          <a:pt x="146014" y="19261"/>
                          <a:pt x="144495" y="18364"/>
                          <a:pt x="142907" y="17536"/>
                        </a:cubicBezTo>
                        <a:cubicBezTo>
                          <a:pt x="142286" y="17190"/>
                          <a:pt x="141734" y="16914"/>
                          <a:pt x="141112" y="16638"/>
                        </a:cubicBezTo>
                        <a:cubicBezTo>
                          <a:pt x="140284" y="16224"/>
                          <a:pt x="139524" y="15810"/>
                          <a:pt x="138696" y="15395"/>
                        </a:cubicBezTo>
                        <a:cubicBezTo>
                          <a:pt x="138075" y="15050"/>
                          <a:pt x="137453" y="14705"/>
                          <a:pt x="136832" y="14429"/>
                        </a:cubicBezTo>
                        <a:cubicBezTo>
                          <a:pt x="135866" y="13946"/>
                          <a:pt x="134830" y="13531"/>
                          <a:pt x="133863" y="13048"/>
                        </a:cubicBezTo>
                        <a:cubicBezTo>
                          <a:pt x="133173" y="12703"/>
                          <a:pt x="132414" y="12358"/>
                          <a:pt x="131723" y="12013"/>
                        </a:cubicBezTo>
                        <a:cubicBezTo>
                          <a:pt x="131447" y="11874"/>
                          <a:pt x="131171" y="11736"/>
                          <a:pt x="130826" y="11598"/>
                        </a:cubicBezTo>
                        <a:cubicBezTo>
                          <a:pt x="128824" y="10701"/>
                          <a:pt x="126891" y="9872"/>
                          <a:pt x="124958" y="9113"/>
                        </a:cubicBezTo>
                        <a:cubicBezTo>
                          <a:pt x="124958" y="9113"/>
                          <a:pt x="124958" y="9113"/>
                          <a:pt x="124958" y="9113"/>
                        </a:cubicBezTo>
                        <a:cubicBezTo>
                          <a:pt x="122956" y="8284"/>
                          <a:pt x="120953" y="7594"/>
                          <a:pt x="119020" y="6904"/>
                        </a:cubicBezTo>
                        <a:cubicBezTo>
                          <a:pt x="118744" y="6835"/>
                          <a:pt x="118537" y="6766"/>
                          <a:pt x="118261" y="6628"/>
                        </a:cubicBezTo>
                        <a:cubicBezTo>
                          <a:pt x="117571" y="6351"/>
                          <a:pt x="116880" y="6144"/>
                          <a:pt x="116121" y="5937"/>
                        </a:cubicBezTo>
                        <a:cubicBezTo>
                          <a:pt x="115085" y="5592"/>
                          <a:pt x="114119" y="5247"/>
                          <a:pt x="113083" y="4971"/>
                        </a:cubicBezTo>
                        <a:cubicBezTo>
                          <a:pt x="112600" y="4833"/>
                          <a:pt x="112117" y="4695"/>
                          <a:pt x="111633" y="4556"/>
                        </a:cubicBezTo>
                        <a:cubicBezTo>
                          <a:pt x="110736" y="4280"/>
                          <a:pt x="109907" y="4073"/>
                          <a:pt x="109010" y="3866"/>
                        </a:cubicBezTo>
                        <a:cubicBezTo>
                          <a:pt x="108320" y="3659"/>
                          <a:pt x="107698" y="3452"/>
                          <a:pt x="107008" y="3314"/>
                        </a:cubicBezTo>
                        <a:cubicBezTo>
                          <a:pt x="106318" y="3107"/>
                          <a:pt x="105627" y="3038"/>
                          <a:pt x="104937" y="2831"/>
                        </a:cubicBezTo>
                        <a:cubicBezTo>
                          <a:pt x="104039" y="2623"/>
                          <a:pt x="103211" y="2416"/>
                          <a:pt x="102313" y="2278"/>
                        </a:cubicBezTo>
                        <a:cubicBezTo>
                          <a:pt x="101830" y="2209"/>
                          <a:pt x="101416" y="2071"/>
                          <a:pt x="100933" y="2002"/>
                        </a:cubicBezTo>
                        <a:cubicBezTo>
                          <a:pt x="100104" y="1864"/>
                          <a:pt x="99345" y="1726"/>
                          <a:pt x="98516" y="1588"/>
                        </a:cubicBezTo>
                        <a:cubicBezTo>
                          <a:pt x="97550" y="1450"/>
                          <a:pt x="96514" y="1243"/>
                          <a:pt x="95548" y="1105"/>
                        </a:cubicBezTo>
                        <a:cubicBezTo>
                          <a:pt x="95202" y="1105"/>
                          <a:pt x="94857" y="967"/>
                          <a:pt x="94512" y="898"/>
                        </a:cubicBezTo>
                        <a:cubicBezTo>
                          <a:pt x="93684" y="759"/>
                          <a:pt x="92855" y="759"/>
                          <a:pt x="92096" y="621"/>
                        </a:cubicBezTo>
                        <a:cubicBezTo>
                          <a:pt x="91060" y="483"/>
                          <a:pt x="89956" y="414"/>
                          <a:pt x="88920" y="276"/>
                        </a:cubicBezTo>
                        <a:cubicBezTo>
                          <a:pt x="88644" y="276"/>
                          <a:pt x="88299" y="207"/>
                          <a:pt x="87954" y="207"/>
                        </a:cubicBezTo>
                        <a:cubicBezTo>
                          <a:pt x="87263" y="207"/>
                          <a:pt x="86573" y="207"/>
                          <a:pt x="85813" y="138"/>
                        </a:cubicBezTo>
                        <a:cubicBezTo>
                          <a:pt x="84571" y="138"/>
                          <a:pt x="83328" y="0"/>
                          <a:pt x="82085" y="0"/>
                        </a:cubicBezTo>
                        <a:cubicBezTo>
                          <a:pt x="81740" y="0"/>
                          <a:pt x="81395" y="0"/>
                          <a:pt x="81050" y="0"/>
                        </a:cubicBezTo>
                        <a:cubicBezTo>
                          <a:pt x="80498" y="0"/>
                          <a:pt x="80014" y="0"/>
                          <a:pt x="79462" y="69"/>
                        </a:cubicBezTo>
                        <a:cubicBezTo>
                          <a:pt x="77874" y="69"/>
                          <a:pt x="76355" y="207"/>
                          <a:pt x="74836" y="276"/>
                        </a:cubicBezTo>
                        <a:cubicBezTo>
                          <a:pt x="74353" y="276"/>
                          <a:pt x="73870" y="276"/>
                          <a:pt x="73456" y="276"/>
                        </a:cubicBezTo>
                        <a:cubicBezTo>
                          <a:pt x="73111" y="276"/>
                          <a:pt x="72765" y="414"/>
                          <a:pt x="72420" y="414"/>
                        </a:cubicBezTo>
                        <a:cubicBezTo>
                          <a:pt x="70073" y="690"/>
                          <a:pt x="67795" y="967"/>
                          <a:pt x="65516" y="1450"/>
                        </a:cubicBezTo>
                        <a:cubicBezTo>
                          <a:pt x="65309" y="1450"/>
                          <a:pt x="65102" y="1450"/>
                          <a:pt x="64964" y="1519"/>
                        </a:cubicBezTo>
                        <a:cubicBezTo>
                          <a:pt x="64964" y="1519"/>
                          <a:pt x="64826" y="1519"/>
                          <a:pt x="64826" y="1519"/>
                        </a:cubicBezTo>
                        <a:cubicBezTo>
                          <a:pt x="64343" y="1588"/>
                          <a:pt x="63928" y="1726"/>
                          <a:pt x="63445" y="1864"/>
                        </a:cubicBezTo>
                        <a:cubicBezTo>
                          <a:pt x="62065" y="2209"/>
                          <a:pt x="60615" y="2485"/>
                          <a:pt x="59234" y="2900"/>
                        </a:cubicBezTo>
                        <a:cubicBezTo>
                          <a:pt x="58544" y="3107"/>
                          <a:pt x="57922" y="3314"/>
                          <a:pt x="57301" y="3521"/>
                        </a:cubicBezTo>
                        <a:cubicBezTo>
                          <a:pt x="56403" y="3797"/>
                          <a:pt x="55506" y="4073"/>
                          <a:pt x="54677" y="4349"/>
                        </a:cubicBezTo>
                        <a:cubicBezTo>
                          <a:pt x="54470" y="4418"/>
                          <a:pt x="54263" y="4556"/>
                          <a:pt x="54056" y="4625"/>
                        </a:cubicBezTo>
                        <a:cubicBezTo>
                          <a:pt x="52744" y="5109"/>
                          <a:pt x="51433" y="5661"/>
                          <a:pt x="50190" y="6213"/>
                        </a:cubicBezTo>
                        <a:cubicBezTo>
                          <a:pt x="49569" y="6490"/>
                          <a:pt x="48947" y="6697"/>
                          <a:pt x="48326" y="7042"/>
                        </a:cubicBezTo>
                        <a:cubicBezTo>
                          <a:pt x="46462" y="7939"/>
                          <a:pt x="44598" y="8837"/>
                          <a:pt x="42803" y="9941"/>
                        </a:cubicBezTo>
                        <a:lnTo>
                          <a:pt x="0" y="34795"/>
                        </a:lnTo>
                        <a:cubicBezTo>
                          <a:pt x="1795" y="33759"/>
                          <a:pt x="3659" y="32793"/>
                          <a:pt x="5523" y="31895"/>
                        </a:cubicBezTo>
                        <a:cubicBezTo>
                          <a:pt x="6144" y="31619"/>
                          <a:pt x="6766" y="31343"/>
                          <a:pt x="7387" y="31067"/>
                        </a:cubicBezTo>
                        <a:cubicBezTo>
                          <a:pt x="8699" y="30515"/>
                          <a:pt x="9941" y="29962"/>
                          <a:pt x="11253" y="29479"/>
                        </a:cubicBezTo>
                        <a:cubicBezTo>
                          <a:pt x="12358" y="29065"/>
                          <a:pt x="13393" y="28720"/>
                          <a:pt x="14498" y="28374"/>
                        </a:cubicBezTo>
                        <a:cubicBezTo>
                          <a:pt x="15188" y="28167"/>
                          <a:pt x="15809" y="27960"/>
                          <a:pt x="16500" y="27753"/>
                        </a:cubicBezTo>
                        <a:cubicBezTo>
                          <a:pt x="17881" y="27339"/>
                          <a:pt x="19261" y="27063"/>
                          <a:pt x="20711" y="26717"/>
                        </a:cubicBezTo>
                        <a:cubicBezTo>
                          <a:pt x="21195" y="26648"/>
                          <a:pt x="21609" y="26510"/>
                          <a:pt x="22092" y="26372"/>
                        </a:cubicBezTo>
                        <a:cubicBezTo>
                          <a:pt x="22299" y="26372"/>
                          <a:pt x="22575" y="26303"/>
                          <a:pt x="22851" y="26234"/>
                        </a:cubicBezTo>
                        <a:cubicBezTo>
                          <a:pt x="25129" y="25820"/>
                          <a:pt x="27408" y="25475"/>
                          <a:pt x="29755" y="25199"/>
                        </a:cubicBezTo>
                        <a:cubicBezTo>
                          <a:pt x="30584" y="25130"/>
                          <a:pt x="31343" y="25061"/>
                          <a:pt x="32171" y="24991"/>
                        </a:cubicBezTo>
                        <a:cubicBezTo>
                          <a:pt x="33690" y="24853"/>
                          <a:pt x="35278" y="24784"/>
                          <a:pt x="36797" y="24784"/>
                        </a:cubicBezTo>
                        <a:cubicBezTo>
                          <a:pt x="37694" y="24784"/>
                          <a:pt x="38523" y="24784"/>
                          <a:pt x="39420" y="24784"/>
                        </a:cubicBezTo>
                        <a:cubicBezTo>
                          <a:pt x="40663" y="24784"/>
                          <a:pt x="41906" y="24784"/>
                          <a:pt x="43148" y="24922"/>
                        </a:cubicBezTo>
                        <a:cubicBezTo>
                          <a:pt x="44184" y="24922"/>
                          <a:pt x="45150" y="24991"/>
                          <a:pt x="46186" y="25061"/>
                        </a:cubicBezTo>
                        <a:cubicBezTo>
                          <a:pt x="47222" y="25130"/>
                          <a:pt x="48326" y="25268"/>
                          <a:pt x="49362" y="25406"/>
                        </a:cubicBezTo>
                        <a:cubicBezTo>
                          <a:pt x="50535" y="25544"/>
                          <a:pt x="51709" y="25682"/>
                          <a:pt x="52883" y="25820"/>
                        </a:cubicBezTo>
                        <a:cubicBezTo>
                          <a:pt x="53849" y="25958"/>
                          <a:pt x="54885" y="26165"/>
                          <a:pt x="55851" y="26303"/>
                        </a:cubicBezTo>
                        <a:cubicBezTo>
                          <a:pt x="57094" y="26510"/>
                          <a:pt x="58336" y="26717"/>
                          <a:pt x="59648" y="26994"/>
                        </a:cubicBezTo>
                        <a:cubicBezTo>
                          <a:pt x="60477" y="27201"/>
                          <a:pt x="61374" y="27339"/>
                          <a:pt x="62272" y="27546"/>
                        </a:cubicBezTo>
                        <a:cubicBezTo>
                          <a:pt x="63652" y="27891"/>
                          <a:pt x="64964" y="28167"/>
                          <a:pt x="66345" y="28581"/>
                        </a:cubicBezTo>
                        <a:cubicBezTo>
                          <a:pt x="67242" y="28789"/>
                          <a:pt x="68071" y="29065"/>
                          <a:pt x="68968" y="29272"/>
                        </a:cubicBezTo>
                        <a:cubicBezTo>
                          <a:pt x="70487" y="29686"/>
                          <a:pt x="71937" y="30169"/>
                          <a:pt x="73456" y="30653"/>
                        </a:cubicBezTo>
                        <a:cubicBezTo>
                          <a:pt x="74146" y="30860"/>
                          <a:pt x="74836" y="31136"/>
                          <a:pt x="75596" y="31343"/>
                        </a:cubicBezTo>
                        <a:cubicBezTo>
                          <a:pt x="77805" y="32102"/>
                          <a:pt x="80014" y="32931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4502" y="34726"/>
                          <a:pt x="86780" y="35692"/>
                          <a:pt x="89058" y="36728"/>
                        </a:cubicBezTo>
                        <a:cubicBezTo>
                          <a:pt x="89749" y="37073"/>
                          <a:pt x="90508" y="37418"/>
                          <a:pt x="91198" y="37763"/>
                        </a:cubicBezTo>
                        <a:cubicBezTo>
                          <a:pt x="92786" y="38523"/>
                          <a:pt x="94443" y="39282"/>
                          <a:pt x="96031" y="40111"/>
                        </a:cubicBezTo>
                        <a:cubicBezTo>
                          <a:pt x="96859" y="40525"/>
                          <a:pt x="97619" y="40939"/>
                          <a:pt x="98447" y="41353"/>
                        </a:cubicBezTo>
                        <a:cubicBezTo>
                          <a:pt x="100588" y="42458"/>
                          <a:pt x="102728" y="43632"/>
                          <a:pt x="104937" y="44874"/>
                        </a:cubicBezTo>
                        <a:cubicBezTo>
                          <a:pt x="107353" y="46255"/>
                          <a:pt x="109700" y="47705"/>
                          <a:pt x="112048" y="49155"/>
                        </a:cubicBezTo>
                        <a:cubicBezTo>
                          <a:pt x="112255" y="49293"/>
                          <a:pt x="112393" y="49362"/>
                          <a:pt x="112600" y="49500"/>
                        </a:cubicBezTo>
                        <a:cubicBezTo>
                          <a:pt x="114947" y="50950"/>
                          <a:pt x="117225" y="52537"/>
                          <a:pt x="119504" y="54125"/>
                        </a:cubicBezTo>
                        <a:cubicBezTo>
                          <a:pt x="120263" y="54678"/>
                          <a:pt x="121091" y="55230"/>
                          <a:pt x="121851" y="55782"/>
                        </a:cubicBezTo>
                        <a:cubicBezTo>
                          <a:pt x="123370" y="56887"/>
                          <a:pt x="124889" y="57991"/>
                          <a:pt x="126407" y="59096"/>
                        </a:cubicBezTo>
                        <a:cubicBezTo>
                          <a:pt x="127374" y="59786"/>
                          <a:pt x="128271" y="60546"/>
                          <a:pt x="129238" y="61236"/>
                        </a:cubicBezTo>
                        <a:cubicBezTo>
                          <a:pt x="130619" y="62272"/>
                          <a:pt x="131999" y="63376"/>
                          <a:pt x="133311" y="64412"/>
                        </a:cubicBezTo>
                        <a:cubicBezTo>
                          <a:pt x="134347" y="65240"/>
                          <a:pt x="135313" y="66000"/>
                          <a:pt x="136280" y="66828"/>
                        </a:cubicBezTo>
                        <a:cubicBezTo>
                          <a:pt x="137591" y="67864"/>
                          <a:pt x="138834" y="68968"/>
                          <a:pt x="140146" y="70073"/>
                        </a:cubicBezTo>
                        <a:cubicBezTo>
                          <a:pt x="141181" y="70970"/>
                          <a:pt x="142217" y="71868"/>
                          <a:pt x="143183" y="72765"/>
                        </a:cubicBezTo>
                        <a:cubicBezTo>
                          <a:pt x="144426" y="73870"/>
                          <a:pt x="145669" y="74975"/>
                          <a:pt x="146912" y="76148"/>
                        </a:cubicBezTo>
                        <a:cubicBezTo>
                          <a:pt x="147947" y="77046"/>
                          <a:pt x="148914" y="78012"/>
                          <a:pt x="149949" y="78979"/>
                        </a:cubicBezTo>
                        <a:cubicBezTo>
                          <a:pt x="151192" y="80152"/>
                          <a:pt x="152434" y="81395"/>
                          <a:pt x="153746" y="82638"/>
                        </a:cubicBezTo>
                        <a:cubicBezTo>
                          <a:pt x="154644" y="83535"/>
                          <a:pt x="155610" y="84433"/>
                          <a:pt x="156508" y="85399"/>
                        </a:cubicBezTo>
                        <a:cubicBezTo>
                          <a:pt x="157819" y="86711"/>
                          <a:pt x="159062" y="88023"/>
                          <a:pt x="160374" y="89334"/>
                        </a:cubicBezTo>
                        <a:cubicBezTo>
                          <a:pt x="161202" y="90232"/>
                          <a:pt x="162100" y="91060"/>
                          <a:pt x="162928" y="91958"/>
                        </a:cubicBezTo>
                        <a:cubicBezTo>
                          <a:pt x="164378" y="93546"/>
                          <a:pt x="165897" y="95203"/>
                          <a:pt x="167347" y="96790"/>
                        </a:cubicBezTo>
                        <a:cubicBezTo>
                          <a:pt x="167899" y="97412"/>
                          <a:pt x="168520" y="98033"/>
                          <a:pt x="169072" y="98723"/>
                        </a:cubicBezTo>
                        <a:cubicBezTo>
                          <a:pt x="171144" y="101071"/>
                          <a:pt x="173146" y="103418"/>
                          <a:pt x="175079" y="105765"/>
                        </a:cubicBezTo>
                        <a:cubicBezTo>
                          <a:pt x="175424" y="106180"/>
                          <a:pt x="175769" y="106594"/>
                          <a:pt x="176114" y="107008"/>
                        </a:cubicBezTo>
                        <a:cubicBezTo>
                          <a:pt x="177771" y="109010"/>
                          <a:pt x="179359" y="111012"/>
                          <a:pt x="181016" y="113083"/>
                        </a:cubicBezTo>
                        <a:cubicBezTo>
                          <a:pt x="183156" y="115776"/>
                          <a:pt x="185227" y="118537"/>
                          <a:pt x="187298" y="121299"/>
                        </a:cubicBezTo>
                        <a:cubicBezTo>
                          <a:pt x="187298" y="121299"/>
                          <a:pt x="187298" y="121299"/>
                          <a:pt x="187298" y="121299"/>
                        </a:cubicBezTo>
                        <a:cubicBezTo>
                          <a:pt x="190198" y="125165"/>
                          <a:pt x="192959" y="129169"/>
                          <a:pt x="195652" y="133242"/>
                        </a:cubicBezTo>
                        <a:cubicBezTo>
                          <a:pt x="196135" y="134002"/>
                          <a:pt x="196618" y="134692"/>
                          <a:pt x="197102" y="135451"/>
                        </a:cubicBezTo>
                        <a:cubicBezTo>
                          <a:pt x="200484" y="140560"/>
                          <a:pt x="203729" y="145738"/>
                          <a:pt x="206836" y="150985"/>
                        </a:cubicBezTo>
                        <a:cubicBezTo>
                          <a:pt x="207250" y="151675"/>
                          <a:pt x="207664" y="152296"/>
                          <a:pt x="208010" y="152987"/>
                        </a:cubicBezTo>
                        <a:cubicBezTo>
                          <a:pt x="210219" y="156715"/>
                          <a:pt x="212359" y="160512"/>
                          <a:pt x="214361" y="164309"/>
                        </a:cubicBezTo>
                        <a:cubicBezTo>
                          <a:pt x="215120" y="165690"/>
                          <a:pt x="215811" y="167070"/>
                          <a:pt x="216570" y="168520"/>
                        </a:cubicBezTo>
                        <a:cubicBezTo>
                          <a:pt x="217330" y="170039"/>
                          <a:pt x="218089" y="171489"/>
                          <a:pt x="218848" y="173008"/>
                        </a:cubicBezTo>
                        <a:cubicBezTo>
                          <a:pt x="219884" y="175079"/>
                          <a:pt x="220920" y="177219"/>
                          <a:pt x="221886" y="179290"/>
                        </a:cubicBezTo>
                        <a:cubicBezTo>
                          <a:pt x="222231" y="179980"/>
                          <a:pt x="222576" y="180671"/>
                          <a:pt x="222853" y="181361"/>
                        </a:cubicBezTo>
                        <a:cubicBezTo>
                          <a:pt x="224164" y="184054"/>
                          <a:pt x="225338" y="186815"/>
                          <a:pt x="226581" y="189577"/>
                        </a:cubicBezTo>
                        <a:cubicBezTo>
                          <a:pt x="226926" y="190267"/>
                          <a:pt x="227202" y="191026"/>
                          <a:pt x="227478" y="191717"/>
                        </a:cubicBezTo>
                        <a:cubicBezTo>
                          <a:pt x="228376" y="193788"/>
                          <a:pt x="229204" y="195790"/>
                          <a:pt x="230033" y="197861"/>
                        </a:cubicBezTo>
                        <a:cubicBezTo>
                          <a:pt x="230447" y="198828"/>
                          <a:pt x="230792" y="199725"/>
                          <a:pt x="231137" y="200692"/>
                        </a:cubicBezTo>
                        <a:cubicBezTo>
                          <a:pt x="231897" y="202694"/>
                          <a:pt x="232656" y="204627"/>
                          <a:pt x="233415" y="206629"/>
                        </a:cubicBezTo>
                        <a:cubicBezTo>
                          <a:pt x="233760" y="207457"/>
                          <a:pt x="234037" y="208286"/>
                          <a:pt x="234382" y="209183"/>
                        </a:cubicBezTo>
                        <a:cubicBezTo>
                          <a:pt x="235348" y="211807"/>
                          <a:pt x="236246" y="214361"/>
                          <a:pt x="237143" y="216985"/>
                        </a:cubicBezTo>
                        <a:cubicBezTo>
                          <a:pt x="237212" y="217192"/>
                          <a:pt x="237281" y="217468"/>
                          <a:pt x="237351" y="217675"/>
                        </a:cubicBezTo>
                        <a:cubicBezTo>
                          <a:pt x="238317" y="220505"/>
                          <a:pt x="239214" y="223336"/>
                          <a:pt x="240043" y="226166"/>
                        </a:cubicBezTo>
                        <a:cubicBezTo>
                          <a:pt x="240319" y="227064"/>
                          <a:pt x="240595" y="228030"/>
                          <a:pt x="240871" y="228928"/>
                        </a:cubicBezTo>
                        <a:cubicBezTo>
                          <a:pt x="241424" y="230861"/>
                          <a:pt x="241976" y="232794"/>
                          <a:pt x="242528" y="234796"/>
                        </a:cubicBezTo>
                        <a:cubicBezTo>
                          <a:pt x="242804" y="235901"/>
                          <a:pt x="243081" y="236936"/>
                          <a:pt x="243357" y="238041"/>
                        </a:cubicBezTo>
                        <a:cubicBezTo>
                          <a:pt x="243840" y="239836"/>
                          <a:pt x="244254" y="241700"/>
                          <a:pt x="244737" y="243495"/>
                        </a:cubicBezTo>
                        <a:cubicBezTo>
                          <a:pt x="245014" y="244599"/>
                          <a:pt x="245221" y="245635"/>
                          <a:pt x="245497" y="246740"/>
                        </a:cubicBezTo>
                        <a:cubicBezTo>
                          <a:pt x="245911" y="248604"/>
                          <a:pt x="246325" y="250468"/>
                          <a:pt x="246670" y="252401"/>
                        </a:cubicBezTo>
                        <a:cubicBezTo>
                          <a:pt x="246878" y="253367"/>
                          <a:pt x="247085" y="254403"/>
                          <a:pt x="247292" y="255369"/>
                        </a:cubicBezTo>
                        <a:cubicBezTo>
                          <a:pt x="247775" y="257786"/>
                          <a:pt x="248189" y="260271"/>
                          <a:pt x="248603" y="262687"/>
                        </a:cubicBezTo>
                        <a:cubicBezTo>
                          <a:pt x="248603" y="263032"/>
                          <a:pt x="248742" y="263447"/>
                          <a:pt x="248811" y="263792"/>
                        </a:cubicBezTo>
                        <a:cubicBezTo>
                          <a:pt x="249225" y="266553"/>
                          <a:pt x="249639" y="269384"/>
                          <a:pt x="249984" y="272145"/>
                        </a:cubicBezTo>
                        <a:cubicBezTo>
                          <a:pt x="250053" y="272905"/>
                          <a:pt x="250122" y="273664"/>
                          <a:pt x="250260" y="274493"/>
                        </a:cubicBezTo>
                        <a:cubicBezTo>
                          <a:pt x="250468" y="276495"/>
                          <a:pt x="250675" y="278497"/>
                          <a:pt x="250882" y="280499"/>
                        </a:cubicBezTo>
                        <a:cubicBezTo>
                          <a:pt x="250951" y="281465"/>
                          <a:pt x="251020" y="282363"/>
                          <a:pt x="251089" y="283329"/>
                        </a:cubicBezTo>
                        <a:cubicBezTo>
                          <a:pt x="251227" y="285193"/>
                          <a:pt x="251365" y="287126"/>
                          <a:pt x="251434" y="288990"/>
                        </a:cubicBezTo>
                        <a:cubicBezTo>
                          <a:pt x="251434" y="289888"/>
                          <a:pt x="251503" y="290785"/>
                          <a:pt x="251572" y="291683"/>
                        </a:cubicBezTo>
                        <a:cubicBezTo>
                          <a:pt x="251641" y="294306"/>
                          <a:pt x="251710" y="296999"/>
                          <a:pt x="251710" y="299622"/>
                        </a:cubicBezTo>
                        <a:cubicBezTo>
                          <a:pt x="251710" y="302384"/>
                          <a:pt x="251641" y="305076"/>
                          <a:pt x="251503" y="307700"/>
                        </a:cubicBezTo>
                        <a:cubicBezTo>
                          <a:pt x="251503" y="308459"/>
                          <a:pt x="251434" y="309149"/>
                          <a:pt x="251365" y="309909"/>
                        </a:cubicBezTo>
                        <a:cubicBezTo>
                          <a:pt x="251227" y="311704"/>
                          <a:pt x="251158" y="313568"/>
                          <a:pt x="250951" y="315294"/>
                        </a:cubicBezTo>
                        <a:cubicBezTo>
                          <a:pt x="250882" y="316329"/>
                          <a:pt x="250744" y="317296"/>
                          <a:pt x="250606" y="318331"/>
                        </a:cubicBezTo>
                        <a:cubicBezTo>
                          <a:pt x="250468" y="319850"/>
                          <a:pt x="250260" y="321369"/>
                          <a:pt x="250053" y="322819"/>
                        </a:cubicBezTo>
                        <a:cubicBezTo>
                          <a:pt x="249915" y="323923"/>
                          <a:pt x="249777" y="324959"/>
                          <a:pt x="249570" y="325994"/>
                        </a:cubicBezTo>
                        <a:cubicBezTo>
                          <a:pt x="249363" y="327375"/>
                          <a:pt x="249156" y="328687"/>
                          <a:pt x="248880" y="329999"/>
                        </a:cubicBezTo>
                        <a:cubicBezTo>
                          <a:pt x="248673" y="331172"/>
                          <a:pt x="248396" y="332346"/>
                          <a:pt x="248189" y="333520"/>
                        </a:cubicBezTo>
                        <a:cubicBezTo>
                          <a:pt x="247913" y="334693"/>
                          <a:pt x="247637" y="335867"/>
                          <a:pt x="247361" y="337040"/>
                        </a:cubicBezTo>
                        <a:cubicBezTo>
                          <a:pt x="247016" y="338421"/>
                          <a:pt x="246670" y="339733"/>
                          <a:pt x="246325" y="341114"/>
                        </a:cubicBezTo>
                        <a:cubicBezTo>
                          <a:pt x="246049" y="342149"/>
                          <a:pt x="245773" y="343185"/>
                          <a:pt x="245428" y="344220"/>
                        </a:cubicBezTo>
                        <a:cubicBezTo>
                          <a:pt x="244944" y="345808"/>
                          <a:pt x="244392" y="347396"/>
                          <a:pt x="243840" y="348915"/>
                        </a:cubicBezTo>
                        <a:cubicBezTo>
                          <a:pt x="243564" y="349743"/>
                          <a:pt x="243288" y="350572"/>
                          <a:pt x="242943" y="351400"/>
                        </a:cubicBezTo>
                        <a:cubicBezTo>
                          <a:pt x="241976" y="353955"/>
                          <a:pt x="240940" y="356509"/>
                          <a:pt x="239767" y="358856"/>
                        </a:cubicBezTo>
                        <a:cubicBezTo>
                          <a:pt x="239629" y="359132"/>
                          <a:pt x="239491" y="359340"/>
                          <a:pt x="239352" y="359616"/>
                        </a:cubicBezTo>
                        <a:cubicBezTo>
                          <a:pt x="237834" y="362791"/>
                          <a:pt x="236177" y="365829"/>
                          <a:pt x="234313" y="368660"/>
                        </a:cubicBezTo>
                        <a:cubicBezTo>
                          <a:pt x="234175" y="368867"/>
                          <a:pt x="234037" y="369143"/>
                          <a:pt x="233899" y="369350"/>
                        </a:cubicBezTo>
                        <a:cubicBezTo>
                          <a:pt x="232380" y="371697"/>
                          <a:pt x="230792" y="373906"/>
                          <a:pt x="229135" y="376047"/>
                        </a:cubicBezTo>
                        <a:cubicBezTo>
                          <a:pt x="228721" y="376530"/>
                          <a:pt x="228307" y="377082"/>
                          <a:pt x="227892" y="377565"/>
                        </a:cubicBezTo>
                        <a:cubicBezTo>
                          <a:pt x="226235" y="379498"/>
                          <a:pt x="224579" y="381431"/>
                          <a:pt x="222784" y="383157"/>
                        </a:cubicBezTo>
                        <a:cubicBezTo>
                          <a:pt x="222646" y="383295"/>
                          <a:pt x="222507" y="383434"/>
                          <a:pt x="222369" y="383572"/>
                        </a:cubicBezTo>
                        <a:cubicBezTo>
                          <a:pt x="220505" y="385436"/>
                          <a:pt x="218503" y="387093"/>
                          <a:pt x="216432" y="388680"/>
                        </a:cubicBezTo>
                        <a:cubicBezTo>
                          <a:pt x="215949" y="389095"/>
                          <a:pt x="215466" y="389440"/>
                          <a:pt x="214913" y="389854"/>
                        </a:cubicBezTo>
                        <a:cubicBezTo>
                          <a:pt x="212842" y="391373"/>
                          <a:pt x="210702" y="392892"/>
                          <a:pt x="208424" y="394203"/>
                        </a:cubicBezTo>
                        <a:lnTo>
                          <a:pt x="208424" y="394203"/>
                        </a:lnTo>
                        <a:cubicBezTo>
                          <a:pt x="208424" y="394203"/>
                          <a:pt x="208424" y="394203"/>
                          <a:pt x="208424" y="394203"/>
                        </a:cubicBezTo>
                        <a:lnTo>
                          <a:pt x="251227" y="369350"/>
                        </a:lnTo>
                        <a:cubicBezTo>
                          <a:pt x="253436" y="368038"/>
                          <a:pt x="255576" y="366588"/>
                          <a:pt x="257716" y="365001"/>
                        </a:cubicBezTo>
                        <a:cubicBezTo>
                          <a:pt x="258200" y="364655"/>
                          <a:pt x="258752" y="364241"/>
                          <a:pt x="259235" y="363896"/>
                        </a:cubicBezTo>
                        <a:cubicBezTo>
                          <a:pt x="261307" y="362308"/>
                          <a:pt x="263240" y="360651"/>
                          <a:pt x="265173" y="358787"/>
                        </a:cubicBezTo>
                        <a:cubicBezTo>
                          <a:pt x="265311" y="358649"/>
                          <a:pt x="265449" y="358511"/>
                          <a:pt x="265587" y="358373"/>
                        </a:cubicBezTo>
                        <a:cubicBezTo>
                          <a:pt x="267382" y="356647"/>
                          <a:pt x="269039" y="354783"/>
                          <a:pt x="270626" y="352781"/>
                        </a:cubicBezTo>
                        <a:cubicBezTo>
                          <a:pt x="271041" y="352298"/>
                          <a:pt x="271455" y="351814"/>
                          <a:pt x="271869" y="351262"/>
                        </a:cubicBezTo>
                        <a:cubicBezTo>
                          <a:pt x="273526" y="349122"/>
                          <a:pt x="275183" y="346913"/>
                          <a:pt x="276633" y="344566"/>
                        </a:cubicBezTo>
                        <a:cubicBezTo>
                          <a:pt x="276633" y="344566"/>
                          <a:pt x="276702" y="344427"/>
                          <a:pt x="276771" y="344358"/>
                        </a:cubicBezTo>
                        <a:cubicBezTo>
                          <a:pt x="276840" y="344220"/>
                          <a:pt x="276978" y="344013"/>
                          <a:pt x="277047" y="343875"/>
                        </a:cubicBezTo>
                        <a:cubicBezTo>
                          <a:pt x="278842" y="340976"/>
                          <a:pt x="280499" y="338007"/>
                          <a:pt x="282087" y="334762"/>
                        </a:cubicBezTo>
                        <a:cubicBezTo>
                          <a:pt x="282156" y="334555"/>
                          <a:pt x="282294" y="334417"/>
                          <a:pt x="282363" y="334279"/>
                        </a:cubicBezTo>
                        <a:cubicBezTo>
                          <a:pt x="282363" y="334210"/>
                          <a:pt x="282363" y="334072"/>
                          <a:pt x="282501" y="334003"/>
                        </a:cubicBezTo>
                        <a:cubicBezTo>
                          <a:pt x="283605" y="331586"/>
                          <a:pt x="284710" y="329101"/>
                          <a:pt x="285677" y="326547"/>
                        </a:cubicBezTo>
                        <a:cubicBezTo>
                          <a:pt x="285746" y="326340"/>
                          <a:pt x="285884" y="326133"/>
                          <a:pt x="285953" y="325925"/>
                        </a:cubicBezTo>
                        <a:cubicBezTo>
                          <a:pt x="286160" y="325304"/>
                          <a:pt x="286367" y="324683"/>
                          <a:pt x="286574" y="324061"/>
                        </a:cubicBezTo>
                        <a:cubicBezTo>
                          <a:pt x="287126" y="322543"/>
                          <a:pt x="287610" y="320955"/>
                          <a:pt x="288093" y="319367"/>
                        </a:cubicBezTo>
                        <a:cubicBezTo>
                          <a:pt x="288231" y="318953"/>
                          <a:pt x="288369" y="318538"/>
                          <a:pt x="288507" y="318124"/>
                        </a:cubicBezTo>
                        <a:cubicBezTo>
                          <a:pt x="288714" y="317503"/>
                          <a:pt x="288852" y="316881"/>
                          <a:pt x="288990" y="316260"/>
                        </a:cubicBezTo>
                        <a:cubicBezTo>
                          <a:pt x="289336" y="314948"/>
                          <a:pt x="289681" y="313568"/>
                          <a:pt x="290026" y="312256"/>
                        </a:cubicBezTo>
                        <a:cubicBezTo>
                          <a:pt x="290164" y="311704"/>
                          <a:pt x="290302" y="311151"/>
                          <a:pt x="290440" y="310599"/>
                        </a:cubicBezTo>
                        <a:cubicBezTo>
                          <a:pt x="290578" y="309978"/>
                          <a:pt x="290716" y="309356"/>
                          <a:pt x="290785" y="308735"/>
                        </a:cubicBezTo>
                        <a:cubicBezTo>
                          <a:pt x="291062" y="307562"/>
                          <a:pt x="291269" y="306388"/>
                          <a:pt x="291476" y="305214"/>
                        </a:cubicBezTo>
                        <a:cubicBezTo>
                          <a:pt x="291614" y="304593"/>
                          <a:pt x="291752" y="304041"/>
                          <a:pt x="291821" y="303419"/>
                        </a:cubicBezTo>
                        <a:cubicBezTo>
                          <a:pt x="291959" y="302729"/>
                          <a:pt x="292028" y="301969"/>
                          <a:pt x="292166" y="301210"/>
                        </a:cubicBezTo>
                        <a:cubicBezTo>
                          <a:pt x="292304" y="300174"/>
                          <a:pt x="292511" y="299070"/>
                          <a:pt x="292649" y="297965"/>
                        </a:cubicBezTo>
                        <a:cubicBezTo>
                          <a:pt x="292718" y="297413"/>
                          <a:pt x="292856" y="296861"/>
                          <a:pt x="292926" y="296308"/>
                        </a:cubicBezTo>
                        <a:cubicBezTo>
                          <a:pt x="293064" y="295411"/>
                          <a:pt x="293133" y="294444"/>
                          <a:pt x="293202" y="293478"/>
                        </a:cubicBezTo>
                        <a:cubicBezTo>
                          <a:pt x="293340" y="292442"/>
                          <a:pt x="293409" y="291476"/>
                          <a:pt x="293547" y="290440"/>
                        </a:cubicBezTo>
                        <a:cubicBezTo>
                          <a:pt x="293547" y="290026"/>
                          <a:pt x="293616" y="289612"/>
                          <a:pt x="293685" y="289198"/>
                        </a:cubicBezTo>
                        <a:cubicBezTo>
                          <a:pt x="293823" y="287817"/>
                          <a:pt x="293892" y="286436"/>
                          <a:pt x="293961" y="284986"/>
                        </a:cubicBezTo>
                        <a:cubicBezTo>
                          <a:pt x="293961" y="284227"/>
                          <a:pt x="294030" y="283537"/>
                          <a:pt x="294099" y="282777"/>
                        </a:cubicBezTo>
                        <a:cubicBezTo>
                          <a:pt x="294099" y="282570"/>
                          <a:pt x="294099" y="282432"/>
                          <a:pt x="294099" y="282225"/>
                        </a:cubicBezTo>
                        <a:cubicBezTo>
                          <a:pt x="294168" y="279878"/>
                          <a:pt x="294237" y="277530"/>
                          <a:pt x="294237" y="275114"/>
                        </a:cubicBezTo>
                        <a:cubicBezTo>
                          <a:pt x="294237" y="274976"/>
                          <a:pt x="294237" y="274838"/>
                          <a:pt x="294237" y="274700"/>
                        </a:cubicBezTo>
                        <a:cubicBezTo>
                          <a:pt x="294237" y="272491"/>
                          <a:pt x="294237" y="270281"/>
                          <a:pt x="294168" y="26807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23"/>
                  <p:cNvSpPr/>
                  <p:nvPr/>
                </p:nvSpPr>
                <p:spPr>
                  <a:xfrm>
                    <a:off x="2398427" y="2970453"/>
                    <a:ext cx="91750" cy="53434"/>
                  </a:xfrm>
                  <a:custGeom>
                    <a:rect b="b" l="l" r="r" t="t"/>
                    <a:pathLst>
                      <a:path extrusionOk="0" h="53434" w="91750">
                        <a:moveTo>
                          <a:pt x="91613" y="20642"/>
                        </a:moveTo>
                        <a:cubicBezTo>
                          <a:pt x="91613" y="20642"/>
                          <a:pt x="91613" y="20642"/>
                          <a:pt x="91613" y="20642"/>
                        </a:cubicBezTo>
                        <a:cubicBezTo>
                          <a:pt x="91613" y="20642"/>
                          <a:pt x="91613" y="20573"/>
                          <a:pt x="91613" y="20504"/>
                        </a:cubicBezTo>
                        <a:cubicBezTo>
                          <a:pt x="91613" y="20297"/>
                          <a:pt x="91613" y="20159"/>
                          <a:pt x="91613" y="19952"/>
                        </a:cubicBezTo>
                        <a:cubicBezTo>
                          <a:pt x="91613" y="19745"/>
                          <a:pt x="91613" y="19607"/>
                          <a:pt x="91613" y="19399"/>
                        </a:cubicBezTo>
                        <a:cubicBezTo>
                          <a:pt x="91613" y="19192"/>
                          <a:pt x="91613" y="19054"/>
                          <a:pt x="91613" y="18847"/>
                        </a:cubicBezTo>
                        <a:cubicBezTo>
                          <a:pt x="91613" y="18709"/>
                          <a:pt x="91613" y="18571"/>
                          <a:pt x="91613" y="18433"/>
                        </a:cubicBezTo>
                        <a:cubicBezTo>
                          <a:pt x="91613" y="18433"/>
                          <a:pt x="91613" y="18433"/>
                          <a:pt x="91613" y="18433"/>
                        </a:cubicBezTo>
                        <a:cubicBezTo>
                          <a:pt x="91613" y="18433"/>
                          <a:pt x="91613" y="18364"/>
                          <a:pt x="91613" y="18295"/>
                        </a:cubicBezTo>
                        <a:cubicBezTo>
                          <a:pt x="91613" y="18088"/>
                          <a:pt x="91613" y="17881"/>
                          <a:pt x="91544" y="17674"/>
                        </a:cubicBezTo>
                        <a:cubicBezTo>
                          <a:pt x="91475" y="17466"/>
                          <a:pt x="91475" y="17259"/>
                          <a:pt x="91405" y="17052"/>
                        </a:cubicBezTo>
                        <a:cubicBezTo>
                          <a:pt x="91405" y="16845"/>
                          <a:pt x="91337" y="16638"/>
                          <a:pt x="91267" y="16431"/>
                        </a:cubicBezTo>
                        <a:cubicBezTo>
                          <a:pt x="91267" y="16293"/>
                          <a:pt x="91198" y="16155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508" y="13876"/>
                          <a:pt x="90370" y="13669"/>
                          <a:pt x="90301" y="13531"/>
                        </a:cubicBezTo>
                        <a:cubicBezTo>
                          <a:pt x="90301" y="13531"/>
                          <a:pt x="90301" y="13531"/>
                          <a:pt x="90301" y="13462"/>
                        </a:cubicBezTo>
                        <a:cubicBezTo>
                          <a:pt x="90232" y="13255"/>
                          <a:pt x="90163" y="13117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8" y="12151"/>
                          <a:pt x="89749" y="12013"/>
                          <a:pt x="89611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5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0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90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92"/>
                        </a:cubicBezTo>
                        <a:cubicBezTo>
                          <a:pt x="85468" y="5454"/>
                          <a:pt x="85330" y="5247"/>
                          <a:pt x="85123" y="5109"/>
                        </a:cubicBezTo>
                        <a:cubicBezTo>
                          <a:pt x="84985" y="4971"/>
                          <a:pt x="84778" y="4764"/>
                          <a:pt x="84640" y="4625"/>
                        </a:cubicBezTo>
                        <a:cubicBezTo>
                          <a:pt x="84502" y="4487"/>
                          <a:pt x="84295" y="4280"/>
                          <a:pt x="84157" y="4142"/>
                        </a:cubicBezTo>
                        <a:cubicBezTo>
                          <a:pt x="84018" y="4004"/>
                          <a:pt x="83811" y="3797"/>
                          <a:pt x="83673" y="3659"/>
                        </a:cubicBezTo>
                        <a:cubicBezTo>
                          <a:pt x="83673" y="3659"/>
                          <a:pt x="83535" y="3590"/>
                          <a:pt x="83535" y="3521"/>
                        </a:cubicBezTo>
                        <a:cubicBezTo>
                          <a:pt x="83535" y="3521"/>
                          <a:pt x="83535" y="3521"/>
                          <a:pt x="83535" y="3521"/>
                        </a:cubicBezTo>
                        <a:cubicBezTo>
                          <a:pt x="83466" y="3452"/>
                          <a:pt x="83328" y="3314"/>
                          <a:pt x="83259" y="3245"/>
                        </a:cubicBezTo>
                        <a:cubicBezTo>
                          <a:pt x="83121" y="3107"/>
                          <a:pt x="82914" y="2969"/>
                          <a:pt x="82707" y="2831"/>
                        </a:cubicBezTo>
                        <a:cubicBezTo>
                          <a:pt x="82569" y="2692"/>
                          <a:pt x="82362" y="2554"/>
                          <a:pt x="82224" y="2416"/>
                        </a:cubicBezTo>
                        <a:cubicBezTo>
                          <a:pt x="82085" y="2278"/>
                          <a:pt x="81878" y="2140"/>
                          <a:pt x="81740" y="2071"/>
                        </a:cubicBezTo>
                        <a:cubicBezTo>
                          <a:pt x="81602" y="1933"/>
                          <a:pt x="81395" y="1864"/>
                          <a:pt x="81257" y="1726"/>
                        </a:cubicBezTo>
                        <a:cubicBezTo>
                          <a:pt x="81119" y="1657"/>
                          <a:pt x="80912" y="1519"/>
                          <a:pt x="80774" y="1450"/>
                        </a:cubicBezTo>
                        <a:cubicBezTo>
                          <a:pt x="80774" y="1450"/>
                          <a:pt x="80705" y="1450"/>
                          <a:pt x="80636" y="1450"/>
                        </a:cubicBezTo>
                        <a:cubicBezTo>
                          <a:pt x="80498" y="1381"/>
                          <a:pt x="80429" y="1312"/>
                          <a:pt x="80291" y="1243"/>
                        </a:cubicBezTo>
                        <a:cubicBezTo>
                          <a:pt x="80152" y="1174"/>
                          <a:pt x="79945" y="1105"/>
                          <a:pt x="79807" y="967"/>
                        </a:cubicBezTo>
                        <a:cubicBezTo>
                          <a:pt x="79669" y="898"/>
                          <a:pt x="79531" y="828"/>
                          <a:pt x="79324" y="759"/>
                        </a:cubicBezTo>
                        <a:cubicBezTo>
                          <a:pt x="79186" y="759"/>
                          <a:pt x="79048" y="621"/>
                          <a:pt x="78841" y="552"/>
                        </a:cubicBezTo>
                        <a:cubicBezTo>
                          <a:pt x="78703" y="552"/>
                          <a:pt x="78565" y="414"/>
                          <a:pt x="78357" y="345"/>
                        </a:cubicBezTo>
                        <a:cubicBezTo>
                          <a:pt x="78219" y="345"/>
                          <a:pt x="78012" y="207"/>
                          <a:pt x="77874" y="207"/>
                        </a:cubicBezTo>
                        <a:cubicBezTo>
                          <a:pt x="77805" y="207"/>
                          <a:pt x="77736" y="207"/>
                          <a:pt x="77667" y="207"/>
                        </a:cubicBezTo>
                        <a:cubicBezTo>
                          <a:pt x="77667" y="207"/>
                          <a:pt x="77667" y="207"/>
                          <a:pt x="77667" y="207"/>
                        </a:cubicBezTo>
                        <a:cubicBezTo>
                          <a:pt x="77667" y="207"/>
                          <a:pt x="77529" y="207"/>
                          <a:pt x="77460" y="207"/>
                        </a:cubicBezTo>
                        <a:cubicBezTo>
                          <a:pt x="77322" y="207"/>
                          <a:pt x="77115" y="138"/>
                          <a:pt x="76977" y="69"/>
                        </a:cubicBezTo>
                        <a:cubicBezTo>
                          <a:pt x="76839" y="69"/>
                          <a:pt x="76632" y="69"/>
                          <a:pt x="76493" y="0"/>
                        </a:cubicBezTo>
                        <a:cubicBezTo>
                          <a:pt x="76286" y="0"/>
                          <a:pt x="76148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5044" y="0"/>
                          <a:pt x="74836" y="0"/>
                        </a:cubicBezTo>
                        <a:lnTo>
                          <a:pt x="45289" y="2554"/>
                        </a:lnTo>
                        <a:cubicBezTo>
                          <a:pt x="45289" y="2554"/>
                          <a:pt x="45289" y="2554"/>
                          <a:pt x="45289" y="2554"/>
                        </a:cubicBezTo>
                        <a:cubicBezTo>
                          <a:pt x="45081" y="2554"/>
                          <a:pt x="44805" y="2554"/>
                          <a:pt x="44598" y="2623"/>
                        </a:cubicBezTo>
                        <a:cubicBezTo>
                          <a:pt x="44322" y="2623"/>
                          <a:pt x="44046" y="2761"/>
                          <a:pt x="43770" y="2831"/>
                        </a:cubicBezTo>
                        <a:cubicBezTo>
                          <a:pt x="43425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033" y="24784"/>
                        </a:lnTo>
                        <a:cubicBezTo>
                          <a:pt x="32931" y="24715"/>
                          <a:pt x="33897" y="24784"/>
                          <a:pt x="34864" y="25061"/>
                        </a:cubicBezTo>
                        <a:cubicBezTo>
                          <a:pt x="34864" y="25061"/>
                          <a:pt x="34864" y="25061"/>
                          <a:pt x="34864" y="25061"/>
                        </a:cubicBezTo>
                        <a:cubicBezTo>
                          <a:pt x="35830" y="25337"/>
                          <a:pt x="36797" y="25751"/>
                          <a:pt x="37763" y="26303"/>
                        </a:cubicBezTo>
                        <a:cubicBezTo>
                          <a:pt x="38730" y="26856"/>
                          <a:pt x="39766" y="27615"/>
                          <a:pt x="40663" y="28443"/>
                        </a:cubicBezTo>
                        <a:cubicBezTo>
                          <a:pt x="40663" y="28443"/>
                          <a:pt x="40663" y="28443"/>
                          <a:pt x="40663" y="28443"/>
                        </a:cubicBezTo>
                        <a:cubicBezTo>
                          <a:pt x="41630" y="29272"/>
                          <a:pt x="42527" y="30238"/>
                          <a:pt x="43355" y="31274"/>
                        </a:cubicBezTo>
                        <a:cubicBezTo>
                          <a:pt x="43355" y="31274"/>
                          <a:pt x="43355" y="31274"/>
                          <a:pt x="43355" y="31274"/>
                        </a:cubicBezTo>
                        <a:cubicBezTo>
                          <a:pt x="44184" y="32309"/>
                          <a:pt x="45012" y="33483"/>
                          <a:pt x="45703" y="34726"/>
                        </a:cubicBezTo>
                        <a:cubicBezTo>
                          <a:pt x="45703" y="34726"/>
                          <a:pt x="45703" y="34726"/>
                          <a:pt x="45703" y="34726"/>
                        </a:cubicBezTo>
                        <a:cubicBezTo>
                          <a:pt x="46393" y="35968"/>
                          <a:pt x="47084" y="37280"/>
                          <a:pt x="47567" y="38661"/>
                        </a:cubicBezTo>
                        <a:cubicBezTo>
                          <a:pt x="47912" y="39489"/>
                          <a:pt x="48188" y="40318"/>
                          <a:pt x="48395" y="41146"/>
                        </a:cubicBezTo>
                        <a:cubicBezTo>
                          <a:pt x="48395" y="41146"/>
                          <a:pt x="48395" y="41146"/>
                          <a:pt x="48395" y="41146"/>
                        </a:cubicBezTo>
                        <a:cubicBezTo>
                          <a:pt x="48602" y="41975"/>
                          <a:pt x="48740" y="42734"/>
                          <a:pt x="48878" y="43494"/>
                        </a:cubicBezTo>
                        <a:cubicBezTo>
                          <a:pt x="48878" y="43494"/>
                          <a:pt x="48878" y="43494"/>
                          <a:pt x="48878" y="43494"/>
                        </a:cubicBezTo>
                        <a:cubicBezTo>
                          <a:pt x="49017" y="44253"/>
                          <a:pt x="49085" y="45012"/>
                          <a:pt x="49085" y="45703"/>
                        </a:cubicBezTo>
                        <a:cubicBezTo>
                          <a:pt x="49085" y="45703"/>
                          <a:pt x="49085" y="45703"/>
                          <a:pt x="49085" y="45703"/>
                        </a:cubicBezTo>
                        <a:cubicBezTo>
                          <a:pt x="49085" y="46393"/>
                          <a:pt x="49085" y="47083"/>
                          <a:pt x="49017" y="47705"/>
                        </a:cubicBezTo>
                        <a:cubicBezTo>
                          <a:pt x="49017" y="47705"/>
                          <a:pt x="49017" y="47705"/>
                          <a:pt x="49017" y="47705"/>
                        </a:cubicBezTo>
                        <a:cubicBezTo>
                          <a:pt x="48947" y="48326"/>
                          <a:pt x="48809" y="48947"/>
                          <a:pt x="48602" y="49500"/>
                        </a:cubicBezTo>
                        <a:cubicBezTo>
                          <a:pt x="48602" y="49500"/>
                          <a:pt x="48602" y="49500"/>
                          <a:pt x="48602" y="49569"/>
                        </a:cubicBezTo>
                        <a:cubicBezTo>
                          <a:pt x="48464" y="50052"/>
                          <a:pt x="48257" y="50535"/>
                          <a:pt x="47981" y="51019"/>
                        </a:cubicBezTo>
                        <a:cubicBezTo>
                          <a:pt x="47981" y="51019"/>
                          <a:pt x="47912" y="51157"/>
                          <a:pt x="47843" y="51226"/>
                        </a:cubicBezTo>
                        <a:cubicBezTo>
                          <a:pt x="47774" y="51364"/>
                          <a:pt x="47636" y="51502"/>
                          <a:pt x="47567" y="51640"/>
                        </a:cubicBezTo>
                        <a:cubicBezTo>
                          <a:pt x="47084" y="52399"/>
                          <a:pt x="46462" y="53021"/>
                          <a:pt x="45772" y="53435"/>
                        </a:cubicBezTo>
                        <a:lnTo>
                          <a:pt x="45772" y="53435"/>
                        </a:lnTo>
                        <a:cubicBezTo>
                          <a:pt x="45772" y="53435"/>
                          <a:pt x="45772" y="53435"/>
                          <a:pt x="45772" y="53435"/>
                        </a:cubicBezTo>
                        <a:lnTo>
                          <a:pt x="88575" y="28581"/>
                        </a:lnTo>
                        <a:cubicBezTo>
                          <a:pt x="89334" y="28167"/>
                          <a:pt x="89887" y="27546"/>
                          <a:pt x="90370" y="26787"/>
                        </a:cubicBezTo>
                        <a:cubicBezTo>
                          <a:pt x="90370" y="26787"/>
                          <a:pt x="90508" y="26717"/>
                          <a:pt x="90508" y="26648"/>
                        </a:cubicBezTo>
                        <a:cubicBezTo>
                          <a:pt x="90508" y="26579"/>
                          <a:pt x="90577" y="26510"/>
                          <a:pt x="90646" y="26441"/>
                        </a:cubicBezTo>
                        <a:cubicBezTo>
                          <a:pt x="90646" y="26441"/>
                          <a:pt x="90715" y="26303"/>
                          <a:pt x="90784" y="26234"/>
                        </a:cubicBezTo>
                        <a:cubicBezTo>
                          <a:pt x="90784" y="26096"/>
                          <a:pt x="90922" y="26027"/>
                          <a:pt x="90991" y="25889"/>
                        </a:cubicBezTo>
                        <a:cubicBezTo>
                          <a:pt x="91060" y="25682"/>
                          <a:pt x="91198" y="25475"/>
                          <a:pt x="91267" y="25199"/>
                        </a:cubicBezTo>
                        <a:cubicBezTo>
                          <a:pt x="91267" y="25061"/>
                          <a:pt x="91337" y="24922"/>
                          <a:pt x="91405" y="24784"/>
                        </a:cubicBezTo>
                        <a:cubicBezTo>
                          <a:pt x="91405" y="24784"/>
                          <a:pt x="91405" y="24784"/>
                          <a:pt x="91405" y="24715"/>
                        </a:cubicBezTo>
                        <a:cubicBezTo>
                          <a:pt x="91405" y="24715"/>
                          <a:pt x="91405" y="24646"/>
                          <a:pt x="91405" y="24577"/>
                        </a:cubicBezTo>
                        <a:cubicBezTo>
                          <a:pt x="91405" y="24370"/>
                          <a:pt x="91544" y="24163"/>
                          <a:pt x="91544" y="23956"/>
                        </a:cubicBezTo>
                        <a:cubicBezTo>
                          <a:pt x="91544" y="23749"/>
                          <a:pt x="91613" y="23542"/>
                          <a:pt x="91682" y="23404"/>
                        </a:cubicBezTo>
                        <a:cubicBezTo>
                          <a:pt x="91682" y="23266"/>
                          <a:pt x="91682" y="23058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713"/>
                          <a:pt x="91751" y="22575"/>
                          <a:pt x="91751" y="22368"/>
                        </a:cubicBezTo>
                        <a:cubicBezTo>
                          <a:pt x="91751" y="22161"/>
                          <a:pt x="91751" y="22023"/>
                          <a:pt x="91751" y="21816"/>
                        </a:cubicBezTo>
                        <a:cubicBezTo>
                          <a:pt x="91751" y="21609"/>
                          <a:pt x="91751" y="21471"/>
                          <a:pt x="91751" y="21264"/>
                        </a:cubicBezTo>
                        <a:cubicBezTo>
                          <a:pt x="91751" y="21125"/>
                          <a:pt x="91751" y="20987"/>
                          <a:pt x="91751" y="2091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23"/>
                  <p:cNvSpPr/>
                  <p:nvPr/>
                </p:nvSpPr>
                <p:spPr>
                  <a:xfrm>
                    <a:off x="2351343" y="2838522"/>
                    <a:ext cx="63100" cy="77598"/>
                  </a:xfrm>
                  <a:custGeom>
                    <a:rect b="b" l="l" r="r" t="t"/>
                    <a:pathLst>
                      <a:path extrusionOk="0" h="77598" w="63100">
                        <a:moveTo>
                          <a:pt x="62686" y="20711"/>
                        </a:moveTo>
                        <a:cubicBezTo>
                          <a:pt x="62686" y="20711"/>
                          <a:pt x="62686" y="20435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28"/>
                        </a:cubicBezTo>
                        <a:cubicBezTo>
                          <a:pt x="62686" y="20021"/>
                          <a:pt x="62686" y="19883"/>
                          <a:pt x="62686" y="19676"/>
                        </a:cubicBezTo>
                        <a:cubicBezTo>
                          <a:pt x="62686" y="19468"/>
                          <a:pt x="62686" y="19330"/>
                          <a:pt x="62686" y="19123"/>
                        </a:cubicBezTo>
                        <a:cubicBezTo>
                          <a:pt x="62686" y="18916"/>
                          <a:pt x="62686" y="18709"/>
                          <a:pt x="62617" y="18571"/>
                        </a:cubicBezTo>
                        <a:cubicBezTo>
                          <a:pt x="62617" y="18364"/>
                          <a:pt x="62617" y="18157"/>
                          <a:pt x="62548" y="17950"/>
                        </a:cubicBezTo>
                        <a:cubicBezTo>
                          <a:pt x="62548" y="17881"/>
                          <a:pt x="62548" y="17743"/>
                          <a:pt x="62548" y="17674"/>
                        </a:cubicBezTo>
                        <a:cubicBezTo>
                          <a:pt x="62548" y="17674"/>
                          <a:pt x="62548" y="17674"/>
                          <a:pt x="62548" y="17674"/>
                        </a:cubicBezTo>
                        <a:cubicBezTo>
                          <a:pt x="62548" y="17605"/>
                          <a:pt x="62548" y="17535"/>
                          <a:pt x="62548" y="17397"/>
                        </a:cubicBezTo>
                        <a:cubicBezTo>
                          <a:pt x="62548" y="17190"/>
                          <a:pt x="62479" y="16983"/>
                          <a:pt x="62410" y="16776"/>
                        </a:cubicBezTo>
                        <a:cubicBezTo>
                          <a:pt x="62410" y="16569"/>
                          <a:pt x="62272" y="16362"/>
                          <a:pt x="62272" y="16155"/>
                        </a:cubicBezTo>
                        <a:cubicBezTo>
                          <a:pt x="62272" y="15948"/>
                          <a:pt x="62134" y="15741"/>
                          <a:pt x="62065" y="15533"/>
                        </a:cubicBezTo>
                        <a:cubicBezTo>
                          <a:pt x="62065" y="15326"/>
                          <a:pt x="61927" y="15119"/>
                          <a:pt x="61857" y="14912"/>
                        </a:cubicBezTo>
                        <a:cubicBezTo>
                          <a:pt x="61857" y="14912"/>
                          <a:pt x="61857" y="14912"/>
                          <a:pt x="61857" y="14843"/>
                        </a:cubicBezTo>
                        <a:cubicBezTo>
                          <a:pt x="61857" y="14843"/>
                          <a:pt x="61857" y="14843"/>
                          <a:pt x="61857" y="14843"/>
                        </a:cubicBezTo>
                        <a:cubicBezTo>
                          <a:pt x="61857" y="14705"/>
                          <a:pt x="61719" y="14567"/>
                          <a:pt x="61719" y="14360"/>
                        </a:cubicBezTo>
                        <a:cubicBezTo>
                          <a:pt x="61719" y="14153"/>
                          <a:pt x="61581" y="14015"/>
                          <a:pt x="61512" y="13807"/>
                        </a:cubicBezTo>
                        <a:cubicBezTo>
                          <a:pt x="61443" y="13600"/>
                          <a:pt x="61374" y="13462"/>
                          <a:pt x="61305" y="13255"/>
                        </a:cubicBezTo>
                        <a:cubicBezTo>
                          <a:pt x="61236" y="13048"/>
                          <a:pt x="61167" y="12910"/>
                          <a:pt x="61098" y="12703"/>
                        </a:cubicBezTo>
                        <a:cubicBezTo>
                          <a:pt x="61029" y="12496"/>
                          <a:pt x="60960" y="12358"/>
                          <a:pt x="60822" y="12151"/>
                        </a:cubicBezTo>
                        <a:cubicBezTo>
                          <a:pt x="60822" y="12151"/>
                          <a:pt x="60822" y="12082"/>
                          <a:pt x="60822" y="12013"/>
                        </a:cubicBezTo>
                        <a:cubicBezTo>
                          <a:pt x="60822" y="12013"/>
                          <a:pt x="60822" y="12013"/>
                          <a:pt x="60822" y="12013"/>
                        </a:cubicBezTo>
                        <a:cubicBezTo>
                          <a:pt x="60822" y="11874"/>
                          <a:pt x="60684" y="11736"/>
                          <a:pt x="60615" y="11598"/>
                        </a:cubicBezTo>
                        <a:cubicBezTo>
                          <a:pt x="60477" y="11391"/>
                          <a:pt x="60408" y="11184"/>
                          <a:pt x="60270" y="10977"/>
                        </a:cubicBezTo>
                        <a:cubicBezTo>
                          <a:pt x="60063" y="10632"/>
                          <a:pt x="59924" y="10287"/>
                          <a:pt x="59717" y="9941"/>
                        </a:cubicBezTo>
                        <a:cubicBezTo>
                          <a:pt x="59648" y="9803"/>
                          <a:pt x="59510" y="9596"/>
                          <a:pt x="59372" y="9458"/>
                        </a:cubicBezTo>
                        <a:cubicBezTo>
                          <a:pt x="59303" y="9320"/>
                          <a:pt x="59234" y="9182"/>
                          <a:pt x="59165" y="9044"/>
                        </a:cubicBezTo>
                        <a:cubicBezTo>
                          <a:pt x="59027" y="8837"/>
                          <a:pt x="58958" y="8699"/>
                          <a:pt x="58820" y="8492"/>
                        </a:cubicBezTo>
                        <a:cubicBezTo>
                          <a:pt x="58613" y="8146"/>
                          <a:pt x="58337" y="7801"/>
                          <a:pt x="58130" y="7456"/>
                        </a:cubicBezTo>
                        <a:cubicBezTo>
                          <a:pt x="57991" y="7249"/>
                          <a:pt x="57784" y="7042"/>
                          <a:pt x="57646" y="6835"/>
                        </a:cubicBezTo>
                        <a:cubicBezTo>
                          <a:pt x="57577" y="6766"/>
                          <a:pt x="57508" y="6628"/>
                          <a:pt x="57439" y="6559"/>
                        </a:cubicBezTo>
                        <a:cubicBezTo>
                          <a:pt x="57301" y="6420"/>
                          <a:pt x="57232" y="6282"/>
                          <a:pt x="57094" y="6144"/>
                        </a:cubicBezTo>
                        <a:cubicBezTo>
                          <a:pt x="56956" y="5937"/>
                          <a:pt x="56818" y="5799"/>
                          <a:pt x="56680" y="5661"/>
                        </a:cubicBezTo>
                        <a:cubicBezTo>
                          <a:pt x="56542" y="5523"/>
                          <a:pt x="56404" y="5316"/>
                          <a:pt x="56197" y="5178"/>
                        </a:cubicBezTo>
                        <a:cubicBezTo>
                          <a:pt x="56058" y="5040"/>
                          <a:pt x="55920" y="4833"/>
                          <a:pt x="55713" y="4694"/>
                        </a:cubicBezTo>
                        <a:cubicBezTo>
                          <a:pt x="55575" y="4556"/>
                          <a:pt x="55368" y="4349"/>
                          <a:pt x="55230" y="4211"/>
                        </a:cubicBezTo>
                        <a:cubicBezTo>
                          <a:pt x="55092" y="4073"/>
                          <a:pt x="54885" y="3866"/>
                          <a:pt x="54747" y="3728"/>
                        </a:cubicBezTo>
                        <a:cubicBezTo>
                          <a:pt x="54747" y="3728"/>
                          <a:pt x="54678" y="3659"/>
                          <a:pt x="54609" y="3590"/>
                        </a:cubicBezTo>
                        <a:cubicBezTo>
                          <a:pt x="54609" y="3590"/>
                          <a:pt x="54609" y="3590"/>
                          <a:pt x="54609" y="3590"/>
                        </a:cubicBezTo>
                        <a:cubicBezTo>
                          <a:pt x="54471" y="3452"/>
                          <a:pt x="54401" y="3383"/>
                          <a:pt x="54263" y="3314"/>
                        </a:cubicBezTo>
                        <a:cubicBezTo>
                          <a:pt x="54125" y="3176"/>
                          <a:pt x="53918" y="3038"/>
                          <a:pt x="53780" y="2900"/>
                        </a:cubicBezTo>
                        <a:cubicBezTo>
                          <a:pt x="53642" y="2761"/>
                          <a:pt x="53435" y="2623"/>
                          <a:pt x="53297" y="2485"/>
                        </a:cubicBezTo>
                        <a:cubicBezTo>
                          <a:pt x="53159" y="2347"/>
                          <a:pt x="52952" y="2278"/>
                          <a:pt x="52814" y="2140"/>
                        </a:cubicBezTo>
                        <a:cubicBezTo>
                          <a:pt x="52676" y="2002"/>
                          <a:pt x="52468" y="1933"/>
                          <a:pt x="52330" y="1795"/>
                        </a:cubicBezTo>
                        <a:cubicBezTo>
                          <a:pt x="52192" y="1726"/>
                          <a:pt x="51985" y="1588"/>
                          <a:pt x="51847" y="1519"/>
                        </a:cubicBezTo>
                        <a:cubicBezTo>
                          <a:pt x="51847" y="1519"/>
                          <a:pt x="51778" y="1519"/>
                          <a:pt x="51709" y="1519"/>
                        </a:cubicBezTo>
                        <a:cubicBezTo>
                          <a:pt x="51571" y="1450"/>
                          <a:pt x="51502" y="1381"/>
                          <a:pt x="51364" y="1312"/>
                        </a:cubicBezTo>
                        <a:cubicBezTo>
                          <a:pt x="51226" y="1243"/>
                          <a:pt x="51088" y="1174"/>
                          <a:pt x="50881" y="1105"/>
                        </a:cubicBezTo>
                        <a:cubicBezTo>
                          <a:pt x="50743" y="1036"/>
                          <a:pt x="50605" y="967"/>
                          <a:pt x="50397" y="898"/>
                        </a:cubicBezTo>
                        <a:cubicBezTo>
                          <a:pt x="50259" y="898"/>
                          <a:pt x="50121" y="759"/>
                          <a:pt x="49914" y="690"/>
                        </a:cubicBezTo>
                        <a:cubicBezTo>
                          <a:pt x="49776" y="690"/>
                          <a:pt x="49638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7" y="345"/>
                        </a:cubicBezTo>
                        <a:cubicBezTo>
                          <a:pt x="48879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1" y="0"/>
                          <a:pt x="47222" y="0"/>
                          <a:pt x="47153" y="0"/>
                        </a:cubicBezTo>
                        <a:cubicBezTo>
                          <a:pt x="46946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5" y="0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081" y="69"/>
                          <a:pt x="44805" y="207"/>
                          <a:pt x="44598" y="276"/>
                        </a:cubicBezTo>
                        <a:cubicBezTo>
                          <a:pt x="44253" y="414"/>
                          <a:pt x="43977" y="552"/>
                          <a:pt x="43632" y="690"/>
                        </a:cubicBezTo>
                        <a:lnTo>
                          <a:pt x="828" y="25544"/>
                        </a:lnTo>
                        <a:cubicBezTo>
                          <a:pt x="1381" y="25199"/>
                          <a:pt x="1933" y="24991"/>
                          <a:pt x="2623" y="24922"/>
                        </a:cubicBezTo>
                        <a:cubicBezTo>
                          <a:pt x="2623" y="24922"/>
                          <a:pt x="2623" y="24922"/>
                          <a:pt x="2623" y="24922"/>
                        </a:cubicBezTo>
                        <a:cubicBezTo>
                          <a:pt x="3245" y="24784"/>
                          <a:pt x="3866" y="24784"/>
                          <a:pt x="4556" y="24853"/>
                        </a:cubicBezTo>
                        <a:cubicBezTo>
                          <a:pt x="4556" y="24853"/>
                          <a:pt x="4556" y="24853"/>
                          <a:pt x="4556" y="24853"/>
                        </a:cubicBezTo>
                        <a:cubicBezTo>
                          <a:pt x="5247" y="24922"/>
                          <a:pt x="5937" y="25061"/>
                          <a:pt x="6697" y="25337"/>
                        </a:cubicBezTo>
                        <a:cubicBezTo>
                          <a:pt x="6697" y="25337"/>
                          <a:pt x="6697" y="25337"/>
                          <a:pt x="6697" y="25337"/>
                        </a:cubicBezTo>
                        <a:cubicBezTo>
                          <a:pt x="7456" y="25613"/>
                          <a:pt x="8146" y="25958"/>
                          <a:pt x="8906" y="26372"/>
                        </a:cubicBezTo>
                        <a:cubicBezTo>
                          <a:pt x="9872" y="26925"/>
                          <a:pt x="10839" y="27615"/>
                          <a:pt x="11805" y="28512"/>
                        </a:cubicBezTo>
                        <a:cubicBezTo>
                          <a:pt x="11805" y="28512"/>
                          <a:pt x="11805" y="28512"/>
                          <a:pt x="11805" y="28512"/>
                        </a:cubicBezTo>
                        <a:cubicBezTo>
                          <a:pt x="12772" y="29341"/>
                          <a:pt x="13738" y="30376"/>
                          <a:pt x="14636" y="31481"/>
                        </a:cubicBezTo>
                        <a:cubicBezTo>
                          <a:pt x="15257" y="32309"/>
                          <a:pt x="15879" y="33138"/>
                          <a:pt x="16431" y="33966"/>
                        </a:cubicBezTo>
                        <a:cubicBezTo>
                          <a:pt x="16500" y="34104"/>
                          <a:pt x="16569" y="34242"/>
                          <a:pt x="16638" y="34381"/>
                        </a:cubicBezTo>
                        <a:cubicBezTo>
                          <a:pt x="17190" y="35209"/>
                          <a:pt x="17605" y="36107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lnTo>
                          <a:pt x="20021" y="42527"/>
                        </a:lnTo>
                        <a:cubicBezTo>
                          <a:pt x="20228" y="43494"/>
                          <a:pt x="20297" y="44391"/>
                          <a:pt x="20366" y="45288"/>
                        </a:cubicBezTo>
                        <a:cubicBezTo>
                          <a:pt x="20366" y="45288"/>
                          <a:pt x="20366" y="45288"/>
                          <a:pt x="20366" y="45288"/>
                        </a:cubicBezTo>
                        <a:cubicBezTo>
                          <a:pt x="20366" y="46186"/>
                          <a:pt x="20366" y="47014"/>
                          <a:pt x="20366" y="47774"/>
                        </a:cubicBezTo>
                        <a:cubicBezTo>
                          <a:pt x="20366" y="47774"/>
                          <a:pt x="20366" y="47774"/>
                          <a:pt x="20366" y="47774"/>
                        </a:cubicBezTo>
                        <a:cubicBezTo>
                          <a:pt x="20297" y="48533"/>
                          <a:pt x="20090" y="49293"/>
                          <a:pt x="19883" y="49983"/>
                        </a:cubicBezTo>
                        <a:cubicBezTo>
                          <a:pt x="19883" y="49983"/>
                          <a:pt x="19883" y="49983"/>
                          <a:pt x="19883" y="49983"/>
                        </a:cubicBezTo>
                        <a:cubicBezTo>
                          <a:pt x="19607" y="50673"/>
                          <a:pt x="19331" y="51295"/>
                          <a:pt x="18916" y="51847"/>
                        </a:cubicBezTo>
                        <a:lnTo>
                          <a:pt x="1795" y="75941"/>
                        </a:lnTo>
                        <a:cubicBezTo>
                          <a:pt x="1312" y="76701"/>
                          <a:pt x="690" y="77253"/>
                          <a:pt x="0" y="77598"/>
                        </a:cubicBezTo>
                        <a:lnTo>
                          <a:pt x="42803" y="52745"/>
                        </a:lnTo>
                        <a:cubicBezTo>
                          <a:pt x="43494" y="52330"/>
                          <a:pt x="44115" y="51778"/>
                          <a:pt x="44598" y="51088"/>
                        </a:cubicBezTo>
                        <a:lnTo>
                          <a:pt x="61719" y="26994"/>
                        </a:lnTo>
                        <a:cubicBezTo>
                          <a:pt x="61719" y="26994"/>
                          <a:pt x="61857" y="26787"/>
                          <a:pt x="61927" y="26648"/>
                        </a:cubicBezTo>
                        <a:cubicBezTo>
                          <a:pt x="62065" y="26372"/>
                          <a:pt x="62203" y="26165"/>
                          <a:pt x="62341" y="25889"/>
                        </a:cubicBezTo>
                        <a:cubicBezTo>
                          <a:pt x="62479" y="25682"/>
                          <a:pt x="62548" y="25475"/>
                          <a:pt x="62617" y="25199"/>
                        </a:cubicBezTo>
                        <a:cubicBezTo>
                          <a:pt x="62617" y="25199"/>
                          <a:pt x="62617" y="25199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130"/>
                        </a:cubicBezTo>
                        <a:cubicBezTo>
                          <a:pt x="62617" y="24991"/>
                          <a:pt x="62755" y="24853"/>
                          <a:pt x="62755" y="24646"/>
                        </a:cubicBezTo>
                        <a:cubicBezTo>
                          <a:pt x="62755" y="24439"/>
                          <a:pt x="62893" y="24301"/>
                          <a:pt x="62893" y="24094"/>
                        </a:cubicBezTo>
                        <a:cubicBezTo>
                          <a:pt x="62893" y="23887"/>
                          <a:pt x="62962" y="23749"/>
                          <a:pt x="63031" y="23542"/>
                        </a:cubicBezTo>
                        <a:cubicBezTo>
                          <a:pt x="63031" y="23335"/>
                          <a:pt x="63031" y="23197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851"/>
                          <a:pt x="63100" y="22713"/>
                          <a:pt x="63100" y="22506"/>
                        </a:cubicBezTo>
                        <a:cubicBezTo>
                          <a:pt x="63100" y="22299"/>
                          <a:pt x="63100" y="22161"/>
                          <a:pt x="63100" y="21954"/>
                        </a:cubicBezTo>
                        <a:cubicBezTo>
                          <a:pt x="63100" y="21747"/>
                          <a:pt x="63100" y="21609"/>
                          <a:pt x="63100" y="21402"/>
                        </a:cubicBezTo>
                        <a:cubicBezTo>
                          <a:pt x="63100" y="21194"/>
                          <a:pt x="63100" y="21056"/>
                          <a:pt x="63100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23"/>
                  <p:cNvSpPr/>
                  <p:nvPr/>
                </p:nvSpPr>
                <p:spPr>
                  <a:xfrm>
                    <a:off x="2248133" y="2746081"/>
                    <a:ext cx="61995" cy="92786"/>
                  </a:xfrm>
                  <a:custGeom>
                    <a:rect b="b" l="l" r="r" t="t"/>
                    <a:pathLst>
                      <a:path extrusionOk="0" h="92786" w="61995">
                        <a:moveTo>
                          <a:pt x="61788" y="20849"/>
                        </a:moveTo>
                        <a:cubicBezTo>
                          <a:pt x="61788" y="20849"/>
                          <a:pt x="61788" y="20504"/>
                          <a:pt x="61788" y="20297"/>
                        </a:cubicBezTo>
                        <a:cubicBezTo>
                          <a:pt x="61788" y="20090"/>
                          <a:pt x="61788" y="19952"/>
                          <a:pt x="61788" y="19745"/>
                        </a:cubicBezTo>
                        <a:cubicBezTo>
                          <a:pt x="61788" y="19538"/>
                          <a:pt x="61788" y="19399"/>
                          <a:pt x="61788" y="19192"/>
                        </a:cubicBezTo>
                        <a:cubicBezTo>
                          <a:pt x="61788" y="18985"/>
                          <a:pt x="61788" y="18778"/>
                          <a:pt x="61719" y="18640"/>
                        </a:cubicBezTo>
                        <a:cubicBezTo>
                          <a:pt x="61719" y="18640"/>
                          <a:pt x="61719" y="18640"/>
                          <a:pt x="61719" y="18640"/>
                        </a:cubicBezTo>
                        <a:lnTo>
                          <a:pt x="61719" y="18640"/>
                        </a:lnTo>
                        <a:cubicBezTo>
                          <a:pt x="61719" y="18640"/>
                          <a:pt x="61719" y="18226"/>
                          <a:pt x="61650" y="18088"/>
                        </a:cubicBezTo>
                        <a:cubicBezTo>
                          <a:pt x="61650" y="17881"/>
                          <a:pt x="61581" y="17674"/>
                          <a:pt x="61512" y="17466"/>
                        </a:cubicBezTo>
                        <a:cubicBezTo>
                          <a:pt x="61443" y="17259"/>
                          <a:pt x="61443" y="17052"/>
                          <a:pt x="61374" y="16845"/>
                        </a:cubicBezTo>
                        <a:cubicBezTo>
                          <a:pt x="61374" y="16638"/>
                          <a:pt x="61236" y="16431"/>
                          <a:pt x="61236" y="16224"/>
                        </a:cubicBezTo>
                        <a:cubicBezTo>
                          <a:pt x="61236" y="16086"/>
                          <a:pt x="61167" y="15948"/>
                          <a:pt x="61098" y="15741"/>
                        </a:cubicBezTo>
                        <a:cubicBezTo>
                          <a:pt x="61098" y="15741"/>
                          <a:pt x="61098" y="15741"/>
                          <a:pt x="61098" y="15741"/>
                        </a:cubicBezTo>
                        <a:cubicBezTo>
                          <a:pt x="61098" y="15741"/>
                          <a:pt x="61098" y="15672"/>
                          <a:pt x="61098" y="15602"/>
                        </a:cubicBezTo>
                        <a:cubicBezTo>
                          <a:pt x="61098" y="15395"/>
                          <a:pt x="60960" y="15188"/>
                          <a:pt x="60891" y="14981"/>
                        </a:cubicBezTo>
                        <a:cubicBezTo>
                          <a:pt x="60891" y="14774"/>
                          <a:pt x="60753" y="14567"/>
                          <a:pt x="60684" y="14360"/>
                        </a:cubicBezTo>
                        <a:cubicBezTo>
                          <a:pt x="60684" y="14153"/>
                          <a:pt x="60546" y="14015"/>
                          <a:pt x="60477" y="13807"/>
                        </a:cubicBezTo>
                        <a:cubicBezTo>
                          <a:pt x="60408" y="13600"/>
                          <a:pt x="60339" y="13462"/>
                          <a:pt x="60269" y="13255"/>
                        </a:cubicBezTo>
                        <a:cubicBezTo>
                          <a:pt x="60269" y="13117"/>
                          <a:pt x="60131" y="12979"/>
                          <a:pt x="60131" y="12841"/>
                        </a:cubicBezTo>
                        <a:cubicBezTo>
                          <a:pt x="60131" y="12841"/>
                          <a:pt x="60131" y="12841"/>
                          <a:pt x="60131" y="12841"/>
                        </a:cubicBezTo>
                        <a:cubicBezTo>
                          <a:pt x="60131" y="12841"/>
                          <a:pt x="60131" y="12772"/>
                          <a:pt x="60131" y="12703"/>
                        </a:cubicBezTo>
                        <a:cubicBezTo>
                          <a:pt x="60062" y="12496"/>
                          <a:pt x="59993" y="12358"/>
                          <a:pt x="59855" y="12151"/>
                        </a:cubicBezTo>
                        <a:cubicBezTo>
                          <a:pt x="59786" y="11943"/>
                          <a:pt x="59648" y="11736"/>
                          <a:pt x="59579" y="11529"/>
                        </a:cubicBezTo>
                        <a:cubicBezTo>
                          <a:pt x="59441" y="11322"/>
                          <a:pt x="59372" y="11046"/>
                          <a:pt x="59234" y="10839"/>
                        </a:cubicBezTo>
                        <a:cubicBezTo>
                          <a:pt x="59096" y="10632"/>
                          <a:pt x="58958" y="10356"/>
                          <a:pt x="58820" y="10149"/>
                        </a:cubicBezTo>
                        <a:cubicBezTo>
                          <a:pt x="58820" y="10149"/>
                          <a:pt x="58820" y="10010"/>
                          <a:pt x="58751" y="10010"/>
                        </a:cubicBezTo>
                        <a:cubicBezTo>
                          <a:pt x="58751" y="10010"/>
                          <a:pt x="58682" y="9872"/>
                          <a:pt x="58613" y="9803"/>
                        </a:cubicBezTo>
                        <a:cubicBezTo>
                          <a:pt x="58336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801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6956" y="7249"/>
                          <a:pt x="56749" y="6973"/>
                          <a:pt x="56611" y="6766"/>
                        </a:cubicBezTo>
                        <a:cubicBezTo>
                          <a:pt x="56473" y="6559"/>
                          <a:pt x="56334" y="6420"/>
                          <a:pt x="56196" y="6213"/>
                        </a:cubicBezTo>
                        <a:cubicBezTo>
                          <a:pt x="56058" y="6006"/>
                          <a:pt x="55920" y="5868"/>
                          <a:pt x="55782" y="5661"/>
                        </a:cubicBezTo>
                        <a:cubicBezTo>
                          <a:pt x="55644" y="5523"/>
                          <a:pt x="55506" y="5316"/>
                          <a:pt x="55368" y="5178"/>
                        </a:cubicBezTo>
                        <a:cubicBezTo>
                          <a:pt x="55368" y="5178"/>
                          <a:pt x="55368" y="5178"/>
                          <a:pt x="55368" y="5109"/>
                        </a:cubicBezTo>
                        <a:cubicBezTo>
                          <a:pt x="55368" y="5109"/>
                          <a:pt x="55368" y="5109"/>
                          <a:pt x="55368" y="5109"/>
                        </a:cubicBezTo>
                        <a:cubicBezTo>
                          <a:pt x="55230" y="4971"/>
                          <a:pt x="55092" y="4833"/>
                          <a:pt x="55023" y="4694"/>
                        </a:cubicBezTo>
                        <a:cubicBezTo>
                          <a:pt x="54885" y="4556"/>
                          <a:pt x="54677" y="4349"/>
                          <a:pt x="54539" y="4211"/>
                        </a:cubicBezTo>
                        <a:cubicBezTo>
                          <a:pt x="54401" y="4073"/>
                          <a:pt x="54194" y="3866"/>
                          <a:pt x="54056" y="3728"/>
                        </a:cubicBezTo>
                        <a:cubicBezTo>
                          <a:pt x="53918" y="3590"/>
                          <a:pt x="53711" y="3452"/>
                          <a:pt x="53573" y="3314"/>
                        </a:cubicBezTo>
                        <a:cubicBezTo>
                          <a:pt x="53504" y="3314"/>
                          <a:pt x="53435" y="3176"/>
                          <a:pt x="53297" y="3107"/>
                        </a:cubicBezTo>
                        <a:cubicBezTo>
                          <a:pt x="53297" y="3107"/>
                          <a:pt x="53297" y="3107"/>
                          <a:pt x="53297" y="3107"/>
                        </a:cubicBezTo>
                        <a:cubicBezTo>
                          <a:pt x="53228" y="3107"/>
                          <a:pt x="53159" y="2969"/>
                          <a:pt x="53090" y="2969"/>
                        </a:cubicBezTo>
                        <a:cubicBezTo>
                          <a:pt x="52952" y="2831"/>
                          <a:pt x="52744" y="2692"/>
                          <a:pt x="52606" y="2554"/>
                        </a:cubicBezTo>
                        <a:cubicBezTo>
                          <a:pt x="52468" y="2416"/>
                          <a:pt x="52261" y="2347"/>
                          <a:pt x="52123" y="2209"/>
                        </a:cubicBezTo>
                        <a:cubicBezTo>
                          <a:pt x="51985" y="2071"/>
                          <a:pt x="51778" y="2002"/>
                          <a:pt x="51640" y="1864"/>
                        </a:cubicBezTo>
                        <a:cubicBezTo>
                          <a:pt x="51502" y="1795"/>
                          <a:pt x="51295" y="1657"/>
                          <a:pt x="51157" y="1588"/>
                        </a:cubicBezTo>
                        <a:cubicBezTo>
                          <a:pt x="51157" y="1588"/>
                          <a:pt x="51088" y="1588"/>
                          <a:pt x="51019" y="1588"/>
                        </a:cubicBezTo>
                        <a:cubicBezTo>
                          <a:pt x="50881" y="1519"/>
                          <a:pt x="50742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8"/>
                        </a:cubicBezTo>
                        <a:cubicBezTo>
                          <a:pt x="49569" y="828"/>
                          <a:pt x="49431" y="759"/>
                          <a:pt x="49223" y="690"/>
                        </a:cubicBezTo>
                        <a:cubicBezTo>
                          <a:pt x="49085" y="690"/>
                          <a:pt x="48878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4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8" y="25613"/>
                          <a:pt x="7318" y="25958"/>
                          <a:pt x="8146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cubicBezTo>
                          <a:pt x="12565" y="30031"/>
                          <a:pt x="12565" y="30031"/>
                          <a:pt x="12565" y="30031"/>
                        </a:cubicBezTo>
                        <a:cubicBezTo>
                          <a:pt x="13255" y="30791"/>
                          <a:pt x="13876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0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797"/>
                          <a:pt x="17535" y="37763"/>
                        </a:cubicBezTo>
                        <a:cubicBezTo>
                          <a:pt x="17535" y="37763"/>
                          <a:pt x="17535" y="37763"/>
                          <a:pt x="17535" y="37763"/>
                        </a:cubicBezTo>
                        <a:cubicBezTo>
                          <a:pt x="17950" y="38661"/>
                          <a:pt x="18295" y="39627"/>
                          <a:pt x="18571" y="40594"/>
                        </a:cubicBezTo>
                        <a:cubicBezTo>
                          <a:pt x="18571" y="40594"/>
                          <a:pt x="18571" y="40594"/>
                          <a:pt x="18571" y="40594"/>
                        </a:cubicBezTo>
                        <a:cubicBezTo>
                          <a:pt x="18847" y="41561"/>
                          <a:pt x="19054" y="42527"/>
                          <a:pt x="19261" y="43424"/>
                        </a:cubicBezTo>
                        <a:cubicBezTo>
                          <a:pt x="19261" y="43424"/>
                          <a:pt x="19261" y="43424"/>
                          <a:pt x="19261" y="43424"/>
                        </a:cubicBezTo>
                        <a:cubicBezTo>
                          <a:pt x="19399" y="44391"/>
                          <a:pt x="19468" y="45288"/>
                          <a:pt x="19468" y="46255"/>
                        </a:cubicBezTo>
                        <a:lnTo>
                          <a:pt x="19330" y="85468"/>
                        </a:lnTo>
                        <a:cubicBezTo>
                          <a:pt x="19330" y="86366"/>
                          <a:pt x="19261" y="87194"/>
                          <a:pt x="19123" y="87954"/>
                        </a:cubicBezTo>
                        <a:cubicBezTo>
                          <a:pt x="19123" y="87954"/>
                          <a:pt x="19123" y="87954"/>
                          <a:pt x="19123" y="87954"/>
                        </a:cubicBezTo>
                        <a:cubicBezTo>
                          <a:pt x="18985" y="88713"/>
                          <a:pt x="18778" y="89403"/>
                          <a:pt x="18433" y="90025"/>
                        </a:cubicBezTo>
                        <a:cubicBezTo>
                          <a:pt x="18433" y="90025"/>
                          <a:pt x="18433" y="90025"/>
                          <a:pt x="18433" y="90025"/>
                        </a:cubicBezTo>
                        <a:cubicBezTo>
                          <a:pt x="18226" y="90439"/>
                          <a:pt x="18019" y="90715"/>
                          <a:pt x="17742" y="91060"/>
                        </a:cubicBezTo>
                        <a:cubicBezTo>
                          <a:pt x="17259" y="91751"/>
                          <a:pt x="16638" y="92372"/>
                          <a:pt x="15948" y="92786"/>
                        </a:cubicBezTo>
                        <a:lnTo>
                          <a:pt x="58751" y="67933"/>
                        </a:lnTo>
                        <a:cubicBezTo>
                          <a:pt x="59441" y="67519"/>
                          <a:pt x="59993" y="66897"/>
                          <a:pt x="60546" y="66207"/>
                        </a:cubicBezTo>
                        <a:cubicBezTo>
                          <a:pt x="60546" y="66138"/>
                          <a:pt x="60684" y="66069"/>
                          <a:pt x="60753" y="66000"/>
                        </a:cubicBezTo>
                        <a:cubicBezTo>
                          <a:pt x="60891" y="65724"/>
                          <a:pt x="61029" y="65516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236" y="65033"/>
                          <a:pt x="61374" y="64826"/>
                          <a:pt x="61443" y="64619"/>
                        </a:cubicBezTo>
                        <a:cubicBezTo>
                          <a:pt x="61512" y="64412"/>
                          <a:pt x="61581" y="64205"/>
                          <a:pt x="61650" y="63998"/>
                        </a:cubicBezTo>
                        <a:cubicBezTo>
                          <a:pt x="61650" y="63791"/>
                          <a:pt x="61788" y="63583"/>
                          <a:pt x="61788" y="63376"/>
                        </a:cubicBezTo>
                        <a:cubicBezTo>
                          <a:pt x="61788" y="63307"/>
                          <a:pt x="61788" y="63238"/>
                          <a:pt x="61788" y="63100"/>
                        </a:cubicBezTo>
                        <a:cubicBezTo>
                          <a:pt x="61788" y="63100"/>
                          <a:pt x="61788" y="63100"/>
                          <a:pt x="61788" y="63100"/>
                        </a:cubicBezTo>
                        <a:cubicBezTo>
                          <a:pt x="61788" y="63031"/>
                          <a:pt x="61788" y="62962"/>
                          <a:pt x="61788" y="62824"/>
                        </a:cubicBezTo>
                        <a:cubicBezTo>
                          <a:pt x="61788" y="62617"/>
                          <a:pt x="61788" y="62479"/>
                          <a:pt x="61857" y="62272"/>
                        </a:cubicBezTo>
                        <a:cubicBezTo>
                          <a:pt x="61857" y="62065"/>
                          <a:pt x="61857" y="61927"/>
                          <a:pt x="61857" y="61719"/>
                        </a:cubicBezTo>
                        <a:cubicBezTo>
                          <a:pt x="61857" y="61512"/>
                          <a:pt x="61857" y="61374"/>
                          <a:pt x="61857" y="61167"/>
                        </a:cubicBezTo>
                        <a:cubicBezTo>
                          <a:pt x="61857" y="60960"/>
                          <a:pt x="61857" y="60822"/>
                          <a:pt x="61857" y="60615"/>
                        </a:cubicBezTo>
                        <a:lnTo>
                          <a:pt x="61857" y="60615"/>
                        </a:lnTo>
                        <a:cubicBezTo>
                          <a:pt x="61857" y="60615"/>
                          <a:pt x="61995" y="21402"/>
                          <a:pt x="61995" y="21402"/>
                        </a:cubicBezTo>
                        <a:cubicBezTo>
                          <a:pt x="61995" y="21264"/>
                          <a:pt x="61995" y="21056"/>
                          <a:pt x="61995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23"/>
                  <p:cNvSpPr/>
                  <p:nvPr/>
                </p:nvSpPr>
                <p:spPr>
                  <a:xfrm>
                    <a:off x="2421692" y="3086367"/>
                    <a:ext cx="96238" cy="73179"/>
                  </a:xfrm>
                  <a:custGeom>
                    <a:rect b="b" l="l" r="r" t="t"/>
                    <a:pathLst>
                      <a:path extrusionOk="0" h="73179" w="96238">
                        <a:moveTo>
                          <a:pt x="95962" y="40387"/>
                        </a:moveTo>
                        <a:cubicBezTo>
                          <a:pt x="95962" y="40387"/>
                          <a:pt x="95962" y="40042"/>
                          <a:pt x="95962" y="39835"/>
                        </a:cubicBezTo>
                        <a:cubicBezTo>
                          <a:pt x="95962" y="39627"/>
                          <a:pt x="95962" y="39489"/>
                          <a:pt x="95962" y="39282"/>
                        </a:cubicBezTo>
                        <a:cubicBezTo>
                          <a:pt x="95962" y="39075"/>
                          <a:pt x="95962" y="38937"/>
                          <a:pt x="95962" y="38730"/>
                        </a:cubicBezTo>
                        <a:cubicBezTo>
                          <a:pt x="95962" y="38523"/>
                          <a:pt x="95962" y="38316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7971"/>
                          <a:pt x="95893" y="37833"/>
                          <a:pt x="95824" y="37625"/>
                        </a:cubicBezTo>
                        <a:cubicBezTo>
                          <a:pt x="95824" y="37418"/>
                          <a:pt x="95755" y="37211"/>
                          <a:pt x="95686" y="37004"/>
                        </a:cubicBezTo>
                        <a:cubicBezTo>
                          <a:pt x="95686" y="36797"/>
                          <a:pt x="95617" y="36590"/>
                          <a:pt x="95548" y="36383"/>
                        </a:cubicBezTo>
                        <a:cubicBezTo>
                          <a:pt x="95548" y="36176"/>
                          <a:pt x="95410" y="35969"/>
                          <a:pt x="95410" y="35761"/>
                        </a:cubicBezTo>
                        <a:cubicBezTo>
                          <a:pt x="95410" y="35623"/>
                          <a:pt x="95341" y="35416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09"/>
                        </a:cubicBezTo>
                        <a:cubicBezTo>
                          <a:pt x="95271" y="35002"/>
                          <a:pt x="95133" y="34795"/>
                          <a:pt x="95064" y="34588"/>
                        </a:cubicBezTo>
                        <a:cubicBezTo>
                          <a:pt x="95064" y="34381"/>
                          <a:pt x="94926" y="34174"/>
                          <a:pt x="94857" y="33966"/>
                        </a:cubicBezTo>
                        <a:cubicBezTo>
                          <a:pt x="94857" y="33759"/>
                          <a:pt x="94719" y="33621"/>
                          <a:pt x="94650" y="33414"/>
                        </a:cubicBezTo>
                        <a:cubicBezTo>
                          <a:pt x="94581" y="33207"/>
                          <a:pt x="94512" y="33069"/>
                          <a:pt x="94443" y="32862"/>
                        </a:cubicBezTo>
                        <a:cubicBezTo>
                          <a:pt x="94443" y="32724"/>
                          <a:pt x="94305" y="32586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379"/>
                        </a:cubicBezTo>
                        <a:cubicBezTo>
                          <a:pt x="94167" y="32171"/>
                          <a:pt x="94098" y="32033"/>
                          <a:pt x="93960" y="31826"/>
                        </a:cubicBezTo>
                        <a:cubicBezTo>
                          <a:pt x="93891" y="31619"/>
                          <a:pt x="93753" y="31412"/>
                          <a:pt x="93684" y="31205"/>
                        </a:cubicBezTo>
                        <a:cubicBezTo>
                          <a:pt x="93546" y="30998"/>
                          <a:pt x="93477" y="30722"/>
                          <a:pt x="93338" y="30515"/>
                        </a:cubicBezTo>
                        <a:cubicBezTo>
                          <a:pt x="93200" y="30307"/>
                          <a:pt x="93062" y="30031"/>
                          <a:pt x="92924" y="29824"/>
                        </a:cubicBezTo>
                        <a:cubicBezTo>
                          <a:pt x="92924" y="29824"/>
                          <a:pt x="92924" y="29755"/>
                          <a:pt x="92855" y="29686"/>
                        </a:cubicBezTo>
                        <a:cubicBezTo>
                          <a:pt x="92855" y="29686"/>
                          <a:pt x="92855" y="29548"/>
                          <a:pt x="92786" y="29548"/>
                        </a:cubicBezTo>
                        <a:cubicBezTo>
                          <a:pt x="92510" y="29065"/>
                          <a:pt x="92234" y="28651"/>
                          <a:pt x="91958" y="28167"/>
                        </a:cubicBezTo>
                        <a:cubicBezTo>
                          <a:pt x="91751" y="27822"/>
                          <a:pt x="91475" y="27477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129" y="26925"/>
                          <a:pt x="90922" y="26648"/>
                          <a:pt x="90784" y="26441"/>
                        </a:cubicBezTo>
                        <a:cubicBezTo>
                          <a:pt x="90646" y="26234"/>
                          <a:pt x="90508" y="26096"/>
                          <a:pt x="90370" y="25889"/>
                        </a:cubicBezTo>
                        <a:cubicBezTo>
                          <a:pt x="90232" y="25682"/>
                          <a:pt x="90094" y="25544"/>
                          <a:pt x="89956" y="25337"/>
                        </a:cubicBezTo>
                        <a:cubicBezTo>
                          <a:pt x="89818" y="25199"/>
                          <a:pt x="89679" y="24992"/>
                          <a:pt x="89541" y="24853"/>
                        </a:cubicBezTo>
                        <a:cubicBezTo>
                          <a:pt x="89541" y="24853"/>
                          <a:pt x="89541" y="24853"/>
                          <a:pt x="89472" y="24784"/>
                        </a:cubicBezTo>
                        <a:cubicBezTo>
                          <a:pt x="89472" y="24784"/>
                          <a:pt x="89472" y="24784"/>
                          <a:pt x="89472" y="24784"/>
                        </a:cubicBezTo>
                        <a:cubicBezTo>
                          <a:pt x="89334" y="24646"/>
                          <a:pt x="89265" y="24508"/>
                          <a:pt x="89127" y="24439"/>
                        </a:cubicBezTo>
                        <a:cubicBezTo>
                          <a:pt x="88989" y="24301"/>
                          <a:pt x="88782" y="24094"/>
                          <a:pt x="88644" y="23956"/>
                        </a:cubicBezTo>
                        <a:cubicBezTo>
                          <a:pt x="88506" y="23818"/>
                          <a:pt x="88299" y="23611"/>
                          <a:pt x="88161" y="23473"/>
                        </a:cubicBezTo>
                        <a:cubicBezTo>
                          <a:pt x="88023" y="23335"/>
                          <a:pt x="87816" y="23197"/>
                          <a:pt x="87678" y="23059"/>
                        </a:cubicBezTo>
                        <a:cubicBezTo>
                          <a:pt x="87608" y="22989"/>
                          <a:pt x="87539" y="22920"/>
                          <a:pt x="87401" y="22851"/>
                        </a:cubicBezTo>
                        <a:cubicBezTo>
                          <a:pt x="87401" y="22851"/>
                          <a:pt x="87401" y="22851"/>
                          <a:pt x="87401" y="22851"/>
                        </a:cubicBezTo>
                        <a:cubicBezTo>
                          <a:pt x="87401" y="22851"/>
                          <a:pt x="87263" y="22713"/>
                          <a:pt x="87194" y="22713"/>
                        </a:cubicBezTo>
                        <a:cubicBezTo>
                          <a:pt x="87056" y="22575"/>
                          <a:pt x="86849" y="22437"/>
                          <a:pt x="86711" y="22299"/>
                        </a:cubicBezTo>
                        <a:cubicBezTo>
                          <a:pt x="86573" y="22161"/>
                          <a:pt x="86366" y="22092"/>
                          <a:pt x="86228" y="21954"/>
                        </a:cubicBezTo>
                        <a:cubicBezTo>
                          <a:pt x="86090" y="21816"/>
                          <a:pt x="85883" y="21747"/>
                          <a:pt x="85745" y="21609"/>
                        </a:cubicBezTo>
                        <a:cubicBezTo>
                          <a:pt x="85606" y="21540"/>
                          <a:pt x="85399" y="21402"/>
                          <a:pt x="85261" y="21333"/>
                        </a:cubicBezTo>
                        <a:lnTo>
                          <a:pt x="85123" y="21333"/>
                        </a:lnTo>
                        <a:cubicBezTo>
                          <a:pt x="85123" y="21333"/>
                          <a:pt x="51019" y="1588"/>
                          <a:pt x="51019" y="1588"/>
                        </a:cubicBezTo>
                        <a:cubicBezTo>
                          <a:pt x="50881" y="1519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914" y="967"/>
                          <a:pt x="49707" y="898"/>
                        </a:cubicBezTo>
                        <a:cubicBezTo>
                          <a:pt x="49500" y="829"/>
                          <a:pt x="49431" y="759"/>
                          <a:pt x="49224" y="690"/>
                        </a:cubicBezTo>
                        <a:cubicBezTo>
                          <a:pt x="49086" y="690"/>
                          <a:pt x="48947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736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372"/>
                        </a:cubicBezTo>
                        <a:lnTo>
                          <a:pt x="42251" y="46048"/>
                        </a:lnTo>
                        <a:cubicBezTo>
                          <a:pt x="43010" y="46531"/>
                          <a:pt x="43839" y="47014"/>
                          <a:pt x="44529" y="47636"/>
                        </a:cubicBezTo>
                        <a:cubicBezTo>
                          <a:pt x="44529" y="47636"/>
                          <a:pt x="44529" y="47636"/>
                          <a:pt x="44529" y="47636"/>
                        </a:cubicBezTo>
                        <a:cubicBezTo>
                          <a:pt x="45289" y="48257"/>
                          <a:pt x="45979" y="48878"/>
                          <a:pt x="46669" y="49638"/>
                        </a:cubicBezTo>
                        <a:cubicBezTo>
                          <a:pt x="46669" y="49638"/>
                          <a:pt x="46669" y="49638"/>
                          <a:pt x="46669" y="49638"/>
                        </a:cubicBezTo>
                        <a:cubicBezTo>
                          <a:pt x="47360" y="50397"/>
                          <a:pt x="47981" y="51157"/>
                          <a:pt x="48602" y="51985"/>
                        </a:cubicBezTo>
                        <a:cubicBezTo>
                          <a:pt x="48602" y="51985"/>
                          <a:pt x="48602" y="51985"/>
                          <a:pt x="48602" y="51985"/>
                        </a:cubicBezTo>
                        <a:cubicBezTo>
                          <a:pt x="49224" y="52814"/>
                          <a:pt x="49776" y="53642"/>
                          <a:pt x="50259" y="54540"/>
                        </a:cubicBezTo>
                        <a:cubicBezTo>
                          <a:pt x="50259" y="54540"/>
                          <a:pt x="50259" y="54609"/>
                          <a:pt x="50328" y="54678"/>
                        </a:cubicBezTo>
                        <a:cubicBezTo>
                          <a:pt x="50812" y="55575"/>
                          <a:pt x="51295" y="56473"/>
                          <a:pt x="51709" y="57370"/>
                        </a:cubicBezTo>
                        <a:cubicBezTo>
                          <a:pt x="51709" y="57370"/>
                          <a:pt x="51709" y="57370"/>
                          <a:pt x="51709" y="57370"/>
                        </a:cubicBezTo>
                        <a:cubicBezTo>
                          <a:pt x="52123" y="58337"/>
                          <a:pt x="52468" y="59234"/>
                          <a:pt x="52745" y="60201"/>
                        </a:cubicBezTo>
                        <a:cubicBezTo>
                          <a:pt x="52745" y="60201"/>
                          <a:pt x="52745" y="60201"/>
                          <a:pt x="52745" y="60201"/>
                        </a:cubicBezTo>
                        <a:cubicBezTo>
                          <a:pt x="53021" y="61167"/>
                          <a:pt x="53228" y="62134"/>
                          <a:pt x="53435" y="63031"/>
                        </a:cubicBezTo>
                        <a:cubicBezTo>
                          <a:pt x="53435" y="63031"/>
                          <a:pt x="53435" y="63031"/>
                          <a:pt x="53435" y="63031"/>
                        </a:cubicBezTo>
                        <a:cubicBezTo>
                          <a:pt x="53573" y="63998"/>
                          <a:pt x="53642" y="64895"/>
                          <a:pt x="53642" y="65862"/>
                        </a:cubicBezTo>
                        <a:cubicBezTo>
                          <a:pt x="53642" y="66759"/>
                          <a:pt x="53573" y="67588"/>
                          <a:pt x="53435" y="68347"/>
                        </a:cubicBezTo>
                        <a:cubicBezTo>
                          <a:pt x="53435" y="68347"/>
                          <a:pt x="53435" y="68347"/>
                          <a:pt x="53435" y="68347"/>
                        </a:cubicBezTo>
                        <a:cubicBezTo>
                          <a:pt x="53297" y="69106"/>
                          <a:pt x="53090" y="69797"/>
                          <a:pt x="52814" y="70418"/>
                        </a:cubicBezTo>
                        <a:cubicBezTo>
                          <a:pt x="52814" y="70418"/>
                          <a:pt x="52814" y="70418"/>
                          <a:pt x="52814" y="70418"/>
                        </a:cubicBezTo>
                        <a:cubicBezTo>
                          <a:pt x="52606" y="70832"/>
                          <a:pt x="52399" y="71109"/>
                          <a:pt x="52123" y="71454"/>
                        </a:cubicBezTo>
                        <a:cubicBezTo>
                          <a:pt x="51640" y="72144"/>
                          <a:pt x="51088" y="72765"/>
                          <a:pt x="50328" y="73180"/>
                        </a:cubicBezTo>
                        <a:lnTo>
                          <a:pt x="50328" y="73180"/>
                        </a:lnTo>
                        <a:cubicBezTo>
                          <a:pt x="50328" y="73180"/>
                          <a:pt x="50328" y="73180"/>
                          <a:pt x="50328" y="73180"/>
                        </a:cubicBezTo>
                        <a:lnTo>
                          <a:pt x="93131" y="48326"/>
                        </a:lnTo>
                        <a:cubicBezTo>
                          <a:pt x="93822" y="47912"/>
                          <a:pt x="94374" y="47291"/>
                          <a:pt x="94926" y="46600"/>
                        </a:cubicBezTo>
                        <a:cubicBezTo>
                          <a:pt x="94926" y="46531"/>
                          <a:pt x="95064" y="46462"/>
                          <a:pt x="95133" y="46393"/>
                        </a:cubicBezTo>
                        <a:cubicBezTo>
                          <a:pt x="95271" y="46117"/>
                          <a:pt x="95410" y="45910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617" y="45427"/>
                          <a:pt x="95686" y="45288"/>
                          <a:pt x="95824" y="45081"/>
                        </a:cubicBezTo>
                        <a:cubicBezTo>
                          <a:pt x="95893" y="44874"/>
                          <a:pt x="95962" y="44667"/>
                          <a:pt x="96031" y="44460"/>
                        </a:cubicBezTo>
                        <a:cubicBezTo>
                          <a:pt x="96031" y="44253"/>
                          <a:pt x="96169" y="44046"/>
                          <a:pt x="96169" y="43839"/>
                        </a:cubicBezTo>
                        <a:cubicBezTo>
                          <a:pt x="96169" y="43770"/>
                          <a:pt x="96169" y="43632"/>
                          <a:pt x="96169" y="43563"/>
                        </a:cubicBezTo>
                        <a:cubicBezTo>
                          <a:pt x="96169" y="43563"/>
                          <a:pt x="96169" y="43563"/>
                          <a:pt x="96169" y="43494"/>
                        </a:cubicBezTo>
                        <a:cubicBezTo>
                          <a:pt x="96169" y="43425"/>
                          <a:pt x="96169" y="43355"/>
                          <a:pt x="96169" y="43286"/>
                        </a:cubicBezTo>
                        <a:cubicBezTo>
                          <a:pt x="96169" y="43079"/>
                          <a:pt x="96169" y="42941"/>
                          <a:pt x="96238" y="42734"/>
                        </a:cubicBezTo>
                        <a:cubicBezTo>
                          <a:pt x="96238" y="42527"/>
                          <a:pt x="96238" y="42389"/>
                          <a:pt x="96238" y="42182"/>
                        </a:cubicBezTo>
                        <a:cubicBezTo>
                          <a:pt x="96238" y="41975"/>
                          <a:pt x="96238" y="41837"/>
                          <a:pt x="96238" y="41630"/>
                        </a:cubicBezTo>
                        <a:cubicBezTo>
                          <a:pt x="96238" y="41422"/>
                          <a:pt x="96238" y="41284"/>
                          <a:pt x="96238" y="41077"/>
                        </a:cubicBezTo>
                        <a:cubicBezTo>
                          <a:pt x="96238" y="41077"/>
                          <a:pt x="96238" y="41077"/>
                          <a:pt x="96238" y="41077"/>
                        </a:cubicBezTo>
                        <a:cubicBezTo>
                          <a:pt x="96238" y="40939"/>
                          <a:pt x="96238" y="40732"/>
                          <a:pt x="96238" y="4052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458" name="Google Shape;458;p23"/>
                  <p:cNvGrpSpPr/>
                  <p:nvPr/>
                </p:nvGrpSpPr>
                <p:grpSpPr>
                  <a:xfrm>
                    <a:off x="2034945" y="2742747"/>
                    <a:ext cx="439906" cy="564767"/>
                    <a:chOff x="2034945" y="2742747"/>
                    <a:chExt cx="439906" cy="564767"/>
                  </a:xfrm>
                </p:grpSpPr>
                <p:sp>
                  <p:nvSpPr>
                    <p:cNvPr id="459" name="Google Shape;459;p23"/>
                    <p:cNvSpPr/>
                    <p:nvPr/>
                  </p:nvSpPr>
                  <p:spPr>
                    <a:xfrm>
                      <a:off x="2034945" y="2889976"/>
                      <a:ext cx="57231" cy="49388"/>
                    </a:xfrm>
                    <a:custGeom>
                      <a:rect b="b" l="l" r="r" t="t"/>
                      <a:pathLst>
                        <a:path extrusionOk="0" h="49388" w="57231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09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178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0" name="Google Shape;460;p23"/>
                    <p:cNvSpPr/>
                    <p:nvPr/>
                  </p:nvSpPr>
                  <p:spPr>
                    <a:xfrm>
                      <a:off x="2242679" y="3210655"/>
                      <a:ext cx="23197" cy="68856"/>
                    </a:xfrm>
                    <a:custGeom>
                      <a:rect b="b" l="l" r="r" t="t"/>
                      <a:pathLst>
                        <a:path extrusionOk="0" h="6885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131"/>
                            <a:pt x="23196" y="21519"/>
                          </a:cubicBezTo>
                          <a:lnTo>
                            <a:pt x="23058" y="60663"/>
                          </a:lnTo>
                          <a:cubicBezTo>
                            <a:pt x="23058" y="67981"/>
                            <a:pt x="17881" y="70949"/>
                            <a:pt x="11529" y="67290"/>
                          </a:cubicBezTo>
                          <a:cubicBezTo>
                            <a:pt x="5109" y="63631"/>
                            <a:pt x="0" y="54725"/>
                            <a:pt x="0" y="4733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1" name="Google Shape;461;p23"/>
                    <p:cNvSpPr/>
                    <p:nvPr/>
                  </p:nvSpPr>
                  <p:spPr>
                    <a:xfrm>
                      <a:off x="2062618" y="3023246"/>
                      <a:ext cx="52628" cy="32282"/>
                    </a:xfrm>
                    <a:custGeom>
                      <a:rect b="b" l="l" r="r" t="t"/>
                      <a:pathLst>
                        <a:path extrusionOk="0" h="32282" w="52628">
                          <a:moveTo>
                            <a:pt x="41088" y="1609"/>
                          </a:moveTo>
                          <a:cubicBezTo>
                            <a:pt x="45092" y="3887"/>
                            <a:pt x="48958" y="8513"/>
                            <a:pt x="51099" y="14035"/>
                          </a:cubicBezTo>
                          <a:cubicBezTo>
                            <a:pt x="54274" y="22251"/>
                            <a:pt x="52341" y="29293"/>
                            <a:pt x="46818" y="29707"/>
                          </a:cubicBezTo>
                          <a:lnTo>
                            <a:pt x="17270" y="32261"/>
                          </a:lnTo>
                          <a:cubicBezTo>
                            <a:pt x="15406" y="32399"/>
                            <a:pt x="13473" y="31847"/>
                            <a:pt x="11471" y="30673"/>
                          </a:cubicBezTo>
                          <a:cubicBezTo>
                            <a:pt x="7467" y="28395"/>
                            <a:pt x="3601" y="23770"/>
                            <a:pt x="1530" y="18247"/>
                          </a:cubicBezTo>
                          <a:cubicBezTo>
                            <a:pt x="-1646" y="10100"/>
                            <a:pt x="287" y="2989"/>
                            <a:pt x="5810" y="2575"/>
                          </a:cubicBezTo>
                          <a:lnTo>
                            <a:pt x="35427" y="21"/>
                          </a:lnTo>
                          <a:cubicBezTo>
                            <a:pt x="37222" y="-117"/>
                            <a:pt x="39224" y="435"/>
                            <a:pt x="41157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2" name="Google Shape;462;p23"/>
                    <p:cNvSpPr/>
                    <p:nvPr/>
                  </p:nvSpPr>
                  <p:spPr>
                    <a:xfrm>
                      <a:off x="2138562" y="3133468"/>
                      <a:ext cx="40264" cy="53744"/>
                    </a:xfrm>
                    <a:custGeom>
                      <a:rect b="b" l="l" r="r" t="t"/>
                      <a:pathLst>
                        <a:path extrusionOk="0" h="53744" w="40264">
                          <a:moveTo>
                            <a:pt x="28796" y="1570"/>
                          </a:moveTo>
                          <a:cubicBezTo>
                            <a:pt x="30729" y="2675"/>
                            <a:pt x="32731" y="4401"/>
                            <a:pt x="34526" y="6679"/>
                          </a:cubicBezTo>
                          <a:cubicBezTo>
                            <a:pt x="40049" y="13583"/>
                            <a:pt x="41913" y="22765"/>
                            <a:pt x="38669" y="27252"/>
                          </a:cubicBezTo>
                          <a:lnTo>
                            <a:pt x="21547" y="51346"/>
                          </a:lnTo>
                          <a:cubicBezTo>
                            <a:pt x="19407" y="54315"/>
                            <a:pt x="15472" y="54453"/>
                            <a:pt x="11468" y="52174"/>
                          </a:cubicBezTo>
                          <a:cubicBezTo>
                            <a:pt x="9535" y="51070"/>
                            <a:pt x="7533" y="49344"/>
                            <a:pt x="5738" y="47066"/>
                          </a:cubicBezTo>
                          <a:cubicBezTo>
                            <a:pt x="215" y="40231"/>
                            <a:pt x="-1649" y="30980"/>
                            <a:pt x="1596" y="26493"/>
                          </a:cubicBezTo>
                          <a:lnTo>
                            <a:pt x="18717" y="2398"/>
                          </a:lnTo>
                          <a:cubicBezTo>
                            <a:pt x="20857" y="-570"/>
                            <a:pt x="24792" y="-708"/>
                            <a:pt x="28796" y="157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3" name="Google Shape;463;p23"/>
                    <p:cNvSpPr/>
                    <p:nvPr/>
                  </p:nvSpPr>
                  <p:spPr>
                    <a:xfrm>
                      <a:off x="2330000" y="3234086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540"/>
                          </a:moveTo>
                          <a:cubicBezTo>
                            <a:pt x="15613" y="3818"/>
                            <a:pt x="19479" y="8512"/>
                            <a:pt x="21620" y="13966"/>
                          </a:cubicBezTo>
                          <a:lnTo>
                            <a:pt x="38534" y="57736"/>
                          </a:lnTo>
                          <a:cubicBezTo>
                            <a:pt x="41709" y="65952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523" y="71889"/>
                          </a:cubicBezTo>
                          <a:cubicBezTo>
                            <a:pt x="24519" y="69611"/>
                            <a:pt x="20653" y="64985"/>
                            <a:pt x="18513" y="59462"/>
                          </a:cubicBezTo>
                          <a:lnTo>
                            <a:pt x="1530" y="15692"/>
                          </a:lnTo>
                          <a:cubicBezTo>
                            <a:pt x="-1646" y="7546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540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4" name="Google Shape;464;p23"/>
                    <p:cNvSpPr/>
                    <p:nvPr/>
                  </p:nvSpPr>
                  <p:spPr>
                    <a:xfrm>
                      <a:off x="2063174" y="2786366"/>
                      <a:ext cx="52552" cy="66412"/>
                    </a:xfrm>
                    <a:custGeom>
                      <a:rect b="b" l="l" r="r" t="t"/>
                      <a:pathLst>
                        <a:path extrusionOk="0" h="66412" w="52552">
                          <a:moveTo>
                            <a:pt x="11675" y="1621"/>
                          </a:moveTo>
                          <a:cubicBezTo>
                            <a:pt x="13608" y="2726"/>
                            <a:pt x="15610" y="4452"/>
                            <a:pt x="17405" y="6730"/>
                          </a:cubicBezTo>
                          <a:lnTo>
                            <a:pt x="46815" y="43389"/>
                          </a:lnTo>
                          <a:cubicBezTo>
                            <a:pt x="52338" y="50224"/>
                            <a:pt x="54202" y="59475"/>
                            <a:pt x="50957" y="63962"/>
                          </a:cubicBezTo>
                          <a:cubicBezTo>
                            <a:pt x="48817" y="67000"/>
                            <a:pt x="44951" y="67138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217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7006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5" name="Google Shape;465;p23"/>
                    <p:cNvSpPr/>
                    <p:nvPr/>
                  </p:nvSpPr>
                  <p:spPr>
                    <a:xfrm>
                      <a:off x="2394001" y="3197621"/>
                      <a:ext cx="52552" cy="66354"/>
                    </a:xfrm>
                    <a:custGeom>
                      <a:rect b="b" l="l" r="r" t="t"/>
                      <a:pathLst>
                        <a:path extrusionOk="0" h="66354" w="52552">
                          <a:moveTo>
                            <a:pt x="11675" y="1552"/>
                          </a:moveTo>
                          <a:cubicBezTo>
                            <a:pt x="13608" y="2657"/>
                            <a:pt x="15610" y="4383"/>
                            <a:pt x="17405" y="6661"/>
                          </a:cubicBezTo>
                          <a:lnTo>
                            <a:pt x="46815" y="43320"/>
                          </a:lnTo>
                          <a:cubicBezTo>
                            <a:pt x="52338" y="50155"/>
                            <a:pt x="54202" y="59406"/>
                            <a:pt x="50957" y="63893"/>
                          </a:cubicBezTo>
                          <a:cubicBezTo>
                            <a:pt x="48817" y="66931"/>
                            <a:pt x="44951" y="67069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148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6937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6" name="Google Shape;466;p23"/>
                    <p:cNvSpPr/>
                    <p:nvPr/>
                  </p:nvSpPr>
                  <p:spPr>
                    <a:xfrm>
                      <a:off x="2139733" y="2742747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609"/>
                          </a:moveTo>
                          <a:cubicBezTo>
                            <a:pt x="15613" y="3887"/>
                            <a:pt x="19479" y="8512"/>
                            <a:pt x="21620" y="14035"/>
                          </a:cubicBezTo>
                          <a:lnTo>
                            <a:pt x="38534" y="57736"/>
                          </a:lnTo>
                          <a:cubicBezTo>
                            <a:pt x="41709" y="65951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454" y="71889"/>
                          </a:cubicBezTo>
                          <a:cubicBezTo>
                            <a:pt x="24450" y="69610"/>
                            <a:pt x="20584" y="64985"/>
                            <a:pt x="18444" y="59462"/>
                          </a:cubicBezTo>
                          <a:lnTo>
                            <a:pt x="1530" y="15692"/>
                          </a:lnTo>
                          <a:cubicBezTo>
                            <a:pt x="-1646" y="7477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609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7" name="Google Shape;467;p23"/>
                    <p:cNvSpPr/>
                    <p:nvPr/>
                  </p:nvSpPr>
                  <p:spPr>
                    <a:xfrm>
                      <a:off x="2394619" y="2994733"/>
                      <a:ext cx="52697" cy="32281"/>
                    </a:xfrm>
                    <a:custGeom>
                      <a:rect b="b" l="l" r="r" t="t"/>
                      <a:pathLst>
                        <a:path extrusionOk="0" h="32281" w="52697">
                          <a:moveTo>
                            <a:pt x="41157" y="1609"/>
                          </a:moveTo>
                          <a:cubicBezTo>
                            <a:pt x="45161" y="3887"/>
                            <a:pt x="49027" y="8512"/>
                            <a:pt x="51168" y="14035"/>
                          </a:cubicBezTo>
                          <a:cubicBezTo>
                            <a:pt x="54343" y="22251"/>
                            <a:pt x="52410" y="29293"/>
                            <a:pt x="46887" y="29707"/>
                          </a:cubicBezTo>
                          <a:lnTo>
                            <a:pt x="17339" y="32261"/>
                          </a:lnTo>
                          <a:cubicBezTo>
                            <a:pt x="15544" y="32399"/>
                            <a:pt x="13542" y="31847"/>
                            <a:pt x="11540" y="30673"/>
                          </a:cubicBezTo>
                          <a:cubicBezTo>
                            <a:pt x="7536" y="28395"/>
                            <a:pt x="3670" y="23770"/>
                            <a:pt x="1530" y="18247"/>
                          </a:cubicBezTo>
                          <a:cubicBezTo>
                            <a:pt x="-1646" y="10031"/>
                            <a:pt x="287" y="2989"/>
                            <a:pt x="5810" y="2575"/>
                          </a:cubicBezTo>
                          <a:lnTo>
                            <a:pt x="35358" y="21"/>
                          </a:lnTo>
                          <a:cubicBezTo>
                            <a:pt x="37153" y="-117"/>
                            <a:pt x="39155" y="435"/>
                            <a:pt x="41157" y="16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8" name="Google Shape;468;p23"/>
                    <p:cNvSpPr/>
                    <p:nvPr/>
                  </p:nvSpPr>
                  <p:spPr>
                    <a:xfrm>
                      <a:off x="2330901" y="2863055"/>
                      <a:ext cx="40264" cy="53789"/>
                    </a:xfrm>
                    <a:custGeom>
                      <a:rect b="b" l="l" r="r" t="t"/>
                      <a:pathLst>
                        <a:path extrusionOk="0" h="53789" w="40264">
                          <a:moveTo>
                            <a:pt x="28796" y="1633"/>
                          </a:moveTo>
                          <a:cubicBezTo>
                            <a:pt x="30729" y="2737"/>
                            <a:pt x="32731" y="4463"/>
                            <a:pt x="34526" y="6741"/>
                          </a:cubicBezTo>
                          <a:cubicBezTo>
                            <a:pt x="40049" y="13576"/>
                            <a:pt x="41913" y="22827"/>
                            <a:pt x="38669" y="27246"/>
                          </a:cubicBezTo>
                          <a:lnTo>
                            <a:pt x="21547" y="51340"/>
                          </a:lnTo>
                          <a:cubicBezTo>
                            <a:pt x="19407" y="54377"/>
                            <a:pt x="15541" y="54515"/>
                            <a:pt x="11537" y="52168"/>
                          </a:cubicBezTo>
                          <a:cubicBezTo>
                            <a:pt x="9604" y="51063"/>
                            <a:pt x="7602" y="49338"/>
                            <a:pt x="5738" y="47059"/>
                          </a:cubicBezTo>
                          <a:cubicBezTo>
                            <a:pt x="215" y="40225"/>
                            <a:pt x="-1649" y="31043"/>
                            <a:pt x="1595" y="26486"/>
                          </a:cubicBezTo>
                          <a:lnTo>
                            <a:pt x="18717" y="2461"/>
                          </a:lnTo>
                          <a:cubicBezTo>
                            <a:pt x="20857" y="-576"/>
                            <a:pt x="24723" y="-715"/>
                            <a:pt x="28727" y="15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69" name="Google Shape;469;p23"/>
                    <p:cNvSpPr/>
                    <p:nvPr/>
                  </p:nvSpPr>
                  <p:spPr>
                    <a:xfrm>
                      <a:off x="2243921" y="2770887"/>
                      <a:ext cx="23197" cy="68926"/>
                    </a:xfrm>
                    <a:custGeom>
                      <a:rect b="b" l="l" r="r" t="t"/>
                      <a:pathLst>
                        <a:path extrusionOk="0" h="6892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201"/>
                            <a:pt x="23197" y="21519"/>
                          </a:cubicBezTo>
                          <a:lnTo>
                            <a:pt x="23058" y="60732"/>
                          </a:lnTo>
                          <a:cubicBezTo>
                            <a:pt x="23058" y="68050"/>
                            <a:pt x="17881" y="71018"/>
                            <a:pt x="11529" y="67359"/>
                          </a:cubicBezTo>
                          <a:cubicBezTo>
                            <a:pt x="5109" y="63700"/>
                            <a:pt x="0" y="54726"/>
                            <a:pt x="0" y="4740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0" name="Google Shape;470;p23"/>
                    <p:cNvSpPr/>
                    <p:nvPr/>
                  </p:nvSpPr>
                  <p:spPr>
                    <a:xfrm>
                      <a:off x="2417619" y="3110965"/>
                      <a:ext cx="57232" cy="49388"/>
                    </a:xfrm>
                    <a:custGeom>
                      <a:rect b="b" l="l" r="r" t="t"/>
                      <a:pathLst>
                        <a:path extrusionOk="0" h="49388" w="57232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78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247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471" name="Google Shape;471;p23"/>
                <p:cNvGrpSpPr/>
                <p:nvPr/>
              </p:nvGrpSpPr>
              <p:grpSpPr>
                <a:xfrm>
                  <a:off x="1696317" y="2910045"/>
                  <a:ext cx="622578" cy="459029"/>
                  <a:chOff x="1696317" y="2910045"/>
                  <a:chExt cx="622578" cy="459029"/>
                </a:xfrm>
              </p:grpSpPr>
              <p:grpSp>
                <p:nvGrpSpPr>
                  <p:cNvPr id="472" name="Google Shape;472;p23"/>
                  <p:cNvGrpSpPr/>
                  <p:nvPr/>
                </p:nvGrpSpPr>
                <p:grpSpPr>
                  <a:xfrm>
                    <a:off x="1713990" y="2910045"/>
                    <a:ext cx="604905" cy="458960"/>
                    <a:chOff x="1713990" y="2910045"/>
                    <a:chExt cx="604905" cy="458960"/>
                  </a:xfrm>
                </p:grpSpPr>
                <p:sp>
                  <p:nvSpPr>
                    <p:cNvPr id="473" name="Google Shape;473;p23"/>
                    <p:cNvSpPr/>
                    <p:nvPr/>
                  </p:nvSpPr>
                  <p:spPr>
                    <a:xfrm>
                      <a:off x="1713990" y="2969486"/>
                      <a:ext cx="134277" cy="61650"/>
                    </a:xfrm>
                    <a:custGeom>
                      <a:rect b="b" l="l" r="r" t="t"/>
                      <a:pathLst>
                        <a:path extrusionOk="0" h="61650" w="134277">
                          <a:moveTo>
                            <a:pt x="54263" y="61650"/>
                          </a:moveTo>
                          <a:lnTo>
                            <a:pt x="134278" y="15119"/>
                          </a:lnTo>
                          <a:cubicBezTo>
                            <a:pt x="133656" y="14567"/>
                            <a:pt x="132966" y="14015"/>
                            <a:pt x="132345" y="13531"/>
                          </a:cubicBezTo>
                          <a:cubicBezTo>
                            <a:pt x="131654" y="12979"/>
                            <a:pt x="131033" y="12496"/>
                            <a:pt x="130342" y="12012"/>
                          </a:cubicBezTo>
                          <a:cubicBezTo>
                            <a:pt x="129997" y="11736"/>
                            <a:pt x="129652" y="11529"/>
                            <a:pt x="129307" y="11253"/>
                          </a:cubicBezTo>
                          <a:cubicBezTo>
                            <a:pt x="129169" y="11184"/>
                            <a:pt x="129100" y="11115"/>
                            <a:pt x="128962" y="10977"/>
                          </a:cubicBezTo>
                          <a:cubicBezTo>
                            <a:pt x="128755" y="10839"/>
                            <a:pt x="128548" y="10701"/>
                            <a:pt x="128409" y="10563"/>
                          </a:cubicBezTo>
                          <a:cubicBezTo>
                            <a:pt x="127719" y="10079"/>
                            <a:pt x="127098" y="9665"/>
                            <a:pt x="126407" y="9251"/>
                          </a:cubicBezTo>
                          <a:cubicBezTo>
                            <a:pt x="125717" y="8837"/>
                            <a:pt x="125027" y="8423"/>
                            <a:pt x="124405" y="8008"/>
                          </a:cubicBezTo>
                          <a:cubicBezTo>
                            <a:pt x="124267" y="7939"/>
                            <a:pt x="124060" y="7801"/>
                            <a:pt x="123922" y="7732"/>
                          </a:cubicBezTo>
                          <a:cubicBezTo>
                            <a:pt x="123370" y="7456"/>
                            <a:pt x="122887" y="7111"/>
                            <a:pt x="122334" y="6835"/>
                          </a:cubicBezTo>
                          <a:cubicBezTo>
                            <a:pt x="121644" y="6420"/>
                            <a:pt x="120954" y="6075"/>
                            <a:pt x="120194" y="5730"/>
                          </a:cubicBezTo>
                          <a:cubicBezTo>
                            <a:pt x="119780" y="5523"/>
                            <a:pt x="119435" y="5385"/>
                            <a:pt x="119020" y="5178"/>
                          </a:cubicBezTo>
                          <a:cubicBezTo>
                            <a:pt x="118882" y="5178"/>
                            <a:pt x="118744" y="5040"/>
                            <a:pt x="118606" y="4971"/>
                          </a:cubicBezTo>
                          <a:cubicBezTo>
                            <a:pt x="118399" y="4902"/>
                            <a:pt x="118192" y="4764"/>
                            <a:pt x="118054" y="4694"/>
                          </a:cubicBezTo>
                          <a:cubicBezTo>
                            <a:pt x="117295" y="4349"/>
                            <a:pt x="116535" y="4073"/>
                            <a:pt x="115845" y="3728"/>
                          </a:cubicBezTo>
                          <a:cubicBezTo>
                            <a:pt x="115223" y="3452"/>
                            <a:pt x="114602" y="3245"/>
                            <a:pt x="113981" y="3038"/>
                          </a:cubicBezTo>
                          <a:cubicBezTo>
                            <a:pt x="113912" y="3038"/>
                            <a:pt x="113843" y="3038"/>
                            <a:pt x="113704" y="2969"/>
                          </a:cubicBezTo>
                          <a:cubicBezTo>
                            <a:pt x="113704" y="2969"/>
                            <a:pt x="113566" y="2969"/>
                            <a:pt x="113497" y="2900"/>
                          </a:cubicBezTo>
                          <a:cubicBezTo>
                            <a:pt x="112669" y="2623"/>
                            <a:pt x="111841" y="2347"/>
                            <a:pt x="111081" y="2071"/>
                          </a:cubicBezTo>
                          <a:cubicBezTo>
                            <a:pt x="110391" y="1864"/>
                            <a:pt x="109631" y="1657"/>
                            <a:pt x="108941" y="1519"/>
                          </a:cubicBezTo>
                          <a:cubicBezTo>
                            <a:pt x="108872" y="1519"/>
                            <a:pt x="108734" y="1519"/>
                            <a:pt x="108665" y="1450"/>
                          </a:cubicBezTo>
                          <a:cubicBezTo>
                            <a:pt x="108665" y="1450"/>
                            <a:pt x="108527" y="1450"/>
                            <a:pt x="108527" y="1450"/>
                          </a:cubicBezTo>
                          <a:cubicBezTo>
                            <a:pt x="107629" y="1243"/>
                            <a:pt x="106732" y="1036"/>
                            <a:pt x="105834" y="828"/>
                          </a:cubicBezTo>
                          <a:cubicBezTo>
                            <a:pt x="105351" y="759"/>
                            <a:pt x="104799" y="690"/>
                            <a:pt x="104315" y="552"/>
                          </a:cubicBezTo>
                          <a:cubicBezTo>
                            <a:pt x="104039" y="552"/>
                            <a:pt x="103832" y="483"/>
                            <a:pt x="103556" y="414"/>
                          </a:cubicBezTo>
                          <a:cubicBezTo>
                            <a:pt x="103349" y="414"/>
                            <a:pt x="103142" y="345"/>
                            <a:pt x="102935" y="345"/>
                          </a:cubicBezTo>
                          <a:cubicBezTo>
                            <a:pt x="101899" y="207"/>
                            <a:pt x="100864" y="69"/>
                            <a:pt x="99828" y="0"/>
                          </a:cubicBezTo>
                          <a:cubicBezTo>
                            <a:pt x="99690" y="0"/>
                            <a:pt x="99483" y="0"/>
                            <a:pt x="99345" y="0"/>
                          </a:cubicBezTo>
                          <a:cubicBezTo>
                            <a:pt x="98999" y="0"/>
                            <a:pt x="98654" y="0"/>
                            <a:pt x="98309" y="0"/>
                          </a:cubicBezTo>
                          <a:cubicBezTo>
                            <a:pt x="97688" y="0"/>
                            <a:pt x="97066" y="0"/>
                            <a:pt x="96445" y="0"/>
                          </a:cubicBezTo>
                          <a:cubicBezTo>
                            <a:pt x="96031" y="0"/>
                            <a:pt x="95617" y="0"/>
                            <a:pt x="95202" y="0"/>
                          </a:cubicBezTo>
                          <a:cubicBezTo>
                            <a:pt x="94719" y="0"/>
                            <a:pt x="94236" y="0"/>
                            <a:pt x="93684" y="0"/>
                          </a:cubicBezTo>
                          <a:cubicBezTo>
                            <a:pt x="93339" y="0"/>
                            <a:pt x="93062" y="0"/>
                            <a:pt x="92717" y="0"/>
                          </a:cubicBezTo>
                          <a:cubicBezTo>
                            <a:pt x="92165" y="0"/>
                            <a:pt x="91682" y="138"/>
                            <a:pt x="91198" y="207"/>
                          </a:cubicBezTo>
                          <a:cubicBezTo>
                            <a:pt x="90508" y="276"/>
                            <a:pt x="89887" y="345"/>
                            <a:pt x="89265" y="483"/>
                          </a:cubicBezTo>
                          <a:cubicBezTo>
                            <a:pt x="89058" y="483"/>
                            <a:pt x="88782" y="483"/>
                            <a:pt x="88575" y="552"/>
                          </a:cubicBezTo>
                          <a:cubicBezTo>
                            <a:pt x="87608" y="759"/>
                            <a:pt x="86642" y="967"/>
                            <a:pt x="85675" y="1243"/>
                          </a:cubicBezTo>
                          <a:cubicBezTo>
                            <a:pt x="85192" y="1381"/>
                            <a:pt x="84709" y="1519"/>
                            <a:pt x="84226" y="1726"/>
                          </a:cubicBezTo>
                          <a:cubicBezTo>
                            <a:pt x="84088" y="1726"/>
                            <a:pt x="83949" y="1864"/>
                            <a:pt x="83742" y="1933"/>
                          </a:cubicBezTo>
                          <a:cubicBezTo>
                            <a:pt x="82500" y="2416"/>
                            <a:pt x="81188" y="2969"/>
                            <a:pt x="80014" y="3659"/>
                          </a:cubicBezTo>
                          <a:lnTo>
                            <a:pt x="0" y="50190"/>
                          </a:lnTo>
                          <a:cubicBezTo>
                            <a:pt x="1174" y="49500"/>
                            <a:pt x="2416" y="48947"/>
                            <a:pt x="3728" y="48464"/>
                          </a:cubicBezTo>
                          <a:cubicBezTo>
                            <a:pt x="4349" y="48257"/>
                            <a:pt x="4971" y="47981"/>
                            <a:pt x="5592" y="47774"/>
                          </a:cubicBezTo>
                          <a:cubicBezTo>
                            <a:pt x="6766" y="47429"/>
                            <a:pt x="7939" y="47222"/>
                            <a:pt x="9182" y="47014"/>
                          </a:cubicBezTo>
                          <a:cubicBezTo>
                            <a:pt x="9803" y="46876"/>
                            <a:pt x="10494" y="46807"/>
                            <a:pt x="11115" y="46738"/>
                          </a:cubicBezTo>
                          <a:cubicBezTo>
                            <a:pt x="11943" y="46600"/>
                            <a:pt x="12772" y="46531"/>
                            <a:pt x="13600" y="46462"/>
                          </a:cubicBezTo>
                          <a:cubicBezTo>
                            <a:pt x="14084" y="46462"/>
                            <a:pt x="14567" y="46462"/>
                            <a:pt x="15050" y="46462"/>
                          </a:cubicBezTo>
                          <a:cubicBezTo>
                            <a:pt x="16086" y="46462"/>
                            <a:pt x="17121" y="46462"/>
                            <a:pt x="18157" y="46462"/>
                          </a:cubicBezTo>
                          <a:cubicBezTo>
                            <a:pt x="18502" y="46462"/>
                            <a:pt x="18847" y="46462"/>
                            <a:pt x="19192" y="46462"/>
                          </a:cubicBezTo>
                          <a:cubicBezTo>
                            <a:pt x="20573" y="46531"/>
                            <a:pt x="21954" y="46669"/>
                            <a:pt x="23404" y="46876"/>
                          </a:cubicBezTo>
                          <a:cubicBezTo>
                            <a:pt x="23680" y="46876"/>
                            <a:pt x="23887" y="46945"/>
                            <a:pt x="24163" y="47014"/>
                          </a:cubicBezTo>
                          <a:cubicBezTo>
                            <a:pt x="25613" y="47222"/>
                            <a:pt x="27063" y="47567"/>
                            <a:pt x="28581" y="47912"/>
                          </a:cubicBezTo>
                          <a:cubicBezTo>
                            <a:pt x="28650" y="47912"/>
                            <a:pt x="28789" y="47912"/>
                            <a:pt x="28858" y="47981"/>
                          </a:cubicBezTo>
                          <a:cubicBezTo>
                            <a:pt x="30445" y="48395"/>
                            <a:pt x="32033" y="48878"/>
                            <a:pt x="33621" y="49431"/>
                          </a:cubicBezTo>
                          <a:cubicBezTo>
                            <a:pt x="33690" y="49431"/>
                            <a:pt x="33759" y="49431"/>
                            <a:pt x="33897" y="49500"/>
                          </a:cubicBezTo>
                          <a:cubicBezTo>
                            <a:pt x="35485" y="50052"/>
                            <a:pt x="37004" y="50742"/>
                            <a:pt x="38592" y="51433"/>
                          </a:cubicBezTo>
                          <a:cubicBezTo>
                            <a:pt x="38730" y="51433"/>
                            <a:pt x="38868" y="51571"/>
                            <a:pt x="39006" y="51640"/>
                          </a:cubicBezTo>
                          <a:cubicBezTo>
                            <a:pt x="40594" y="52399"/>
                            <a:pt x="42251" y="53228"/>
                            <a:pt x="43839" y="54194"/>
                          </a:cubicBezTo>
                          <a:cubicBezTo>
                            <a:pt x="45565" y="55161"/>
                            <a:pt x="47222" y="56265"/>
                            <a:pt x="48947" y="57439"/>
                          </a:cubicBezTo>
                          <a:cubicBezTo>
                            <a:pt x="49086" y="57508"/>
                            <a:pt x="49155" y="57577"/>
                            <a:pt x="49293" y="57715"/>
                          </a:cubicBezTo>
                          <a:cubicBezTo>
                            <a:pt x="50950" y="58889"/>
                            <a:pt x="52675" y="60201"/>
                            <a:pt x="54263" y="6158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4" name="Google Shape;474;p23"/>
                    <p:cNvSpPr/>
                    <p:nvPr/>
                  </p:nvSpPr>
                  <p:spPr>
                    <a:xfrm>
                      <a:off x="1782199" y="2948606"/>
                      <a:ext cx="139386" cy="79216"/>
                    </a:xfrm>
                    <a:custGeom>
                      <a:rect b="b" l="l" r="r" t="t"/>
                      <a:pathLst>
                        <a:path extrusionOk="0" h="79216" w="139386">
                          <a:moveTo>
                            <a:pt x="38523" y="57332"/>
                          </a:moveTo>
                          <a:cubicBezTo>
                            <a:pt x="38523" y="57332"/>
                            <a:pt x="38937" y="57608"/>
                            <a:pt x="39144" y="57815"/>
                          </a:cubicBezTo>
                          <a:cubicBezTo>
                            <a:pt x="40249" y="58643"/>
                            <a:pt x="41284" y="59472"/>
                            <a:pt x="42320" y="60438"/>
                          </a:cubicBezTo>
                          <a:cubicBezTo>
                            <a:pt x="42458" y="60576"/>
                            <a:pt x="42596" y="60715"/>
                            <a:pt x="42734" y="60853"/>
                          </a:cubicBezTo>
                          <a:cubicBezTo>
                            <a:pt x="43770" y="61750"/>
                            <a:pt x="44736" y="62648"/>
                            <a:pt x="45772" y="63545"/>
                          </a:cubicBezTo>
                          <a:cubicBezTo>
                            <a:pt x="45910" y="63683"/>
                            <a:pt x="46048" y="63752"/>
                            <a:pt x="46117" y="63890"/>
                          </a:cubicBezTo>
                          <a:cubicBezTo>
                            <a:pt x="47153" y="64857"/>
                            <a:pt x="48188" y="65961"/>
                            <a:pt x="49224" y="66997"/>
                          </a:cubicBezTo>
                          <a:cubicBezTo>
                            <a:pt x="49431" y="67204"/>
                            <a:pt x="49569" y="67342"/>
                            <a:pt x="49776" y="67549"/>
                          </a:cubicBezTo>
                          <a:cubicBezTo>
                            <a:pt x="50743" y="68585"/>
                            <a:pt x="51778" y="69689"/>
                            <a:pt x="52745" y="70794"/>
                          </a:cubicBezTo>
                          <a:cubicBezTo>
                            <a:pt x="52883" y="71001"/>
                            <a:pt x="53090" y="71139"/>
                            <a:pt x="53228" y="71346"/>
                          </a:cubicBezTo>
                          <a:cubicBezTo>
                            <a:pt x="54194" y="72520"/>
                            <a:pt x="55161" y="73694"/>
                            <a:pt x="56127" y="74867"/>
                          </a:cubicBezTo>
                          <a:cubicBezTo>
                            <a:pt x="56265" y="75074"/>
                            <a:pt x="56404" y="75281"/>
                            <a:pt x="56542" y="75419"/>
                          </a:cubicBezTo>
                          <a:cubicBezTo>
                            <a:pt x="57508" y="76662"/>
                            <a:pt x="58475" y="77905"/>
                            <a:pt x="59372" y="79217"/>
                          </a:cubicBezTo>
                          <a:lnTo>
                            <a:pt x="139386" y="32685"/>
                          </a:lnTo>
                          <a:cubicBezTo>
                            <a:pt x="138903" y="31995"/>
                            <a:pt x="138351" y="31236"/>
                            <a:pt x="137868" y="30545"/>
                          </a:cubicBezTo>
                          <a:cubicBezTo>
                            <a:pt x="137453" y="29993"/>
                            <a:pt x="137039" y="29441"/>
                            <a:pt x="136556" y="28819"/>
                          </a:cubicBezTo>
                          <a:cubicBezTo>
                            <a:pt x="136418" y="28612"/>
                            <a:pt x="136280" y="28405"/>
                            <a:pt x="136142" y="28267"/>
                          </a:cubicBezTo>
                          <a:cubicBezTo>
                            <a:pt x="136073" y="28129"/>
                            <a:pt x="136004" y="28060"/>
                            <a:pt x="135866" y="27922"/>
                          </a:cubicBezTo>
                          <a:cubicBezTo>
                            <a:pt x="135244" y="27162"/>
                            <a:pt x="134692" y="26403"/>
                            <a:pt x="134071" y="25713"/>
                          </a:cubicBezTo>
                          <a:cubicBezTo>
                            <a:pt x="133794" y="25367"/>
                            <a:pt x="133518" y="25091"/>
                            <a:pt x="133242" y="24746"/>
                          </a:cubicBezTo>
                          <a:cubicBezTo>
                            <a:pt x="133104" y="24539"/>
                            <a:pt x="132966" y="24401"/>
                            <a:pt x="132759" y="24194"/>
                          </a:cubicBezTo>
                          <a:cubicBezTo>
                            <a:pt x="132552" y="23987"/>
                            <a:pt x="132414" y="23780"/>
                            <a:pt x="132207" y="23572"/>
                          </a:cubicBezTo>
                          <a:cubicBezTo>
                            <a:pt x="131585" y="22882"/>
                            <a:pt x="130964" y="22192"/>
                            <a:pt x="130343" y="21501"/>
                          </a:cubicBezTo>
                          <a:cubicBezTo>
                            <a:pt x="130135" y="21294"/>
                            <a:pt x="129997" y="21087"/>
                            <a:pt x="129790" y="20880"/>
                          </a:cubicBezTo>
                          <a:cubicBezTo>
                            <a:pt x="129583" y="20673"/>
                            <a:pt x="129445" y="20535"/>
                            <a:pt x="129238" y="20328"/>
                          </a:cubicBezTo>
                          <a:cubicBezTo>
                            <a:pt x="128962" y="20052"/>
                            <a:pt x="128686" y="19706"/>
                            <a:pt x="128410" y="19430"/>
                          </a:cubicBezTo>
                          <a:cubicBezTo>
                            <a:pt x="127719" y="18740"/>
                            <a:pt x="127029" y="18049"/>
                            <a:pt x="126339" y="17428"/>
                          </a:cubicBezTo>
                          <a:cubicBezTo>
                            <a:pt x="126339" y="17428"/>
                            <a:pt x="126200" y="17290"/>
                            <a:pt x="126131" y="17221"/>
                          </a:cubicBezTo>
                          <a:cubicBezTo>
                            <a:pt x="125993" y="17083"/>
                            <a:pt x="125855" y="17014"/>
                            <a:pt x="125786" y="16876"/>
                          </a:cubicBezTo>
                          <a:cubicBezTo>
                            <a:pt x="125234" y="16392"/>
                            <a:pt x="124751" y="15909"/>
                            <a:pt x="124198" y="15426"/>
                          </a:cubicBezTo>
                          <a:cubicBezTo>
                            <a:pt x="123715" y="15012"/>
                            <a:pt x="123232" y="14598"/>
                            <a:pt x="122748" y="14183"/>
                          </a:cubicBezTo>
                          <a:cubicBezTo>
                            <a:pt x="122610" y="14045"/>
                            <a:pt x="122472" y="13907"/>
                            <a:pt x="122334" y="13769"/>
                          </a:cubicBezTo>
                          <a:cubicBezTo>
                            <a:pt x="122265" y="13700"/>
                            <a:pt x="122127" y="13631"/>
                            <a:pt x="122058" y="13562"/>
                          </a:cubicBezTo>
                          <a:cubicBezTo>
                            <a:pt x="121368" y="12941"/>
                            <a:pt x="120608" y="12388"/>
                            <a:pt x="119918" y="11836"/>
                          </a:cubicBezTo>
                          <a:cubicBezTo>
                            <a:pt x="119642" y="11629"/>
                            <a:pt x="119366" y="11422"/>
                            <a:pt x="119089" y="11215"/>
                          </a:cubicBezTo>
                          <a:cubicBezTo>
                            <a:pt x="118882" y="11077"/>
                            <a:pt x="118675" y="10939"/>
                            <a:pt x="118468" y="10731"/>
                          </a:cubicBezTo>
                          <a:cubicBezTo>
                            <a:pt x="118261" y="10524"/>
                            <a:pt x="117985" y="10386"/>
                            <a:pt x="117778" y="10179"/>
                          </a:cubicBezTo>
                          <a:cubicBezTo>
                            <a:pt x="117087" y="9696"/>
                            <a:pt x="116397" y="9213"/>
                            <a:pt x="115707" y="8729"/>
                          </a:cubicBezTo>
                          <a:cubicBezTo>
                            <a:pt x="115569" y="8591"/>
                            <a:pt x="115430" y="8522"/>
                            <a:pt x="115223" y="8453"/>
                          </a:cubicBezTo>
                          <a:cubicBezTo>
                            <a:pt x="115085" y="8315"/>
                            <a:pt x="114878" y="8246"/>
                            <a:pt x="114740" y="8108"/>
                          </a:cubicBezTo>
                          <a:cubicBezTo>
                            <a:pt x="114395" y="7901"/>
                            <a:pt x="114050" y="7625"/>
                            <a:pt x="113705" y="7418"/>
                          </a:cubicBezTo>
                          <a:cubicBezTo>
                            <a:pt x="113083" y="7003"/>
                            <a:pt x="112393" y="6589"/>
                            <a:pt x="111772" y="6244"/>
                          </a:cubicBezTo>
                          <a:cubicBezTo>
                            <a:pt x="111634" y="6175"/>
                            <a:pt x="111495" y="6037"/>
                            <a:pt x="111357" y="5968"/>
                          </a:cubicBezTo>
                          <a:cubicBezTo>
                            <a:pt x="110874" y="5692"/>
                            <a:pt x="110391" y="5416"/>
                            <a:pt x="109908" y="5139"/>
                          </a:cubicBezTo>
                          <a:cubicBezTo>
                            <a:pt x="109286" y="4794"/>
                            <a:pt x="108665" y="4518"/>
                            <a:pt x="108043" y="4173"/>
                          </a:cubicBezTo>
                          <a:cubicBezTo>
                            <a:pt x="107422" y="3897"/>
                            <a:pt x="106801" y="3552"/>
                            <a:pt x="106249" y="3344"/>
                          </a:cubicBezTo>
                          <a:cubicBezTo>
                            <a:pt x="106180" y="3344"/>
                            <a:pt x="106110" y="3344"/>
                            <a:pt x="106042" y="3275"/>
                          </a:cubicBezTo>
                          <a:cubicBezTo>
                            <a:pt x="106042" y="3275"/>
                            <a:pt x="105903" y="3275"/>
                            <a:pt x="105834" y="3206"/>
                          </a:cubicBezTo>
                          <a:cubicBezTo>
                            <a:pt x="105351" y="2999"/>
                            <a:pt x="104868" y="2792"/>
                            <a:pt x="104454" y="2585"/>
                          </a:cubicBezTo>
                          <a:cubicBezTo>
                            <a:pt x="103832" y="2378"/>
                            <a:pt x="103280" y="2102"/>
                            <a:pt x="102659" y="1895"/>
                          </a:cubicBezTo>
                          <a:cubicBezTo>
                            <a:pt x="102037" y="1688"/>
                            <a:pt x="101485" y="1480"/>
                            <a:pt x="100864" y="1342"/>
                          </a:cubicBezTo>
                          <a:cubicBezTo>
                            <a:pt x="100864" y="1342"/>
                            <a:pt x="100726" y="1342"/>
                            <a:pt x="100657" y="1342"/>
                          </a:cubicBezTo>
                          <a:cubicBezTo>
                            <a:pt x="100657" y="1342"/>
                            <a:pt x="100518" y="1342"/>
                            <a:pt x="100518" y="1342"/>
                          </a:cubicBezTo>
                          <a:cubicBezTo>
                            <a:pt x="100035" y="1204"/>
                            <a:pt x="99552" y="1066"/>
                            <a:pt x="99069" y="928"/>
                          </a:cubicBezTo>
                          <a:cubicBezTo>
                            <a:pt x="98447" y="790"/>
                            <a:pt x="97826" y="652"/>
                            <a:pt x="97274" y="514"/>
                          </a:cubicBezTo>
                          <a:cubicBezTo>
                            <a:pt x="96652" y="376"/>
                            <a:pt x="96031" y="307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4788" y="169"/>
                            <a:pt x="94167" y="100"/>
                            <a:pt x="93546" y="31"/>
                          </a:cubicBezTo>
                          <a:cubicBezTo>
                            <a:pt x="92855" y="31"/>
                            <a:pt x="92234" y="-38"/>
                            <a:pt x="91544" y="31"/>
                          </a:cubicBezTo>
                          <a:cubicBezTo>
                            <a:pt x="91198" y="31"/>
                            <a:pt x="90784" y="31"/>
                            <a:pt x="90439" y="31"/>
                          </a:cubicBezTo>
                          <a:cubicBezTo>
                            <a:pt x="90094" y="31"/>
                            <a:pt x="89680" y="31"/>
                            <a:pt x="89334" y="100"/>
                          </a:cubicBezTo>
                          <a:cubicBezTo>
                            <a:pt x="88989" y="100"/>
                            <a:pt x="88644" y="169"/>
                            <a:pt x="88368" y="238"/>
                          </a:cubicBezTo>
                          <a:cubicBezTo>
                            <a:pt x="88023" y="238"/>
                            <a:pt x="87678" y="307"/>
                            <a:pt x="87263" y="376"/>
                          </a:cubicBezTo>
                          <a:cubicBezTo>
                            <a:pt x="87125" y="376"/>
                            <a:pt x="86987" y="376"/>
                            <a:pt x="86849" y="376"/>
                          </a:cubicBezTo>
                          <a:cubicBezTo>
                            <a:pt x="86573" y="376"/>
                            <a:pt x="86366" y="514"/>
                            <a:pt x="86090" y="583"/>
                          </a:cubicBezTo>
                          <a:cubicBezTo>
                            <a:pt x="85468" y="721"/>
                            <a:pt x="84916" y="859"/>
                            <a:pt x="84295" y="1066"/>
                          </a:cubicBezTo>
                          <a:cubicBezTo>
                            <a:pt x="84157" y="1066"/>
                            <a:pt x="83949" y="1135"/>
                            <a:pt x="83811" y="1204"/>
                          </a:cubicBezTo>
                          <a:cubicBezTo>
                            <a:pt x="83673" y="1204"/>
                            <a:pt x="83535" y="1342"/>
                            <a:pt x="83397" y="1411"/>
                          </a:cubicBezTo>
                          <a:cubicBezTo>
                            <a:pt x="82224" y="1826"/>
                            <a:pt x="81119" y="2378"/>
                            <a:pt x="80014" y="2999"/>
                          </a:cubicBezTo>
                          <a:cubicBezTo>
                            <a:pt x="80014" y="2999"/>
                            <a:pt x="80014" y="2999"/>
                            <a:pt x="80014" y="2999"/>
                          </a:cubicBezTo>
                          <a:lnTo>
                            <a:pt x="0" y="49530"/>
                          </a:lnTo>
                          <a:cubicBezTo>
                            <a:pt x="1105" y="48909"/>
                            <a:pt x="2209" y="48426"/>
                            <a:pt x="3383" y="47943"/>
                          </a:cubicBezTo>
                          <a:cubicBezTo>
                            <a:pt x="3659" y="47805"/>
                            <a:pt x="4004" y="47736"/>
                            <a:pt x="4280" y="47597"/>
                          </a:cubicBezTo>
                          <a:cubicBezTo>
                            <a:pt x="4833" y="47390"/>
                            <a:pt x="5454" y="47252"/>
                            <a:pt x="6075" y="47114"/>
                          </a:cubicBezTo>
                          <a:cubicBezTo>
                            <a:pt x="6490" y="47045"/>
                            <a:pt x="6835" y="46907"/>
                            <a:pt x="7249" y="46838"/>
                          </a:cubicBezTo>
                          <a:cubicBezTo>
                            <a:pt x="7594" y="46838"/>
                            <a:pt x="7939" y="46700"/>
                            <a:pt x="8353" y="46700"/>
                          </a:cubicBezTo>
                          <a:cubicBezTo>
                            <a:pt x="9044" y="46631"/>
                            <a:pt x="9734" y="46493"/>
                            <a:pt x="10425" y="46493"/>
                          </a:cubicBezTo>
                          <a:cubicBezTo>
                            <a:pt x="12082" y="46424"/>
                            <a:pt x="13739" y="46493"/>
                            <a:pt x="15395" y="46700"/>
                          </a:cubicBezTo>
                          <a:cubicBezTo>
                            <a:pt x="15395" y="46700"/>
                            <a:pt x="15395" y="46700"/>
                            <a:pt x="15395" y="46700"/>
                          </a:cubicBezTo>
                          <a:cubicBezTo>
                            <a:pt x="17052" y="46907"/>
                            <a:pt x="18778" y="47321"/>
                            <a:pt x="20504" y="47805"/>
                          </a:cubicBezTo>
                          <a:cubicBezTo>
                            <a:pt x="20504" y="47805"/>
                            <a:pt x="20573" y="47805"/>
                            <a:pt x="20642" y="47805"/>
                          </a:cubicBezTo>
                          <a:cubicBezTo>
                            <a:pt x="22368" y="48288"/>
                            <a:pt x="24094" y="48978"/>
                            <a:pt x="25820" y="49738"/>
                          </a:cubicBezTo>
                          <a:cubicBezTo>
                            <a:pt x="25820" y="49738"/>
                            <a:pt x="25958" y="49738"/>
                            <a:pt x="26027" y="49807"/>
                          </a:cubicBezTo>
                          <a:cubicBezTo>
                            <a:pt x="27822" y="50566"/>
                            <a:pt x="29617" y="51463"/>
                            <a:pt x="31343" y="52499"/>
                          </a:cubicBezTo>
                          <a:cubicBezTo>
                            <a:pt x="32517" y="53189"/>
                            <a:pt x="33621" y="53880"/>
                            <a:pt x="34795" y="54639"/>
                          </a:cubicBezTo>
                          <a:cubicBezTo>
                            <a:pt x="34933" y="54777"/>
                            <a:pt x="35140" y="54846"/>
                            <a:pt x="35278" y="54984"/>
                          </a:cubicBezTo>
                          <a:cubicBezTo>
                            <a:pt x="36383" y="55675"/>
                            <a:pt x="37418" y="56503"/>
                            <a:pt x="38454" y="57263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5" name="Google Shape;475;p23"/>
                    <p:cNvSpPr/>
                    <p:nvPr/>
                  </p:nvSpPr>
                  <p:spPr>
                    <a:xfrm>
                      <a:off x="1873260" y="2910045"/>
                      <a:ext cx="238248" cy="170108"/>
                    </a:xfrm>
                    <a:custGeom>
                      <a:rect b="b" l="l" r="r" t="t"/>
                      <a:pathLst>
                        <a:path extrusionOk="0" h="170108" w="238248">
                          <a:moveTo>
                            <a:pt x="238041" y="123301"/>
                          </a:moveTo>
                          <a:cubicBezTo>
                            <a:pt x="237765" y="122472"/>
                            <a:pt x="237420" y="121575"/>
                            <a:pt x="237143" y="120746"/>
                          </a:cubicBezTo>
                          <a:cubicBezTo>
                            <a:pt x="236522" y="119089"/>
                            <a:pt x="235970" y="117502"/>
                            <a:pt x="235348" y="115914"/>
                          </a:cubicBezTo>
                          <a:cubicBezTo>
                            <a:pt x="234727" y="114326"/>
                            <a:pt x="234106" y="112738"/>
                            <a:pt x="233484" y="111219"/>
                          </a:cubicBezTo>
                          <a:cubicBezTo>
                            <a:pt x="233208" y="110598"/>
                            <a:pt x="233001" y="110046"/>
                            <a:pt x="232725" y="109424"/>
                          </a:cubicBezTo>
                          <a:cubicBezTo>
                            <a:pt x="232587" y="109148"/>
                            <a:pt x="232518" y="108941"/>
                            <a:pt x="232380" y="108665"/>
                          </a:cubicBezTo>
                          <a:cubicBezTo>
                            <a:pt x="232104" y="107974"/>
                            <a:pt x="231759" y="107284"/>
                            <a:pt x="231482" y="106594"/>
                          </a:cubicBezTo>
                          <a:cubicBezTo>
                            <a:pt x="230792" y="105006"/>
                            <a:pt x="230102" y="103487"/>
                            <a:pt x="229342" y="101899"/>
                          </a:cubicBezTo>
                          <a:cubicBezTo>
                            <a:pt x="228583" y="100242"/>
                            <a:pt x="227754" y="98585"/>
                            <a:pt x="226926" y="96998"/>
                          </a:cubicBezTo>
                          <a:cubicBezTo>
                            <a:pt x="226719" y="96514"/>
                            <a:pt x="226443" y="96100"/>
                            <a:pt x="226235" y="95617"/>
                          </a:cubicBezTo>
                          <a:cubicBezTo>
                            <a:pt x="226028" y="95272"/>
                            <a:pt x="225890" y="94926"/>
                            <a:pt x="225683" y="94581"/>
                          </a:cubicBezTo>
                          <a:cubicBezTo>
                            <a:pt x="225131" y="93477"/>
                            <a:pt x="224579" y="92441"/>
                            <a:pt x="224026" y="91336"/>
                          </a:cubicBezTo>
                          <a:cubicBezTo>
                            <a:pt x="222576" y="88644"/>
                            <a:pt x="221058" y="85952"/>
                            <a:pt x="219539" y="83328"/>
                          </a:cubicBezTo>
                          <a:cubicBezTo>
                            <a:pt x="219401" y="83052"/>
                            <a:pt x="219194" y="82776"/>
                            <a:pt x="219056" y="82500"/>
                          </a:cubicBezTo>
                          <a:cubicBezTo>
                            <a:pt x="217813" y="80428"/>
                            <a:pt x="216501" y="78495"/>
                            <a:pt x="215258" y="76493"/>
                          </a:cubicBezTo>
                          <a:cubicBezTo>
                            <a:pt x="214016" y="74491"/>
                            <a:pt x="212842" y="72489"/>
                            <a:pt x="211531" y="70556"/>
                          </a:cubicBezTo>
                          <a:cubicBezTo>
                            <a:pt x="211254" y="70211"/>
                            <a:pt x="211047" y="69866"/>
                            <a:pt x="210771" y="69521"/>
                          </a:cubicBezTo>
                          <a:cubicBezTo>
                            <a:pt x="210357" y="68899"/>
                            <a:pt x="209874" y="68209"/>
                            <a:pt x="209390" y="67588"/>
                          </a:cubicBezTo>
                          <a:cubicBezTo>
                            <a:pt x="208217" y="65931"/>
                            <a:pt x="207112" y="64274"/>
                            <a:pt x="205939" y="62686"/>
                          </a:cubicBezTo>
                          <a:cubicBezTo>
                            <a:pt x="204627" y="60960"/>
                            <a:pt x="203315" y="59234"/>
                            <a:pt x="202003" y="57508"/>
                          </a:cubicBezTo>
                          <a:cubicBezTo>
                            <a:pt x="201865" y="57301"/>
                            <a:pt x="201658" y="57094"/>
                            <a:pt x="201520" y="56887"/>
                          </a:cubicBezTo>
                          <a:cubicBezTo>
                            <a:pt x="201382" y="56680"/>
                            <a:pt x="201244" y="56542"/>
                            <a:pt x="201106" y="56335"/>
                          </a:cubicBezTo>
                          <a:cubicBezTo>
                            <a:pt x="200208" y="55230"/>
                            <a:pt x="199311" y="54056"/>
                            <a:pt x="198413" y="52952"/>
                          </a:cubicBezTo>
                          <a:cubicBezTo>
                            <a:pt x="197240" y="51571"/>
                            <a:pt x="196066" y="50121"/>
                            <a:pt x="194823" y="48809"/>
                          </a:cubicBezTo>
                          <a:cubicBezTo>
                            <a:pt x="193857" y="47705"/>
                            <a:pt x="192890" y="46669"/>
                            <a:pt x="191924" y="45565"/>
                          </a:cubicBezTo>
                          <a:cubicBezTo>
                            <a:pt x="191786" y="45427"/>
                            <a:pt x="191717" y="45288"/>
                            <a:pt x="191579" y="45150"/>
                          </a:cubicBezTo>
                          <a:cubicBezTo>
                            <a:pt x="191441" y="45012"/>
                            <a:pt x="191303" y="44874"/>
                            <a:pt x="191165" y="44667"/>
                          </a:cubicBezTo>
                          <a:cubicBezTo>
                            <a:pt x="189922" y="43286"/>
                            <a:pt x="188610" y="41975"/>
                            <a:pt x="187368" y="40663"/>
                          </a:cubicBezTo>
                          <a:cubicBezTo>
                            <a:pt x="186056" y="39351"/>
                            <a:pt x="184744" y="37971"/>
                            <a:pt x="183363" y="36728"/>
                          </a:cubicBezTo>
                          <a:cubicBezTo>
                            <a:pt x="182880" y="36245"/>
                            <a:pt x="182328" y="35761"/>
                            <a:pt x="181844" y="35278"/>
                          </a:cubicBezTo>
                          <a:cubicBezTo>
                            <a:pt x="181568" y="35002"/>
                            <a:pt x="181292" y="34795"/>
                            <a:pt x="181016" y="34519"/>
                          </a:cubicBezTo>
                          <a:cubicBezTo>
                            <a:pt x="180395" y="33966"/>
                            <a:pt x="179842" y="33414"/>
                            <a:pt x="179221" y="32862"/>
                          </a:cubicBezTo>
                          <a:cubicBezTo>
                            <a:pt x="177840" y="31619"/>
                            <a:pt x="176391" y="30376"/>
                            <a:pt x="175010" y="29203"/>
                          </a:cubicBezTo>
                          <a:cubicBezTo>
                            <a:pt x="173629" y="28029"/>
                            <a:pt x="172179" y="26856"/>
                            <a:pt x="170798" y="25751"/>
                          </a:cubicBezTo>
                          <a:cubicBezTo>
                            <a:pt x="170798" y="25751"/>
                            <a:pt x="170730" y="25751"/>
                            <a:pt x="170660" y="25682"/>
                          </a:cubicBezTo>
                          <a:cubicBezTo>
                            <a:pt x="169280" y="24646"/>
                            <a:pt x="167968" y="23542"/>
                            <a:pt x="166587" y="22575"/>
                          </a:cubicBezTo>
                          <a:cubicBezTo>
                            <a:pt x="165206" y="21540"/>
                            <a:pt x="163826" y="20573"/>
                            <a:pt x="162445" y="19607"/>
                          </a:cubicBezTo>
                          <a:cubicBezTo>
                            <a:pt x="162376" y="19607"/>
                            <a:pt x="162238" y="19468"/>
                            <a:pt x="162169" y="19399"/>
                          </a:cubicBezTo>
                          <a:cubicBezTo>
                            <a:pt x="162031" y="19330"/>
                            <a:pt x="161893" y="19192"/>
                            <a:pt x="161755" y="19123"/>
                          </a:cubicBezTo>
                          <a:cubicBezTo>
                            <a:pt x="160650" y="18364"/>
                            <a:pt x="159476" y="17605"/>
                            <a:pt x="158372" y="16914"/>
                          </a:cubicBezTo>
                          <a:cubicBezTo>
                            <a:pt x="156991" y="16017"/>
                            <a:pt x="155610" y="15188"/>
                            <a:pt x="154299" y="14429"/>
                          </a:cubicBezTo>
                          <a:cubicBezTo>
                            <a:pt x="153953" y="14222"/>
                            <a:pt x="153677" y="14084"/>
                            <a:pt x="153332" y="13876"/>
                          </a:cubicBezTo>
                          <a:cubicBezTo>
                            <a:pt x="152296" y="13255"/>
                            <a:pt x="151261" y="12703"/>
                            <a:pt x="150156" y="12151"/>
                          </a:cubicBezTo>
                          <a:cubicBezTo>
                            <a:pt x="148776" y="11391"/>
                            <a:pt x="147395" y="10701"/>
                            <a:pt x="146083" y="10010"/>
                          </a:cubicBezTo>
                          <a:cubicBezTo>
                            <a:pt x="145669" y="9803"/>
                            <a:pt x="145186" y="9596"/>
                            <a:pt x="144771" y="9389"/>
                          </a:cubicBezTo>
                          <a:cubicBezTo>
                            <a:pt x="144495" y="9251"/>
                            <a:pt x="144150" y="9113"/>
                            <a:pt x="143874" y="8975"/>
                          </a:cubicBezTo>
                          <a:cubicBezTo>
                            <a:pt x="143253" y="8699"/>
                            <a:pt x="142631" y="8353"/>
                            <a:pt x="142010" y="8077"/>
                          </a:cubicBezTo>
                          <a:cubicBezTo>
                            <a:pt x="140629" y="7456"/>
                            <a:pt x="139248" y="6904"/>
                            <a:pt x="137868" y="6351"/>
                          </a:cubicBezTo>
                          <a:cubicBezTo>
                            <a:pt x="137246" y="6075"/>
                            <a:pt x="136625" y="5868"/>
                            <a:pt x="135935" y="5661"/>
                          </a:cubicBezTo>
                          <a:cubicBezTo>
                            <a:pt x="135590" y="5523"/>
                            <a:pt x="135313" y="5385"/>
                            <a:pt x="134968" y="5316"/>
                          </a:cubicBezTo>
                          <a:cubicBezTo>
                            <a:pt x="134554" y="5178"/>
                            <a:pt x="134071" y="4971"/>
                            <a:pt x="133656" y="4833"/>
                          </a:cubicBezTo>
                          <a:cubicBezTo>
                            <a:pt x="132207" y="4349"/>
                            <a:pt x="130826" y="3866"/>
                            <a:pt x="129376" y="3452"/>
                          </a:cubicBezTo>
                          <a:cubicBezTo>
                            <a:pt x="128617" y="3245"/>
                            <a:pt x="127926" y="3038"/>
                            <a:pt x="127167" y="2831"/>
                          </a:cubicBezTo>
                          <a:cubicBezTo>
                            <a:pt x="126822" y="2761"/>
                            <a:pt x="126477" y="2623"/>
                            <a:pt x="126200" y="2554"/>
                          </a:cubicBezTo>
                          <a:cubicBezTo>
                            <a:pt x="125855" y="2485"/>
                            <a:pt x="125441" y="2347"/>
                            <a:pt x="125096" y="2278"/>
                          </a:cubicBezTo>
                          <a:cubicBezTo>
                            <a:pt x="123577" y="1933"/>
                            <a:pt x="122127" y="1588"/>
                            <a:pt x="120677" y="1312"/>
                          </a:cubicBezTo>
                          <a:cubicBezTo>
                            <a:pt x="119987" y="1174"/>
                            <a:pt x="119366" y="1105"/>
                            <a:pt x="118675" y="967"/>
                          </a:cubicBezTo>
                          <a:cubicBezTo>
                            <a:pt x="118261" y="967"/>
                            <a:pt x="117847" y="828"/>
                            <a:pt x="117502" y="759"/>
                          </a:cubicBezTo>
                          <a:cubicBezTo>
                            <a:pt x="117018" y="690"/>
                            <a:pt x="116604" y="621"/>
                            <a:pt x="116121" y="552"/>
                          </a:cubicBezTo>
                          <a:cubicBezTo>
                            <a:pt x="114533" y="345"/>
                            <a:pt x="112945" y="207"/>
                            <a:pt x="111426" y="69"/>
                          </a:cubicBezTo>
                          <a:cubicBezTo>
                            <a:pt x="111012" y="69"/>
                            <a:pt x="110667" y="69"/>
                            <a:pt x="110322" y="69"/>
                          </a:cubicBezTo>
                          <a:cubicBezTo>
                            <a:pt x="109838" y="69"/>
                            <a:pt x="109355" y="69"/>
                            <a:pt x="108872" y="69"/>
                          </a:cubicBezTo>
                          <a:cubicBezTo>
                            <a:pt x="108043" y="69"/>
                            <a:pt x="107215" y="0"/>
                            <a:pt x="106456" y="0"/>
                          </a:cubicBezTo>
                          <a:cubicBezTo>
                            <a:pt x="105075" y="0"/>
                            <a:pt x="103763" y="69"/>
                            <a:pt x="102383" y="207"/>
                          </a:cubicBezTo>
                          <a:cubicBezTo>
                            <a:pt x="102106" y="207"/>
                            <a:pt x="101761" y="207"/>
                            <a:pt x="101485" y="207"/>
                          </a:cubicBezTo>
                          <a:cubicBezTo>
                            <a:pt x="101347" y="207"/>
                            <a:pt x="101278" y="207"/>
                            <a:pt x="101140" y="207"/>
                          </a:cubicBezTo>
                          <a:cubicBezTo>
                            <a:pt x="99138" y="414"/>
                            <a:pt x="97205" y="690"/>
                            <a:pt x="95272" y="1036"/>
                          </a:cubicBezTo>
                          <a:cubicBezTo>
                            <a:pt x="95064" y="1036"/>
                            <a:pt x="94857" y="1174"/>
                            <a:pt x="94650" y="1174"/>
                          </a:cubicBezTo>
                          <a:cubicBezTo>
                            <a:pt x="93546" y="1381"/>
                            <a:pt x="92579" y="1726"/>
                            <a:pt x="91544" y="2002"/>
                          </a:cubicBezTo>
                          <a:cubicBezTo>
                            <a:pt x="90508" y="2278"/>
                            <a:pt x="89403" y="2485"/>
                            <a:pt x="88368" y="2900"/>
                          </a:cubicBezTo>
                          <a:cubicBezTo>
                            <a:pt x="87885" y="3107"/>
                            <a:pt x="87401" y="3245"/>
                            <a:pt x="86918" y="3452"/>
                          </a:cubicBezTo>
                          <a:cubicBezTo>
                            <a:pt x="84502" y="4349"/>
                            <a:pt x="82224" y="5454"/>
                            <a:pt x="80014" y="6766"/>
                          </a:cubicBezTo>
                          <a:lnTo>
                            <a:pt x="0" y="53297"/>
                          </a:lnTo>
                          <a:cubicBezTo>
                            <a:pt x="2209" y="52054"/>
                            <a:pt x="4487" y="50950"/>
                            <a:pt x="6904" y="49983"/>
                          </a:cubicBezTo>
                          <a:cubicBezTo>
                            <a:pt x="8423" y="49431"/>
                            <a:pt x="10011" y="49016"/>
                            <a:pt x="11598" y="48602"/>
                          </a:cubicBezTo>
                          <a:cubicBezTo>
                            <a:pt x="12634" y="48326"/>
                            <a:pt x="13669" y="47981"/>
                            <a:pt x="14705" y="47774"/>
                          </a:cubicBezTo>
                          <a:cubicBezTo>
                            <a:pt x="16914" y="47291"/>
                            <a:pt x="19192" y="46945"/>
                            <a:pt x="21471" y="46738"/>
                          </a:cubicBezTo>
                          <a:cubicBezTo>
                            <a:pt x="21747" y="46738"/>
                            <a:pt x="22092" y="46738"/>
                            <a:pt x="22368" y="46738"/>
                          </a:cubicBezTo>
                          <a:cubicBezTo>
                            <a:pt x="24508" y="46600"/>
                            <a:pt x="26649" y="46531"/>
                            <a:pt x="28858" y="46669"/>
                          </a:cubicBezTo>
                          <a:cubicBezTo>
                            <a:pt x="29341" y="46669"/>
                            <a:pt x="29824" y="46669"/>
                            <a:pt x="30308" y="46669"/>
                          </a:cubicBezTo>
                          <a:cubicBezTo>
                            <a:pt x="32655" y="46807"/>
                            <a:pt x="35071" y="47014"/>
                            <a:pt x="37556" y="47429"/>
                          </a:cubicBezTo>
                          <a:cubicBezTo>
                            <a:pt x="37971" y="47429"/>
                            <a:pt x="38385" y="47567"/>
                            <a:pt x="38730" y="47636"/>
                          </a:cubicBezTo>
                          <a:cubicBezTo>
                            <a:pt x="41215" y="48050"/>
                            <a:pt x="43701" y="48602"/>
                            <a:pt x="46255" y="49224"/>
                          </a:cubicBezTo>
                          <a:cubicBezTo>
                            <a:pt x="46600" y="49293"/>
                            <a:pt x="46946" y="49431"/>
                            <a:pt x="47222" y="49500"/>
                          </a:cubicBezTo>
                          <a:cubicBezTo>
                            <a:pt x="49776" y="50190"/>
                            <a:pt x="52399" y="51019"/>
                            <a:pt x="55023" y="51985"/>
                          </a:cubicBezTo>
                          <a:cubicBezTo>
                            <a:pt x="55368" y="52123"/>
                            <a:pt x="55644" y="52192"/>
                            <a:pt x="55989" y="52330"/>
                          </a:cubicBezTo>
                          <a:cubicBezTo>
                            <a:pt x="58613" y="53297"/>
                            <a:pt x="61236" y="54470"/>
                            <a:pt x="63929" y="55713"/>
                          </a:cubicBezTo>
                          <a:cubicBezTo>
                            <a:pt x="64205" y="55851"/>
                            <a:pt x="64550" y="55989"/>
                            <a:pt x="64826" y="56127"/>
                          </a:cubicBezTo>
                          <a:cubicBezTo>
                            <a:pt x="67657" y="57508"/>
                            <a:pt x="70556" y="58958"/>
                            <a:pt x="73387" y="60615"/>
                          </a:cubicBezTo>
                          <a:cubicBezTo>
                            <a:pt x="76217" y="62272"/>
                            <a:pt x="79048" y="63998"/>
                            <a:pt x="81809" y="65931"/>
                          </a:cubicBezTo>
                          <a:cubicBezTo>
                            <a:pt x="81947" y="66000"/>
                            <a:pt x="82086" y="66138"/>
                            <a:pt x="82224" y="66207"/>
                          </a:cubicBezTo>
                          <a:cubicBezTo>
                            <a:pt x="85054" y="68140"/>
                            <a:pt x="87954" y="70211"/>
                            <a:pt x="90784" y="72489"/>
                          </a:cubicBezTo>
                          <a:cubicBezTo>
                            <a:pt x="94305" y="75251"/>
                            <a:pt x="97757" y="78288"/>
                            <a:pt x="101140" y="81395"/>
                          </a:cubicBezTo>
                          <a:cubicBezTo>
                            <a:pt x="101416" y="81671"/>
                            <a:pt x="101692" y="81878"/>
                            <a:pt x="101968" y="82154"/>
                          </a:cubicBezTo>
                          <a:cubicBezTo>
                            <a:pt x="105282" y="85261"/>
                            <a:pt x="108527" y="88575"/>
                            <a:pt x="111702" y="91958"/>
                          </a:cubicBezTo>
                          <a:cubicBezTo>
                            <a:pt x="111841" y="92096"/>
                            <a:pt x="111979" y="92234"/>
                            <a:pt x="112048" y="92372"/>
                          </a:cubicBezTo>
                          <a:cubicBezTo>
                            <a:pt x="115223" y="95824"/>
                            <a:pt x="118261" y="99414"/>
                            <a:pt x="121230" y="103073"/>
                          </a:cubicBezTo>
                          <a:cubicBezTo>
                            <a:pt x="121368" y="103280"/>
                            <a:pt x="121506" y="103418"/>
                            <a:pt x="121644" y="103625"/>
                          </a:cubicBezTo>
                          <a:cubicBezTo>
                            <a:pt x="124336" y="107077"/>
                            <a:pt x="126960" y="110667"/>
                            <a:pt x="129514" y="114257"/>
                          </a:cubicBezTo>
                          <a:cubicBezTo>
                            <a:pt x="129997" y="114878"/>
                            <a:pt x="130412" y="115569"/>
                            <a:pt x="130895" y="116190"/>
                          </a:cubicBezTo>
                          <a:cubicBezTo>
                            <a:pt x="132483" y="118468"/>
                            <a:pt x="133864" y="120815"/>
                            <a:pt x="135382" y="123163"/>
                          </a:cubicBezTo>
                          <a:cubicBezTo>
                            <a:pt x="136625" y="125165"/>
                            <a:pt x="138006" y="127167"/>
                            <a:pt x="139179" y="129238"/>
                          </a:cubicBezTo>
                          <a:cubicBezTo>
                            <a:pt x="141527" y="133173"/>
                            <a:pt x="143736" y="137177"/>
                            <a:pt x="145807" y="141320"/>
                          </a:cubicBezTo>
                          <a:cubicBezTo>
                            <a:pt x="146014" y="141665"/>
                            <a:pt x="146152" y="142010"/>
                            <a:pt x="146359" y="142355"/>
                          </a:cubicBezTo>
                          <a:cubicBezTo>
                            <a:pt x="148568" y="146635"/>
                            <a:pt x="150571" y="151054"/>
                            <a:pt x="152504" y="155472"/>
                          </a:cubicBezTo>
                          <a:cubicBezTo>
                            <a:pt x="152642" y="155748"/>
                            <a:pt x="152711" y="155955"/>
                            <a:pt x="152849" y="156232"/>
                          </a:cubicBezTo>
                          <a:cubicBezTo>
                            <a:pt x="154782" y="160788"/>
                            <a:pt x="156646" y="165483"/>
                            <a:pt x="158234" y="170108"/>
                          </a:cubicBezTo>
                          <a:lnTo>
                            <a:pt x="158234" y="170108"/>
                          </a:lnTo>
                          <a:lnTo>
                            <a:pt x="238248" y="123577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6" name="Google Shape;476;p23"/>
                    <p:cNvSpPr/>
                    <p:nvPr/>
                  </p:nvSpPr>
                  <p:spPr>
                    <a:xfrm>
                      <a:off x="2195664" y="3247155"/>
                      <a:ext cx="123231" cy="121850"/>
                    </a:xfrm>
                    <a:custGeom>
                      <a:rect b="b" l="l" r="r" t="t"/>
                      <a:pathLst>
                        <a:path extrusionOk="0" h="121850" w="123231">
                          <a:moveTo>
                            <a:pt x="123094" y="71937"/>
                          </a:moveTo>
                          <a:cubicBezTo>
                            <a:pt x="123094" y="71454"/>
                            <a:pt x="123094" y="71040"/>
                            <a:pt x="123094" y="70556"/>
                          </a:cubicBezTo>
                          <a:cubicBezTo>
                            <a:pt x="123094" y="70349"/>
                            <a:pt x="123094" y="70142"/>
                            <a:pt x="123094" y="70004"/>
                          </a:cubicBezTo>
                          <a:cubicBezTo>
                            <a:pt x="123094" y="69797"/>
                            <a:pt x="123094" y="69590"/>
                            <a:pt x="123094" y="69382"/>
                          </a:cubicBezTo>
                          <a:cubicBezTo>
                            <a:pt x="123094" y="68485"/>
                            <a:pt x="122956" y="67588"/>
                            <a:pt x="122886" y="66690"/>
                          </a:cubicBezTo>
                          <a:cubicBezTo>
                            <a:pt x="122886" y="66207"/>
                            <a:pt x="122748" y="65655"/>
                            <a:pt x="122679" y="65102"/>
                          </a:cubicBezTo>
                          <a:cubicBezTo>
                            <a:pt x="122679" y="64895"/>
                            <a:pt x="122679" y="64688"/>
                            <a:pt x="122679" y="64481"/>
                          </a:cubicBezTo>
                          <a:cubicBezTo>
                            <a:pt x="122679" y="64274"/>
                            <a:pt x="122679" y="64067"/>
                            <a:pt x="122679" y="63860"/>
                          </a:cubicBezTo>
                          <a:cubicBezTo>
                            <a:pt x="122541" y="62962"/>
                            <a:pt x="122403" y="61996"/>
                            <a:pt x="122265" y="61098"/>
                          </a:cubicBezTo>
                          <a:cubicBezTo>
                            <a:pt x="122196" y="60477"/>
                            <a:pt x="122058" y="59855"/>
                            <a:pt x="121920" y="59303"/>
                          </a:cubicBezTo>
                          <a:cubicBezTo>
                            <a:pt x="121920" y="59096"/>
                            <a:pt x="121920" y="58958"/>
                            <a:pt x="121851" y="58820"/>
                          </a:cubicBezTo>
                          <a:cubicBezTo>
                            <a:pt x="121851" y="58682"/>
                            <a:pt x="121851" y="58544"/>
                            <a:pt x="121782" y="58406"/>
                          </a:cubicBezTo>
                          <a:cubicBezTo>
                            <a:pt x="121644" y="57508"/>
                            <a:pt x="121437" y="56611"/>
                            <a:pt x="121230" y="55644"/>
                          </a:cubicBezTo>
                          <a:cubicBezTo>
                            <a:pt x="121023" y="54816"/>
                            <a:pt x="120884" y="54056"/>
                            <a:pt x="120677" y="53228"/>
                          </a:cubicBezTo>
                          <a:cubicBezTo>
                            <a:pt x="120677" y="53228"/>
                            <a:pt x="120677" y="53090"/>
                            <a:pt x="120677" y="53090"/>
                          </a:cubicBezTo>
                          <a:cubicBezTo>
                            <a:pt x="120677" y="53090"/>
                            <a:pt x="120677" y="53090"/>
                            <a:pt x="120677" y="53021"/>
                          </a:cubicBezTo>
                          <a:cubicBezTo>
                            <a:pt x="120470" y="52192"/>
                            <a:pt x="120263" y="51295"/>
                            <a:pt x="119987" y="50466"/>
                          </a:cubicBezTo>
                          <a:cubicBezTo>
                            <a:pt x="119780" y="49638"/>
                            <a:pt x="119504" y="48878"/>
                            <a:pt x="119297" y="48050"/>
                          </a:cubicBezTo>
                          <a:cubicBezTo>
                            <a:pt x="119297" y="47843"/>
                            <a:pt x="119158" y="47636"/>
                            <a:pt x="119089" y="47429"/>
                          </a:cubicBezTo>
                          <a:cubicBezTo>
                            <a:pt x="119089" y="47291"/>
                            <a:pt x="119020" y="47152"/>
                            <a:pt x="118951" y="47014"/>
                          </a:cubicBezTo>
                          <a:cubicBezTo>
                            <a:pt x="118813" y="46600"/>
                            <a:pt x="118675" y="46255"/>
                            <a:pt x="118606" y="45841"/>
                          </a:cubicBezTo>
                          <a:cubicBezTo>
                            <a:pt x="118399" y="45150"/>
                            <a:pt x="118123" y="44460"/>
                            <a:pt x="117916" y="43770"/>
                          </a:cubicBezTo>
                          <a:cubicBezTo>
                            <a:pt x="117709" y="43148"/>
                            <a:pt x="117432" y="42527"/>
                            <a:pt x="117225" y="41906"/>
                          </a:cubicBezTo>
                          <a:cubicBezTo>
                            <a:pt x="117225" y="41768"/>
                            <a:pt x="117087" y="41630"/>
                            <a:pt x="117018" y="41422"/>
                          </a:cubicBezTo>
                          <a:cubicBezTo>
                            <a:pt x="117018" y="41353"/>
                            <a:pt x="117018" y="41284"/>
                            <a:pt x="116949" y="41215"/>
                          </a:cubicBezTo>
                          <a:cubicBezTo>
                            <a:pt x="116811" y="40870"/>
                            <a:pt x="116673" y="40525"/>
                            <a:pt x="116535" y="40180"/>
                          </a:cubicBezTo>
                          <a:cubicBezTo>
                            <a:pt x="116328" y="39627"/>
                            <a:pt x="116052" y="39075"/>
                            <a:pt x="115845" y="38523"/>
                          </a:cubicBezTo>
                          <a:cubicBezTo>
                            <a:pt x="115638" y="37971"/>
                            <a:pt x="115361" y="37487"/>
                            <a:pt x="115154" y="36935"/>
                          </a:cubicBezTo>
                          <a:cubicBezTo>
                            <a:pt x="114947" y="36521"/>
                            <a:pt x="114740" y="36107"/>
                            <a:pt x="114533" y="35692"/>
                          </a:cubicBezTo>
                          <a:cubicBezTo>
                            <a:pt x="114533" y="35692"/>
                            <a:pt x="114533" y="35623"/>
                            <a:pt x="114533" y="35554"/>
                          </a:cubicBezTo>
                          <a:cubicBezTo>
                            <a:pt x="114533" y="35554"/>
                            <a:pt x="114533" y="35416"/>
                            <a:pt x="114464" y="35347"/>
                          </a:cubicBezTo>
                          <a:cubicBezTo>
                            <a:pt x="114188" y="34795"/>
                            <a:pt x="113912" y="34173"/>
                            <a:pt x="113566" y="33621"/>
                          </a:cubicBezTo>
                          <a:cubicBezTo>
                            <a:pt x="113152" y="32793"/>
                            <a:pt x="112669" y="31964"/>
                            <a:pt x="112186" y="31205"/>
                          </a:cubicBezTo>
                          <a:cubicBezTo>
                            <a:pt x="111979" y="30860"/>
                            <a:pt x="111840" y="30584"/>
                            <a:pt x="111633" y="30238"/>
                          </a:cubicBezTo>
                          <a:cubicBezTo>
                            <a:pt x="110874" y="28927"/>
                            <a:pt x="110046" y="27684"/>
                            <a:pt x="109217" y="26441"/>
                          </a:cubicBezTo>
                          <a:cubicBezTo>
                            <a:pt x="109148" y="26303"/>
                            <a:pt x="109010" y="26165"/>
                            <a:pt x="108941" y="26027"/>
                          </a:cubicBezTo>
                          <a:cubicBezTo>
                            <a:pt x="108734" y="25682"/>
                            <a:pt x="108458" y="25337"/>
                            <a:pt x="108251" y="25061"/>
                          </a:cubicBezTo>
                          <a:cubicBezTo>
                            <a:pt x="107836" y="24439"/>
                            <a:pt x="107422" y="23818"/>
                            <a:pt x="106939" y="23266"/>
                          </a:cubicBezTo>
                          <a:cubicBezTo>
                            <a:pt x="106594" y="22782"/>
                            <a:pt x="106180" y="22299"/>
                            <a:pt x="105834" y="21816"/>
                          </a:cubicBezTo>
                          <a:cubicBezTo>
                            <a:pt x="105696" y="21678"/>
                            <a:pt x="105627" y="21540"/>
                            <a:pt x="105489" y="21402"/>
                          </a:cubicBezTo>
                          <a:cubicBezTo>
                            <a:pt x="105420" y="21264"/>
                            <a:pt x="105351" y="21194"/>
                            <a:pt x="105213" y="21056"/>
                          </a:cubicBezTo>
                          <a:cubicBezTo>
                            <a:pt x="104730" y="20366"/>
                            <a:pt x="104177" y="19745"/>
                            <a:pt x="103625" y="19123"/>
                          </a:cubicBezTo>
                          <a:cubicBezTo>
                            <a:pt x="103211" y="18640"/>
                            <a:pt x="102797" y="18157"/>
                            <a:pt x="102382" y="17674"/>
                          </a:cubicBezTo>
                          <a:cubicBezTo>
                            <a:pt x="102382" y="17605"/>
                            <a:pt x="102244" y="17535"/>
                            <a:pt x="102175" y="17466"/>
                          </a:cubicBezTo>
                          <a:cubicBezTo>
                            <a:pt x="102175" y="17466"/>
                            <a:pt x="102106" y="17328"/>
                            <a:pt x="102037" y="17328"/>
                          </a:cubicBezTo>
                          <a:cubicBezTo>
                            <a:pt x="101485" y="16707"/>
                            <a:pt x="100933" y="16086"/>
                            <a:pt x="100380" y="15533"/>
                          </a:cubicBezTo>
                          <a:cubicBezTo>
                            <a:pt x="99897" y="14981"/>
                            <a:pt x="99345" y="14429"/>
                            <a:pt x="98792" y="13876"/>
                          </a:cubicBezTo>
                          <a:cubicBezTo>
                            <a:pt x="98792" y="13876"/>
                            <a:pt x="98792" y="13807"/>
                            <a:pt x="98723" y="13738"/>
                          </a:cubicBezTo>
                          <a:cubicBezTo>
                            <a:pt x="98723" y="13738"/>
                            <a:pt x="98723" y="13738"/>
                            <a:pt x="98723" y="13738"/>
                          </a:cubicBezTo>
                          <a:cubicBezTo>
                            <a:pt x="98102" y="13117"/>
                            <a:pt x="97550" y="12565"/>
                            <a:pt x="96928" y="11943"/>
                          </a:cubicBezTo>
                          <a:cubicBezTo>
                            <a:pt x="96376" y="11460"/>
                            <a:pt x="95893" y="10908"/>
                            <a:pt x="95341" y="10425"/>
                          </a:cubicBezTo>
                          <a:cubicBezTo>
                            <a:pt x="95341" y="10425"/>
                            <a:pt x="95202" y="10356"/>
                            <a:pt x="95202" y="10287"/>
                          </a:cubicBezTo>
                          <a:cubicBezTo>
                            <a:pt x="95202" y="10287"/>
                            <a:pt x="95202" y="10287"/>
                            <a:pt x="95133" y="10218"/>
                          </a:cubicBezTo>
                          <a:cubicBezTo>
                            <a:pt x="94512" y="9665"/>
                            <a:pt x="93891" y="9113"/>
                            <a:pt x="93269" y="8561"/>
                          </a:cubicBezTo>
                          <a:cubicBezTo>
                            <a:pt x="92786" y="8146"/>
                            <a:pt x="92234" y="7732"/>
                            <a:pt x="91751" y="7318"/>
                          </a:cubicBezTo>
                          <a:cubicBezTo>
                            <a:pt x="91682" y="7318"/>
                            <a:pt x="91613" y="7180"/>
                            <a:pt x="91543" y="7180"/>
                          </a:cubicBezTo>
                          <a:cubicBezTo>
                            <a:pt x="91543" y="7180"/>
                            <a:pt x="91475" y="7111"/>
                            <a:pt x="91405" y="7111"/>
                          </a:cubicBezTo>
                          <a:cubicBezTo>
                            <a:pt x="90784" y="6628"/>
                            <a:pt x="90163" y="6144"/>
                            <a:pt x="89610" y="5730"/>
                          </a:cubicBezTo>
                          <a:cubicBezTo>
                            <a:pt x="89058" y="5316"/>
                            <a:pt x="88437" y="4902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332" y="4073"/>
                            <a:pt x="86711" y="3728"/>
                            <a:pt x="86159" y="3383"/>
                          </a:cubicBezTo>
                          <a:cubicBezTo>
                            <a:pt x="85606" y="3038"/>
                            <a:pt x="85054" y="2692"/>
                            <a:pt x="84502" y="2347"/>
                          </a:cubicBezTo>
                          <a:cubicBezTo>
                            <a:pt x="84364" y="2278"/>
                            <a:pt x="84225" y="2209"/>
                            <a:pt x="84087" y="2140"/>
                          </a:cubicBezTo>
                          <a:cubicBezTo>
                            <a:pt x="83673" y="1933"/>
                            <a:pt x="83259" y="1657"/>
                            <a:pt x="82845" y="1450"/>
                          </a:cubicBezTo>
                          <a:cubicBezTo>
                            <a:pt x="82292" y="1174"/>
                            <a:pt x="81809" y="897"/>
                            <a:pt x="81257" y="621"/>
                          </a:cubicBezTo>
                          <a:cubicBezTo>
                            <a:pt x="80843" y="414"/>
                            <a:pt x="80429" y="207"/>
                            <a:pt x="80014" y="0"/>
                          </a:cubicBezTo>
                          <a:lnTo>
                            <a:pt x="80014" y="0"/>
                          </a:lnTo>
                          <a:lnTo>
                            <a:pt x="0" y="46531"/>
                          </a:lnTo>
                          <a:cubicBezTo>
                            <a:pt x="1381" y="47152"/>
                            <a:pt x="2692" y="47843"/>
                            <a:pt x="4073" y="48671"/>
                          </a:cubicBezTo>
                          <a:cubicBezTo>
                            <a:pt x="5316" y="49431"/>
                            <a:pt x="6558" y="50190"/>
                            <a:pt x="7870" y="51088"/>
                          </a:cubicBezTo>
                          <a:cubicBezTo>
                            <a:pt x="7870" y="51088"/>
                            <a:pt x="7870" y="51088"/>
                            <a:pt x="7870" y="51088"/>
                          </a:cubicBezTo>
                          <a:cubicBezTo>
                            <a:pt x="9113" y="51916"/>
                            <a:pt x="10287" y="52814"/>
                            <a:pt x="11529" y="53780"/>
                          </a:cubicBezTo>
                          <a:cubicBezTo>
                            <a:pt x="11529" y="53780"/>
                            <a:pt x="11667" y="53918"/>
                            <a:pt x="11736" y="53918"/>
                          </a:cubicBezTo>
                          <a:cubicBezTo>
                            <a:pt x="12910" y="54885"/>
                            <a:pt x="14083" y="55851"/>
                            <a:pt x="15257" y="56887"/>
                          </a:cubicBezTo>
                          <a:cubicBezTo>
                            <a:pt x="15257" y="56887"/>
                            <a:pt x="15326" y="56956"/>
                            <a:pt x="15395" y="57025"/>
                          </a:cubicBezTo>
                          <a:cubicBezTo>
                            <a:pt x="16569" y="58060"/>
                            <a:pt x="17742" y="59165"/>
                            <a:pt x="18847" y="60339"/>
                          </a:cubicBezTo>
                          <a:cubicBezTo>
                            <a:pt x="18847" y="60339"/>
                            <a:pt x="18847" y="60339"/>
                            <a:pt x="18916" y="60408"/>
                          </a:cubicBezTo>
                          <a:cubicBezTo>
                            <a:pt x="20021" y="61581"/>
                            <a:pt x="21194" y="62755"/>
                            <a:pt x="22230" y="63998"/>
                          </a:cubicBezTo>
                          <a:cubicBezTo>
                            <a:pt x="22230" y="64067"/>
                            <a:pt x="22368" y="64136"/>
                            <a:pt x="22437" y="64205"/>
                          </a:cubicBezTo>
                          <a:cubicBezTo>
                            <a:pt x="23473" y="65378"/>
                            <a:pt x="24508" y="66621"/>
                            <a:pt x="25475" y="67933"/>
                          </a:cubicBezTo>
                          <a:cubicBezTo>
                            <a:pt x="25613" y="68071"/>
                            <a:pt x="25682" y="68209"/>
                            <a:pt x="25820" y="68416"/>
                          </a:cubicBezTo>
                          <a:cubicBezTo>
                            <a:pt x="26648" y="69452"/>
                            <a:pt x="27408" y="70556"/>
                            <a:pt x="28236" y="71661"/>
                          </a:cubicBezTo>
                          <a:cubicBezTo>
                            <a:pt x="28443" y="72006"/>
                            <a:pt x="28720" y="72282"/>
                            <a:pt x="28927" y="72627"/>
                          </a:cubicBezTo>
                          <a:cubicBezTo>
                            <a:pt x="29893" y="74008"/>
                            <a:pt x="30791" y="75389"/>
                            <a:pt x="31619" y="76839"/>
                          </a:cubicBezTo>
                          <a:cubicBezTo>
                            <a:pt x="32655" y="78565"/>
                            <a:pt x="33621" y="80359"/>
                            <a:pt x="34519" y="82154"/>
                          </a:cubicBezTo>
                          <a:cubicBezTo>
                            <a:pt x="34519" y="82154"/>
                            <a:pt x="34519" y="82224"/>
                            <a:pt x="34519" y="82292"/>
                          </a:cubicBezTo>
                          <a:cubicBezTo>
                            <a:pt x="35416" y="84087"/>
                            <a:pt x="36176" y="85883"/>
                            <a:pt x="36935" y="87746"/>
                          </a:cubicBezTo>
                          <a:cubicBezTo>
                            <a:pt x="36935" y="87816"/>
                            <a:pt x="36935" y="87885"/>
                            <a:pt x="37004" y="87954"/>
                          </a:cubicBezTo>
                          <a:cubicBezTo>
                            <a:pt x="37694" y="89749"/>
                            <a:pt x="38385" y="91613"/>
                            <a:pt x="39006" y="93477"/>
                          </a:cubicBezTo>
                          <a:cubicBezTo>
                            <a:pt x="39006" y="93615"/>
                            <a:pt x="39075" y="93753"/>
                            <a:pt x="39144" y="93891"/>
                          </a:cubicBezTo>
                          <a:cubicBezTo>
                            <a:pt x="39765" y="95755"/>
                            <a:pt x="40249" y="97688"/>
                            <a:pt x="40732" y="99621"/>
                          </a:cubicBezTo>
                          <a:cubicBezTo>
                            <a:pt x="40732" y="99621"/>
                            <a:pt x="40732" y="99690"/>
                            <a:pt x="40732" y="99759"/>
                          </a:cubicBezTo>
                          <a:cubicBezTo>
                            <a:pt x="41215" y="101623"/>
                            <a:pt x="41560" y="103487"/>
                            <a:pt x="41906" y="105351"/>
                          </a:cubicBezTo>
                          <a:cubicBezTo>
                            <a:pt x="41906" y="105489"/>
                            <a:pt x="41906" y="105696"/>
                            <a:pt x="41975" y="105834"/>
                          </a:cubicBezTo>
                          <a:cubicBezTo>
                            <a:pt x="42320" y="107629"/>
                            <a:pt x="42527" y="109355"/>
                            <a:pt x="42734" y="111012"/>
                          </a:cubicBezTo>
                          <a:cubicBezTo>
                            <a:pt x="42734" y="111219"/>
                            <a:pt x="42734" y="111357"/>
                            <a:pt x="42734" y="111564"/>
                          </a:cubicBezTo>
                          <a:cubicBezTo>
                            <a:pt x="42941" y="113221"/>
                            <a:pt x="43079" y="114878"/>
                            <a:pt x="43148" y="116466"/>
                          </a:cubicBezTo>
                          <a:cubicBezTo>
                            <a:pt x="43148" y="116673"/>
                            <a:pt x="43148" y="116811"/>
                            <a:pt x="43148" y="117018"/>
                          </a:cubicBezTo>
                          <a:cubicBezTo>
                            <a:pt x="43217" y="118675"/>
                            <a:pt x="43286" y="120263"/>
                            <a:pt x="43217" y="121851"/>
                          </a:cubicBezTo>
                          <a:lnTo>
                            <a:pt x="43217" y="121851"/>
                          </a:lnTo>
                          <a:cubicBezTo>
                            <a:pt x="43217" y="121851"/>
                            <a:pt x="43217" y="121851"/>
                            <a:pt x="43217" y="121851"/>
                          </a:cubicBezTo>
                          <a:lnTo>
                            <a:pt x="123232" y="75320"/>
                          </a:lnTo>
                          <a:cubicBezTo>
                            <a:pt x="123232" y="75320"/>
                            <a:pt x="123232" y="74698"/>
                            <a:pt x="123232" y="74353"/>
                          </a:cubicBezTo>
                          <a:cubicBezTo>
                            <a:pt x="123232" y="73525"/>
                            <a:pt x="123232" y="72696"/>
                            <a:pt x="123232" y="71868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77" name="Google Shape;477;p23"/>
                    <p:cNvSpPr/>
                    <p:nvPr/>
                  </p:nvSpPr>
                  <p:spPr>
                    <a:xfrm>
                      <a:off x="2031700" y="3032586"/>
                      <a:ext cx="244737" cy="260961"/>
                    </a:xfrm>
                    <a:custGeom>
                      <a:rect b="b" l="l" r="r" t="t"/>
                      <a:pathLst>
                        <a:path extrusionOk="0" h="260961" w="244737">
                          <a:moveTo>
                            <a:pt x="244599" y="196825"/>
                          </a:moveTo>
                          <a:cubicBezTo>
                            <a:pt x="244599" y="195928"/>
                            <a:pt x="244599" y="195031"/>
                            <a:pt x="244599" y="194064"/>
                          </a:cubicBezTo>
                          <a:cubicBezTo>
                            <a:pt x="244599" y="192407"/>
                            <a:pt x="244461" y="190750"/>
                            <a:pt x="244392" y="189093"/>
                          </a:cubicBezTo>
                          <a:cubicBezTo>
                            <a:pt x="244392" y="188955"/>
                            <a:pt x="244392" y="188886"/>
                            <a:pt x="244392" y="188748"/>
                          </a:cubicBezTo>
                          <a:cubicBezTo>
                            <a:pt x="244392" y="188541"/>
                            <a:pt x="244392" y="188334"/>
                            <a:pt x="244392" y="188058"/>
                          </a:cubicBezTo>
                          <a:cubicBezTo>
                            <a:pt x="244323" y="186677"/>
                            <a:pt x="244185" y="185296"/>
                            <a:pt x="244047" y="183916"/>
                          </a:cubicBezTo>
                          <a:cubicBezTo>
                            <a:pt x="243909" y="182535"/>
                            <a:pt x="243771" y="181154"/>
                            <a:pt x="243564" y="179773"/>
                          </a:cubicBezTo>
                          <a:cubicBezTo>
                            <a:pt x="243564" y="179497"/>
                            <a:pt x="243564" y="179290"/>
                            <a:pt x="243495" y="179014"/>
                          </a:cubicBezTo>
                          <a:cubicBezTo>
                            <a:pt x="243495" y="178876"/>
                            <a:pt x="243495" y="178738"/>
                            <a:pt x="243495" y="178600"/>
                          </a:cubicBezTo>
                          <a:cubicBezTo>
                            <a:pt x="243288" y="176805"/>
                            <a:pt x="243011" y="174941"/>
                            <a:pt x="242735" y="173146"/>
                          </a:cubicBezTo>
                          <a:cubicBezTo>
                            <a:pt x="242597" y="172317"/>
                            <a:pt x="242459" y="171489"/>
                            <a:pt x="242321" y="170591"/>
                          </a:cubicBezTo>
                          <a:cubicBezTo>
                            <a:pt x="242252" y="170039"/>
                            <a:pt x="242114" y="169487"/>
                            <a:pt x="242045" y="169003"/>
                          </a:cubicBezTo>
                          <a:cubicBezTo>
                            <a:pt x="241976" y="168520"/>
                            <a:pt x="241907" y="167968"/>
                            <a:pt x="241769" y="167485"/>
                          </a:cubicBezTo>
                          <a:cubicBezTo>
                            <a:pt x="241424" y="165552"/>
                            <a:pt x="241010" y="163619"/>
                            <a:pt x="240595" y="161686"/>
                          </a:cubicBezTo>
                          <a:cubicBezTo>
                            <a:pt x="240526" y="161340"/>
                            <a:pt x="240457" y="160995"/>
                            <a:pt x="240319" y="160650"/>
                          </a:cubicBezTo>
                          <a:cubicBezTo>
                            <a:pt x="240181" y="160098"/>
                            <a:pt x="240043" y="159614"/>
                            <a:pt x="239974" y="159062"/>
                          </a:cubicBezTo>
                          <a:cubicBezTo>
                            <a:pt x="239698" y="157958"/>
                            <a:pt x="239491" y="156853"/>
                            <a:pt x="239214" y="155748"/>
                          </a:cubicBezTo>
                          <a:cubicBezTo>
                            <a:pt x="238800" y="154160"/>
                            <a:pt x="238386" y="152504"/>
                            <a:pt x="237972" y="150916"/>
                          </a:cubicBezTo>
                          <a:cubicBezTo>
                            <a:pt x="237903" y="150639"/>
                            <a:pt x="237834" y="150363"/>
                            <a:pt x="237765" y="150018"/>
                          </a:cubicBezTo>
                          <a:cubicBezTo>
                            <a:pt x="237765" y="149880"/>
                            <a:pt x="237765" y="149811"/>
                            <a:pt x="237696" y="149673"/>
                          </a:cubicBezTo>
                          <a:cubicBezTo>
                            <a:pt x="237143" y="147671"/>
                            <a:pt x="236522" y="145669"/>
                            <a:pt x="235970" y="143667"/>
                          </a:cubicBezTo>
                          <a:cubicBezTo>
                            <a:pt x="235763" y="142907"/>
                            <a:pt x="235486" y="142079"/>
                            <a:pt x="235210" y="141320"/>
                          </a:cubicBezTo>
                          <a:cubicBezTo>
                            <a:pt x="235003" y="140698"/>
                            <a:pt x="234865" y="140146"/>
                            <a:pt x="234658" y="139524"/>
                          </a:cubicBezTo>
                          <a:cubicBezTo>
                            <a:pt x="234451" y="138903"/>
                            <a:pt x="234313" y="138351"/>
                            <a:pt x="234106" y="137730"/>
                          </a:cubicBezTo>
                          <a:cubicBezTo>
                            <a:pt x="233484" y="135796"/>
                            <a:pt x="232794" y="133863"/>
                            <a:pt x="232104" y="131930"/>
                          </a:cubicBezTo>
                          <a:cubicBezTo>
                            <a:pt x="231966" y="131585"/>
                            <a:pt x="231827" y="131240"/>
                            <a:pt x="231758" y="130964"/>
                          </a:cubicBezTo>
                          <a:cubicBezTo>
                            <a:pt x="231620" y="130550"/>
                            <a:pt x="231413" y="130135"/>
                            <a:pt x="231275" y="129652"/>
                          </a:cubicBezTo>
                          <a:cubicBezTo>
                            <a:pt x="230861" y="128548"/>
                            <a:pt x="230447" y="127512"/>
                            <a:pt x="230032" y="126407"/>
                          </a:cubicBezTo>
                          <a:cubicBezTo>
                            <a:pt x="229342" y="124612"/>
                            <a:pt x="228583" y="122817"/>
                            <a:pt x="227892" y="121022"/>
                          </a:cubicBezTo>
                          <a:cubicBezTo>
                            <a:pt x="227892" y="120953"/>
                            <a:pt x="227823" y="120815"/>
                            <a:pt x="227754" y="120746"/>
                          </a:cubicBezTo>
                          <a:cubicBezTo>
                            <a:pt x="227685" y="120539"/>
                            <a:pt x="227616" y="120401"/>
                            <a:pt x="227547" y="120194"/>
                          </a:cubicBezTo>
                          <a:cubicBezTo>
                            <a:pt x="226926" y="118675"/>
                            <a:pt x="226305" y="117225"/>
                            <a:pt x="225614" y="115707"/>
                          </a:cubicBezTo>
                          <a:cubicBezTo>
                            <a:pt x="224924" y="114188"/>
                            <a:pt x="224233" y="112669"/>
                            <a:pt x="223543" y="111150"/>
                          </a:cubicBezTo>
                          <a:cubicBezTo>
                            <a:pt x="223474" y="111012"/>
                            <a:pt x="223405" y="110874"/>
                            <a:pt x="223336" y="110667"/>
                          </a:cubicBezTo>
                          <a:cubicBezTo>
                            <a:pt x="223336" y="110598"/>
                            <a:pt x="223267" y="110529"/>
                            <a:pt x="223198" y="110460"/>
                          </a:cubicBezTo>
                          <a:cubicBezTo>
                            <a:pt x="222300" y="108596"/>
                            <a:pt x="221403" y="106732"/>
                            <a:pt x="220505" y="104868"/>
                          </a:cubicBezTo>
                          <a:cubicBezTo>
                            <a:pt x="220091" y="104039"/>
                            <a:pt x="219608" y="103211"/>
                            <a:pt x="219194" y="102382"/>
                          </a:cubicBezTo>
                          <a:cubicBezTo>
                            <a:pt x="218848" y="101692"/>
                            <a:pt x="218503" y="101002"/>
                            <a:pt x="218158" y="100311"/>
                          </a:cubicBezTo>
                          <a:cubicBezTo>
                            <a:pt x="217882" y="99759"/>
                            <a:pt x="217537" y="99138"/>
                            <a:pt x="217261" y="98585"/>
                          </a:cubicBezTo>
                          <a:cubicBezTo>
                            <a:pt x="216639" y="97412"/>
                            <a:pt x="215949" y="96238"/>
                            <a:pt x="215258" y="95064"/>
                          </a:cubicBezTo>
                          <a:cubicBezTo>
                            <a:pt x="214430" y="93546"/>
                            <a:pt x="213602" y="92096"/>
                            <a:pt x="212773" y="90646"/>
                          </a:cubicBezTo>
                          <a:cubicBezTo>
                            <a:pt x="212566" y="90232"/>
                            <a:pt x="212290" y="89818"/>
                            <a:pt x="212083" y="89403"/>
                          </a:cubicBezTo>
                          <a:cubicBezTo>
                            <a:pt x="211669" y="88782"/>
                            <a:pt x="211254" y="88161"/>
                            <a:pt x="210909" y="87470"/>
                          </a:cubicBezTo>
                          <a:cubicBezTo>
                            <a:pt x="209114" y="84502"/>
                            <a:pt x="207250" y="81533"/>
                            <a:pt x="205317" y="78634"/>
                          </a:cubicBezTo>
                          <a:cubicBezTo>
                            <a:pt x="204903" y="78012"/>
                            <a:pt x="204558" y="77322"/>
                            <a:pt x="204143" y="76701"/>
                          </a:cubicBezTo>
                          <a:cubicBezTo>
                            <a:pt x="203798" y="76148"/>
                            <a:pt x="203384" y="75596"/>
                            <a:pt x="202970" y="75113"/>
                          </a:cubicBezTo>
                          <a:cubicBezTo>
                            <a:pt x="202072" y="73870"/>
                            <a:pt x="201175" y="72558"/>
                            <a:pt x="200277" y="71316"/>
                          </a:cubicBezTo>
                          <a:cubicBezTo>
                            <a:pt x="199656" y="70418"/>
                            <a:pt x="198966" y="69452"/>
                            <a:pt x="198344" y="68554"/>
                          </a:cubicBezTo>
                          <a:cubicBezTo>
                            <a:pt x="197447" y="67380"/>
                            <a:pt x="196549" y="66138"/>
                            <a:pt x="195652" y="64964"/>
                          </a:cubicBezTo>
                          <a:cubicBezTo>
                            <a:pt x="195169" y="64343"/>
                            <a:pt x="194685" y="63652"/>
                            <a:pt x="194133" y="63031"/>
                          </a:cubicBezTo>
                          <a:cubicBezTo>
                            <a:pt x="192890" y="61443"/>
                            <a:pt x="191648" y="59855"/>
                            <a:pt x="190336" y="58337"/>
                          </a:cubicBezTo>
                          <a:cubicBezTo>
                            <a:pt x="190060" y="58060"/>
                            <a:pt x="189853" y="57784"/>
                            <a:pt x="189577" y="57508"/>
                          </a:cubicBezTo>
                          <a:cubicBezTo>
                            <a:pt x="189231" y="57163"/>
                            <a:pt x="188955" y="56749"/>
                            <a:pt x="188610" y="56404"/>
                          </a:cubicBezTo>
                          <a:cubicBezTo>
                            <a:pt x="187920" y="55575"/>
                            <a:pt x="187229" y="54747"/>
                            <a:pt x="186539" y="53987"/>
                          </a:cubicBezTo>
                          <a:cubicBezTo>
                            <a:pt x="185227" y="52537"/>
                            <a:pt x="183915" y="51088"/>
                            <a:pt x="182604" y="49638"/>
                          </a:cubicBezTo>
                          <a:cubicBezTo>
                            <a:pt x="181223" y="48119"/>
                            <a:pt x="179842" y="46669"/>
                            <a:pt x="178393" y="45288"/>
                          </a:cubicBezTo>
                          <a:cubicBezTo>
                            <a:pt x="177771" y="44667"/>
                            <a:pt x="177150" y="44046"/>
                            <a:pt x="176528" y="43424"/>
                          </a:cubicBezTo>
                          <a:cubicBezTo>
                            <a:pt x="176045" y="42941"/>
                            <a:pt x="175631" y="42527"/>
                            <a:pt x="175148" y="42044"/>
                          </a:cubicBezTo>
                          <a:cubicBezTo>
                            <a:pt x="174734" y="41630"/>
                            <a:pt x="174388" y="41284"/>
                            <a:pt x="173974" y="40870"/>
                          </a:cubicBezTo>
                          <a:cubicBezTo>
                            <a:pt x="172455" y="39420"/>
                            <a:pt x="170868" y="37971"/>
                            <a:pt x="169280" y="36521"/>
                          </a:cubicBezTo>
                          <a:cubicBezTo>
                            <a:pt x="169142" y="36452"/>
                            <a:pt x="169072" y="36314"/>
                            <a:pt x="168934" y="36245"/>
                          </a:cubicBezTo>
                          <a:cubicBezTo>
                            <a:pt x="168658" y="35968"/>
                            <a:pt x="168313" y="35692"/>
                            <a:pt x="168037" y="35416"/>
                          </a:cubicBezTo>
                          <a:cubicBezTo>
                            <a:pt x="166863" y="34381"/>
                            <a:pt x="165690" y="33345"/>
                            <a:pt x="164447" y="32309"/>
                          </a:cubicBezTo>
                          <a:cubicBezTo>
                            <a:pt x="163757" y="31757"/>
                            <a:pt x="163135" y="31205"/>
                            <a:pt x="162445" y="30653"/>
                          </a:cubicBezTo>
                          <a:cubicBezTo>
                            <a:pt x="161893" y="30238"/>
                            <a:pt x="161409" y="29755"/>
                            <a:pt x="160857" y="29341"/>
                          </a:cubicBezTo>
                          <a:cubicBezTo>
                            <a:pt x="160443" y="28996"/>
                            <a:pt x="160029" y="28650"/>
                            <a:pt x="159614" y="28305"/>
                          </a:cubicBezTo>
                          <a:cubicBezTo>
                            <a:pt x="158026" y="27063"/>
                            <a:pt x="156370" y="25820"/>
                            <a:pt x="154782" y="24646"/>
                          </a:cubicBezTo>
                          <a:cubicBezTo>
                            <a:pt x="154713" y="24646"/>
                            <a:pt x="154575" y="24508"/>
                            <a:pt x="154506" y="24439"/>
                          </a:cubicBezTo>
                          <a:cubicBezTo>
                            <a:pt x="154229" y="24232"/>
                            <a:pt x="154022" y="24094"/>
                            <a:pt x="153746" y="23887"/>
                          </a:cubicBezTo>
                          <a:cubicBezTo>
                            <a:pt x="152504" y="22989"/>
                            <a:pt x="151261" y="22092"/>
                            <a:pt x="150018" y="21264"/>
                          </a:cubicBezTo>
                          <a:cubicBezTo>
                            <a:pt x="149328" y="20780"/>
                            <a:pt x="148568" y="20297"/>
                            <a:pt x="147878" y="19814"/>
                          </a:cubicBezTo>
                          <a:cubicBezTo>
                            <a:pt x="147395" y="19468"/>
                            <a:pt x="146912" y="19192"/>
                            <a:pt x="146428" y="18847"/>
                          </a:cubicBezTo>
                          <a:cubicBezTo>
                            <a:pt x="146083" y="18640"/>
                            <a:pt x="145669" y="18364"/>
                            <a:pt x="145324" y="18157"/>
                          </a:cubicBezTo>
                          <a:cubicBezTo>
                            <a:pt x="143805" y="17190"/>
                            <a:pt x="142217" y="16224"/>
                            <a:pt x="140698" y="15326"/>
                          </a:cubicBezTo>
                          <a:cubicBezTo>
                            <a:pt x="140353" y="15119"/>
                            <a:pt x="140008" y="14912"/>
                            <a:pt x="139662" y="14705"/>
                          </a:cubicBezTo>
                          <a:cubicBezTo>
                            <a:pt x="138489" y="14015"/>
                            <a:pt x="137315" y="13393"/>
                            <a:pt x="136142" y="12772"/>
                          </a:cubicBezTo>
                          <a:cubicBezTo>
                            <a:pt x="134692" y="12013"/>
                            <a:pt x="133311" y="11253"/>
                            <a:pt x="131861" y="10563"/>
                          </a:cubicBezTo>
                          <a:cubicBezTo>
                            <a:pt x="131861" y="10563"/>
                            <a:pt x="131792" y="10563"/>
                            <a:pt x="131723" y="10494"/>
                          </a:cubicBezTo>
                          <a:cubicBezTo>
                            <a:pt x="131723" y="10494"/>
                            <a:pt x="131723" y="10494"/>
                            <a:pt x="131723" y="10494"/>
                          </a:cubicBezTo>
                          <a:cubicBezTo>
                            <a:pt x="130204" y="9734"/>
                            <a:pt x="128755" y="9044"/>
                            <a:pt x="127236" y="8353"/>
                          </a:cubicBezTo>
                          <a:cubicBezTo>
                            <a:pt x="126338" y="7939"/>
                            <a:pt x="125510" y="7594"/>
                            <a:pt x="124612" y="7249"/>
                          </a:cubicBezTo>
                          <a:cubicBezTo>
                            <a:pt x="124267" y="7111"/>
                            <a:pt x="123922" y="6973"/>
                            <a:pt x="123577" y="6835"/>
                          </a:cubicBezTo>
                          <a:cubicBezTo>
                            <a:pt x="123301" y="6697"/>
                            <a:pt x="123094" y="6628"/>
                            <a:pt x="122817" y="6490"/>
                          </a:cubicBezTo>
                          <a:cubicBezTo>
                            <a:pt x="121368" y="5868"/>
                            <a:pt x="119849" y="5316"/>
                            <a:pt x="118399" y="4833"/>
                          </a:cubicBezTo>
                          <a:cubicBezTo>
                            <a:pt x="117847" y="4625"/>
                            <a:pt x="117364" y="4487"/>
                            <a:pt x="116811" y="4280"/>
                          </a:cubicBezTo>
                          <a:cubicBezTo>
                            <a:pt x="116397" y="4142"/>
                            <a:pt x="115983" y="4004"/>
                            <a:pt x="115568" y="3866"/>
                          </a:cubicBezTo>
                          <a:cubicBezTo>
                            <a:pt x="115016" y="3728"/>
                            <a:pt x="114533" y="3521"/>
                            <a:pt x="113981" y="3383"/>
                          </a:cubicBezTo>
                          <a:cubicBezTo>
                            <a:pt x="112462" y="2900"/>
                            <a:pt x="111012" y="2554"/>
                            <a:pt x="109562" y="2140"/>
                          </a:cubicBezTo>
                          <a:cubicBezTo>
                            <a:pt x="109355" y="2140"/>
                            <a:pt x="109148" y="2071"/>
                            <a:pt x="108872" y="2002"/>
                          </a:cubicBezTo>
                          <a:cubicBezTo>
                            <a:pt x="108527" y="1933"/>
                            <a:pt x="108181" y="1864"/>
                            <a:pt x="107836" y="1795"/>
                          </a:cubicBezTo>
                          <a:cubicBezTo>
                            <a:pt x="106939" y="1588"/>
                            <a:pt x="105972" y="1381"/>
                            <a:pt x="105075" y="1174"/>
                          </a:cubicBezTo>
                          <a:cubicBezTo>
                            <a:pt x="103901" y="967"/>
                            <a:pt x="102728" y="759"/>
                            <a:pt x="101554" y="621"/>
                          </a:cubicBezTo>
                          <a:cubicBezTo>
                            <a:pt x="101347" y="621"/>
                            <a:pt x="101071" y="552"/>
                            <a:pt x="100864" y="483"/>
                          </a:cubicBezTo>
                          <a:cubicBezTo>
                            <a:pt x="100726" y="483"/>
                            <a:pt x="100656" y="483"/>
                            <a:pt x="100518" y="483"/>
                          </a:cubicBezTo>
                          <a:cubicBezTo>
                            <a:pt x="98930" y="276"/>
                            <a:pt x="97412" y="138"/>
                            <a:pt x="95893" y="0"/>
                          </a:cubicBezTo>
                          <a:cubicBezTo>
                            <a:pt x="95409" y="0"/>
                            <a:pt x="94995" y="0"/>
                            <a:pt x="94512" y="0"/>
                          </a:cubicBezTo>
                          <a:cubicBezTo>
                            <a:pt x="93960" y="0"/>
                            <a:pt x="93408" y="0"/>
                            <a:pt x="92924" y="0"/>
                          </a:cubicBezTo>
                          <a:cubicBezTo>
                            <a:pt x="92303" y="0"/>
                            <a:pt x="91682" y="0"/>
                            <a:pt x="91129" y="0"/>
                          </a:cubicBezTo>
                          <a:cubicBezTo>
                            <a:pt x="90025" y="0"/>
                            <a:pt x="88920" y="69"/>
                            <a:pt x="87746" y="138"/>
                          </a:cubicBezTo>
                          <a:cubicBezTo>
                            <a:pt x="87332" y="138"/>
                            <a:pt x="86849" y="138"/>
                            <a:pt x="86435" y="138"/>
                          </a:cubicBezTo>
                          <a:cubicBezTo>
                            <a:pt x="86297" y="138"/>
                            <a:pt x="86159" y="138"/>
                            <a:pt x="86021" y="138"/>
                          </a:cubicBezTo>
                          <a:cubicBezTo>
                            <a:pt x="84157" y="276"/>
                            <a:pt x="82292" y="552"/>
                            <a:pt x="80429" y="898"/>
                          </a:cubicBezTo>
                          <a:cubicBezTo>
                            <a:pt x="80291" y="898"/>
                            <a:pt x="80152" y="898"/>
                            <a:pt x="80014" y="967"/>
                          </a:cubicBezTo>
                          <a:lnTo>
                            <a:pt x="0" y="47498"/>
                          </a:lnTo>
                          <a:cubicBezTo>
                            <a:pt x="2071" y="47083"/>
                            <a:pt x="4211" y="46807"/>
                            <a:pt x="6420" y="46600"/>
                          </a:cubicBezTo>
                          <a:cubicBezTo>
                            <a:pt x="6835" y="46600"/>
                            <a:pt x="7318" y="46600"/>
                            <a:pt x="7732" y="46600"/>
                          </a:cubicBezTo>
                          <a:cubicBezTo>
                            <a:pt x="9458" y="46531"/>
                            <a:pt x="11184" y="46462"/>
                            <a:pt x="12910" y="46531"/>
                          </a:cubicBezTo>
                          <a:cubicBezTo>
                            <a:pt x="13462" y="46531"/>
                            <a:pt x="14015" y="46531"/>
                            <a:pt x="14498" y="46531"/>
                          </a:cubicBezTo>
                          <a:cubicBezTo>
                            <a:pt x="16569" y="46669"/>
                            <a:pt x="18709" y="46807"/>
                            <a:pt x="20849" y="47083"/>
                          </a:cubicBezTo>
                          <a:cubicBezTo>
                            <a:pt x="21056" y="47083"/>
                            <a:pt x="21333" y="47153"/>
                            <a:pt x="21540" y="47222"/>
                          </a:cubicBezTo>
                          <a:cubicBezTo>
                            <a:pt x="23611" y="47498"/>
                            <a:pt x="25682" y="47912"/>
                            <a:pt x="27822" y="48395"/>
                          </a:cubicBezTo>
                          <a:cubicBezTo>
                            <a:pt x="28167" y="48464"/>
                            <a:pt x="28512" y="48533"/>
                            <a:pt x="28858" y="48602"/>
                          </a:cubicBezTo>
                          <a:cubicBezTo>
                            <a:pt x="31067" y="49155"/>
                            <a:pt x="33276" y="49776"/>
                            <a:pt x="35554" y="50466"/>
                          </a:cubicBezTo>
                          <a:cubicBezTo>
                            <a:pt x="35968" y="50604"/>
                            <a:pt x="36383" y="50742"/>
                            <a:pt x="36797" y="50881"/>
                          </a:cubicBezTo>
                          <a:cubicBezTo>
                            <a:pt x="39075" y="51640"/>
                            <a:pt x="41284" y="52468"/>
                            <a:pt x="43563" y="53366"/>
                          </a:cubicBezTo>
                          <a:cubicBezTo>
                            <a:pt x="43908" y="53504"/>
                            <a:pt x="44253" y="53642"/>
                            <a:pt x="44598" y="53780"/>
                          </a:cubicBezTo>
                          <a:cubicBezTo>
                            <a:pt x="47014" y="54747"/>
                            <a:pt x="49362" y="55851"/>
                            <a:pt x="51778" y="57025"/>
                          </a:cubicBezTo>
                          <a:cubicBezTo>
                            <a:pt x="51778" y="57025"/>
                            <a:pt x="51847" y="57025"/>
                            <a:pt x="51916" y="57094"/>
                          </a:cubicBezTo>
                          <a:cubicBezTo>
                            <a:pt x="54539" y="58406"/>
                            <a:pt x="57094" y="59786"/>
                            <a:pt x="59717" y="61305"/>
                          </a:cubicBezTo>
                          <a:cubicBezTo>
                            <a:pt x="61995" y="62617"/>
                            <a:pt x="64205" y="63998"/>
                            <a:pt x="66483" y="65447"/>
                          </a:cubicBezTo>
                          <a:cubicBezTo>
                            <a:pt x="66966" y="65724"/>
                            <a:pt x="67449" y="66069"/>
                            <a:pt x="67933" y="66414"/>
                          </a:cubicBezTo>
                          <a:cubicBezTo>
                            <a:pt x="69935" y="67726"/>
                            <a:pt x="71868" y="69106"/>
                            <a:pt x="73801" y="70487"/>
                          </a:cubicBezTo>
                          <a:cubicBezTo>
                            <a:pt x="74077" y="70694"/>
                            <a:pt x="74284" y="70832"/>
                            <a:pt x="74560" y="71039"/>
                          </a:cubicBezTo>
                          <a:cubicBezTo>
                            <a:pt x="76700" y="72627"/>
                            <a:pt x="78841" y="74215"/>
                            <a:pt x="80912" y="75941"/>
                          </a:cubicBezTo>
                          <a:cubicBezTo>
                            <a:pt x="81464" y="76355"/>
                            <a:pt x="82016" y="76839"/>
                            <a:pt x="82500" y="77253"/>
                          </a:cubicBezTo>
                          <a:cubicBezTo>
                            <a:pt x="84364" y="78772"/>
                            <a:pt x="86228" y="80359"/>
                            <a:pt x="88092" y="82016"/>
                          </a:cubicBezTo>
                          <a:cubicBezTo>
                            <a:pt x="88368" y="82293"/>
                            <a:pt x="88713" y="82500"/>
                            <a:pt x="88989" y="82776"/>
                          </a:cubicBezTo>
                          <a:cubicBezTo>
                            <a:pt x="91060" y="84640"/>
                            <a:pt x="93131" y="86573"/>
                            <a:pt x="95133" y="88575"/>
                          </a:cubicBezTo>
                          <a:cubicBezTo>
                            <a:pt x="95617" y="89058"/>
                            <a:pt x="96031" y="89472"/>
                            <a:pt x="96514" y="89956"/>
                          </a:cubicBezTo>
                          <a:cubicBezTo>
                            <a:pt x="98585" y="91958"/>
                            <a:pt x="100587" y="9402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4592" y="98378"/>
                            <a:pt x="106594" y="100656"/>
                            <a:pt x="108596" y="102935"/>
                          </a:cubicBezTo>
                          <a:cubicBezTo>
                            <a:pt x="108941" y="103280"/>
                            <a:pt x="109217" y="103694"/>
                            <a:pt x="109562" y="104039"/>
                          </a:cubicBezTo>
                          <a:cubicBezTo>
                            <a:pt x="111633" y="106456"/>
                            <a:pt x="113635" y="108941"/>
                            <a:pt x="115568" y="111495"/>
                          </a:cubicBezTo>
                          <a:cubicBezTo>
                            <a:pt x="117156" y="113566"/>
                            <a:pt x="118675" y="115707"/>
                            <a:pt x="120194" y="117847"/>
                          </a:cubicBezTo>
                          <a:cubicBezTo>
                            <a:pt x="121091" y="119089"/>
                            <a:pt x="121989" y="120332"/>
                            <a:pt x="122817" y="121644"/>
                          </a:cubicBezTo>
                          <a:cubicBezTo>
                            <a:pt x="123646" y="122817"/>
                            <a:pt x="124405" y="123991"/>
                            <a:pt x="125165" y="125165"/>
                          </a:cubicBezTo>
                          <a:cubicBezTo>
                            <a:pt x="127098" y="128064"/>
                            <a:pt x="128893" y="131033"/>
                            <a:pt x="130688" y="134002"/>
                          </a:cubicBezTo>
                          <a:cubicBezTo>
                            <a:pt x="131309" y="135037"/>
                            <a:pt x="131930" y="136073"/>
                            <a:pt x="132552" y="137108"/>
                          </a:cubicBezTo>
                          <a:cubicBezTo>
                            <a:pt x="133380" y="138558"/>
                            <a:pt x="134209" y="140077"/>
                            <a:pt x="135037" y="141596"/>
                          </a:cubicBezTo>
                          <a:cubicBezTo>
                            <a:pt x="136004" y="143322"/>
                            <a:pt x="136970" y="145117"/>
                            <a:pt x="137937" y="146843"/>
                          </a:cubicBezTo>
                          <a:cubicBezTo>
                            <a:pt x="138282" y="147533"/>
                            <a:pt x="138627" y="148223"/>
                            <a:pt x="138972" y="148914"/>
                          </a:cubicBezTo>
                          <a:cubicBezTo>
                            <a:pt x="140422" y="151675"/>
                            <a:pt x="141803" y="154506"/>
                            <a:pt x="143114" y="157267"/>
                          </a:cubicBezTo>
                          <a:cubicBezTo>
                            <a:pt x="143183" y="157405"/>
                            <a:pt x="143253" y="157612"/>
                            <a:pt x="143321" y="157750"/>
                          </a:cubicBezTo>
                          <a:cubicBezTo>
                            <a:pt x="144702" y="160719"/>
                            <a:pt x="146083" y="163757"/>
                            <a:pt x="147326" y="166794"/>
                          </a:cubicBezTo>
                          <a:cubicBezTo>
                            <a:pt x="147395" y="167001"/>
                            <a:pt x="147464" y="167139"/>
                            <a:pt x="147533" y="167347"/>
                          </a:cubicBezTo>
                          <a:cubicBezTo>
                            <a:pt x="148775" y="170315"/>
                            <a:pt x="149949" y="173284"/>
                            <a:pt x="151054" y="176252"/>
                          </a:cubicBezTo>
                          <a:cubicBezTo>
                            <a:pt x="151192" y="176667"/>
                            <a:pt x="151399" y="177150"/>
                            <a:pt x="151537" y="177564"/>
                          </a:cubicBezTo>
                          <a:cubicBezTo>
                            <a:pt x="152573" y="180464"/>
                            <a:pt x="153608" y="183294"/>
                            <a:pt x="154506" y="186194"/>
                          </a:cubicBezTo>
                          <a:cubicBezTo>
                            <a:pt x="154713" y="186746"/>
                            <a:pt x="154851" y="187367"/>
                            <a:pt x="155058" y="187920"/>
                          </a:cubicBezTo>
                          <a:cubicBezTo>
                            <a:pt x="155955" y="190819"/>
                            <a:pt x="156853" y="193788"/>
                            <a:pt x="157681" y="196688"/>
                          </a:cubicBezTo>
                          <a:cubicBezTo>
                            <a:pt x="157750" y="196964"/>
                            <a:pt x="157819" y="197240"/>
                            <a:pt x="157888" y="197516"/>
                          </a:cubicBezTo>
                          <a:cubicBezTo>
                            <a:pt x="158648" y="200277"/>
                            <a:pt x="159338" y="202970"/>
                            <a:pt x="159959" y="205662"/>
                          </a:cubicBezTo>
                          <a:cubicBezTo>
                            <a:pt x="160098" y="206215"/>
                            <a:pt x="160236" y="206698"/>
                            <a:pt x="160305" y="207250"/>
                          </a:cubicBezTo>
                          <a:cubicBezTo>
                            <a:pt x="160926" y="210081"/>
                            <a:pt x="161478" y="212842"/>
                            <a:pt x="162031" y="215673"/>
                          </a:cubicBezTo>
                          <a:cubicBezTo>
                            <a:pt x="162100" y="216225"/>
                            <a:pt x="162238" y="216777"/>
                            <a:pt x="162307" y="217261"/>
                          </a:cubicBezTo>
                          <a:cubicBezTo>
                            <a:pt x="162790" y="220091"/>
                            <a:pt x="163204" y="222922"/>
                            <a:pt x="163550" y="225683"/>
                          </a:cubicBezTo>
                          <a:cubicBezTo>
                            <a:pt x="163550" y="225959"/>
                            <a:pt x="163550" y="226166"/>
                            <a:pt x="163618" y="226443"/>
                          </a:cubicBezTo>
                          <a:cubicBezTo>
                            <a:pt x="163964" y="229273"/>
                            <a:pt x="164240" y="232035"/>
                            <a:pt x="164378" y="234727"/>
                          </a:cubicBezTo>
                          <a:cubicBezTo>
                            <a:pt x="164378" y="234934"/>
                            <a:pt x="164378" y="235141"/>
                            <a:pt x="164378" y="235348"/>
                          </a:cubicBezTo>
                          <a:cubicBezTo>
                            <a:pt x="164585" y="238110"/>
                            <a:pt x="164654" y="240802"/>
                            <a:pt x="164654" y="243426"/>
                          </a:cubicBezTo>
                          <a:cubicBezTo>
                            <a:pt x="164654" y="243771"/>
                            <a:pt x="164654" y="244185"/>
                            <a:pt x="164654" y="244530"/>
                          </a:cubicBezTo>
                          <a:cubicBezTo>
                            <a:pt x="164654" y="247085"/>
                            <a:pt x="164585" y="249639"/>
                            <a:pt x="164447" y="252055"/>
                          </a:cubicBezTo>
                          <a:cubicBezTo>
                            <a:pt x="164447" y="252470"/>
                            <a:pt x="164447" y="252884"/>
                            <a:pt x="164378" y="253298"/>
                          </a:cubicBezTo>
                          <a:cubicBezTo>
                            <a:pt x="164171" y="255921"/>
                            <a:pt x="163964" y="258476"/>
                            <a:pt x="163618" y="260961"/>
                          </a:cubicBezTo>
                          <a:lnTo>
                            <a:pt x="243633" y="214430"/>
                          </a:lnTo>
                          <a:cubicBezTo>
                            <a:pt x="243702" y="213947"/>
                            <a:pt x="243771" y="213395"/>
                            <a:pt x="243840" y="212911"/>
                          </a:cubicBezTo>
                          <a:cubicBezTo>
                            <a:pt x="244047" y="211392"/>
                            <a:pt x="244185" y="209874"/>
                            <a:pt x="244323" y="208286"/>
                          </a:cubicBezTo>
                          <a:cubicBezTo>
                            <a:pt x="244323" y="207802"/>
                            <a:pt x="244323" y="207250"/>
                            <a:pt x="244392" y="206767"/>
                          </a:cubicBezTo>
                          <a:cubicBezTo>
                            <a:pt x="244392" y="206353"/>
                            <a:pt x="244392" y="205938"/>
                            <a:pt x="244461" y="205524"/>
                          </a:cubicBezTo>
                          <a:cubicBezTo>
                            <a:pt x="244461" y="204903"/>
                            <a:pt x="244530" y="204282"/>
                            <a:pt x="244599" y="203660"/>
                          </a:cubicBezTo>
                          <a:cubicBezTo>
                            <a:pt x="244599" y="202072"/>
                            <a:pt x="244668" y="200484"/>
                            <a:pt x="244737" y="198897"/>
                          </a:cubicBezTo>
                          <a:cubicBezTo>
                            <a:pt x="244737" y="198551"/>
                            <a:pt x="244737" y="198275"/>
                            <a:pt x="244737" y="197930"/>
                          </a:cubicBezTo>
                          <a:cubicBezTo>
                            <a:pt x="244737" y="197516"/>
                            <a:pt x="244737" y="197171"/>
                            <a:pt x="244737" y="196756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78" name="Google Shape;478;p23"/>
                  <p:cNvSpPr/>
                  <p:nvPr/>
                </p:nvSpPr>
                <p:spPr>
                  <a:xfrm>
                    <a:off x="1696317" y="2956302"/>
                    <a:ext cx="542509" cy="412772"/>
                  </a:xfrm>
                  <a:custGeom>
                    <a:rect b="b" l="l" r="r" t="t"/>
                    <a:pathLst>
                      <a:path extrusionOk="0" h="412772" w="542509">
                        <a:moveTo>
                          <a:pt x="250053" y="14082"/>
                        </a:moveTo>
                        <a:cubicBezTo>
                          <a:pt x="255852" y="17465"/>
                          <a:pt x="261721" y="21400"/>
                          <a:pt x="267451" y="25956"/>
                        </a:cubicBezTo>
                        <a:cubicBezTo>
                          <a:pt x="296861" y="49084"/>
                          <a:pt x="321507" y="85190"/>
                          <a:pt x="334900" y="123575"/>
                        </a:cubicBezTo>
                        <a:cubicBezTo>
                          <a:pt x="352367" y="119985"/>
                          <a:pt x="373561" y="125301"/>
                          <a:pt x="394687" y="137521"/>
                        </a:cubicBezTo>
                        <a:cubicBezTo>
                          <a:pt x="414362" y="148843"/>
                          <a:pt x="433969" y="166171"/>
                          <a:pt x="450607" y="187780"/>
                        </a:cubicBezTo>
                        <a:cubicBezTo>
                          <a:pt x="485126" y="232654"/>
                          <a:pt x="504939" y="294373"/>
                          <a:pt x="498933" y="337315"/>
                        </a:cubicBezTo>
                        <a:cubicBezTo>
                          <a:pt x="500314" y="337936"/>
                          <a:pt x="501625" y="338626"/>
                          <a:pt x="503006" y="339455"/>
                        </a:cubicBezTo>
                        <a:cubicBezTo>
                          <a:pt x="513086" y="345323"/>
                          <a:pt x="523165" y="355541"/>
                          <a:pt x="530621" y="367691"/>
                        </a:cubicBezTo>
                        <a:cubicBezTo>
                          <a:pt x="539044" y="381499"/>
                          <a:pt x="542772" y="399656"/>
                          <a:pt x="542496" y="412773"/>
                        </a:cubicBezTo>
                        <a:lnTo>
                          <a:pt x="0" y="99550"/>
                        </a:lnTo>
                        <a:cubicBezTo>
                          <a:pt x="1036" y="80565"/>
                          <a:pt x="9596" y="65031"/>
                          <a:pt x="23335" y="61165"/>
                        </a:cubicBezTo>
                        <a:cubicBezTo>
                          <a:pt x="34242" y="58128"/>
                          <a:pt x="47981" y="59715"/>
                          <a:pt x="61581" y="67586"/>
                        </a:cubicBezTo>
                        <a:cubicBezTo>
                          <a:pt x="65102" y="69588"/>
                          <a:pt x="68623" y="72073"/>
                          <a:pt x="72006" y="74973"/>
                        </a:cubicBezTo>
                        <a:cubicBezTo>
                          <a:pt x="71039" y="54262"/>
                          <a:pt x="80912" y="39626"/>
                          <a:pt x="96376" y="38866"/>
                        </a:cubicBezTo>
                        <a:cubicBezTo>
                          <a:pt x="102866" y="38590"/>
                          <a:pt x="110115" y="40799"/>
                          <a:pt x="117363" y="44941"/>
                        </a:cubicBezTo>
                        <a:cubicBezTo>
                          <a:pt x="127236" y="50672"/>
                          <a:pt x="137177" y="60061"/>
                          <a:pt x="145324" y="71590"/>
                        </a:cubicBezTo>
                        <a:cubicBezTo>
                          <a:pt x="146566" y="37969"/>
                          <a:pt x="160650" y="12356"/>
                          <a:pt x="183570" y="3519"/>
                        </a:cubicBezTo>
                        <a:cubicBezTo>
                          <a:pt x="202072" y="-3661"/>
                          <a:pt x="226097" y="274"/>
                          <a:pt x="250122" y="1415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79" name="Google Shape;479;p23"/>
                <p:cNvGrpSpPr/>
                <p:nvPr/>
              </p:nvGrpSpPr>
              <p:grpSpPr>
                <a:xfrm>
                  <a:off x="2506239" y="3192960"/>
                  <a:ext cx="329608" cy="257440"/>
                  <a:chOff x="2506239" y="3192960"/>
                  <a:chExt cx="329608" cy="257440"/>
                </a:xfrm>
              </p:grpSpPr>
              <p:grpSp>
                <p:nvGrpSpPr>
                  <p:cNvPr id="480" name="Google Shape;480;p23"/>
                  <p:cNvGrpSpPr/>
                  <p:nvPr/>
                </p:nvGrpSpPr>
                <p:grpSpPr>
                  <a:xfrm>
                    <a:off x="2513788" y="3192960"/>
                    <a:ext cx="322059" cy="257440"/>
                    <a:chOff x="2513788" y="3192960"/>
                    <a:chExt cx="322059" cy="257440"/>
                  </a:xfrm>
                </p:grpSpPr>
                <p:sp>
                  <p:nvSpPr>
                    <p:cNvPr id="481" name="Google Shape;481;p23"/>
                    <p:cNvSpPr/>
                    <p:nvPr/>
                  </p:nvSpPr>
                  <p:spPr>
                    <a:xfrm>
                      <a:off x="2513788" y="3232104"/>
                      <a:ext cx="106179" cy="55782"/>
                    </a:xfrm>
                    <a:custGeom>
                      <a:rect b="b" l="l" r="r" t="t"/>
                      <a:pathLst>
                        <a:path extrusionOk="0" h="55782" w="106179">
                          <a:moveTo>
                            <a:pt x="30860" y="55713"/>
                          </a:moveTo>
                          <a:lnTo>
                            <a:pt x="106180" y="11944"/>
                          </a:lnTo>
                          <a:cubicBezTo>
                            <a:pt x="106180" y="11944"/>
                            <a:pt x="105765" y="11529"/>
                            <a:pt x="105627" y="11322"/>
                          </a:cubicBezTo>
                          <a:cubicBezTo>
                            <a:pt x="105282" y="10977"/>
                            <a:pt x="105006" y="10701"/>
                            <a:pt x="104661" y="10356"/>
                          </a:cubicBezTo>
                          <a:cubicBezTo>
                            <a:pt x="104316" y="10010"/>
                            <a:pt x="103970" y="9734"/>
                            <a:pt x="103625" y="9389"/>
                          </a:cubicBezTo>
                          <a:cubicBezTo>
                            <a:pt x="103280" y="9044"/>
                            <a:pt x="102866" y="8768"/>
                            <a:pt x="102521" y="8423"/>
                          </a:cubicBezTo>
                          <a:cubicBezTo>
                            <a:pt x="102175" y="8146"/>
                            <a:pt x="101830" y="7801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002" y="7249"/>
                            <a:pt x="100657" y="6904"/>
                            <a:pt x="100242" y="6628"/>
                          </a:cubicBezTo>
                          <a:cubicBezTo>
                            <a:pt x="99828" y="6351"/>
                            <a:pt x="99483" y="6075"/>
                            <a:pt x="99069" y="5799"/>
                          </a:cubicBezTo>
                          <a:cubicBezTo>
                            <a:pt x="98654" y="5523"/>
                            <a:pt x="98240" y="5247"/>
                            <a:pt x="97895" y="5040"/>
                          </a:cubicBezTo>
                          <a:cubicBezTo>
                            <a:pt x="97481" y="4764"/>
                            <a:pt x="97067" y="4556"/>
                            <a:pt x="96652" y="4280"/>
                          </a:cubicBezTo>
                          <a:cubicBezTo>
                            <a:pt x="96583" y="4280"/>
                            <a:pt x="96445" y="4142"/>
                            <a:pt x="96376" y="4142"/>
                          </a:cubicBezTo>
                          <a:cubicBezTo>
                            <a:pt x="96031" y="3935"/>
                            <a:pt x="95755" y="3797"/>
                            <a:pt x="95410" y="3590"/>
                          </a:cubicBezTo>
                          <a:cubicBezTo>
                            <a:pt x="94995" y="3383"/>
                            <a:pt x="94581" y="3176"/>
                            <a:pt x="94167" y="2969"/>
                          </a:cubicBezTo>
                          <a:cubicBezTo>
                            <a:pt x="93753" y="2762"/>
                            <a:pt x="93339" y="2554"/>
                            <a:pt x="92924" y="2347"/>
                          </a:cubicBezTo>
                          <a:cubicBezTo>
                            <a:pt x="92510" y="2140"/>
                            <a:pt x="92096" y="2002"/>
                            <a:pt x="91613" y="1795"/>
                          </a:cubicBezTo>
                          <a:cubicBezTo>
                            <a:pt x="91475" y="1795"/>
                            <a:pt x="91337" y="1726"/>
                            <a:pt x="91198" y="1657"/>
                          </a:cubicBezTo>
                          <a:cubicBezTo>
                            <a:pt x="91198" y="1657"/>
                            <a:pt x="91129" y="1657"/>
                            <a:pt x="91060" y="1657"/>
                          </a:cubicBezTo>
                          <a:cubicBezTo>
                            <a:pt x="90784" y="1588"/>
                            <a:pt x="90577" y="1450"/>
                            <a:pt x="90301" y="1381"/>
                          </a:cubicBezTo>
                          <a:cubicBezTo>
                            <a:pt x="89887" y="1243"/>
                            <a:pt x="89403" y="1105"/>
                            <a:pt x="88989" y="967"/>
                          </a:cubicBezTo>
                          <a:cubicBezTo>
                            <a:pt x="88506" y="829"/>
                            <a:pt x="88092" y="690"/>
                            <a:pt x="87608" y="621"/>
                          </a:cubicBezTo>
                          <a:cubicBezTo>
                            <a:pt x="87125" y="483"/>
                            <a:pt x="86711" y="414"/>
                            <a:pt x="86228" y="345"/>
                          </a:cubicBezTo>
                          <a:cubicBezTo>
                            <a:pt x="86228" y="345"/>
                            <a:pt x="86090" y="345"/>
                            <a:pt x="86090" y="345"/>
                          </a:cubicBezTo>
                          <a:cubicBezTo>
                            <a:pt x="86090" y="345"/>
                            <a:pt x="86021" y="345"/>
                            <a:pt x="85952" y="345"/>
                          </a:cubicBezTo>
                          <a:cubicBezTo>
                            <a:pt x="85606" y="345"/>
                            <a:pt x="85192" y="207"/>
                            <a:pt x="84847" y="138"/>
                          </a:cubicBezTo>
                          <a:cubicBezTo>
                            <a:pt x="84364" y="138"/>
                            <a:pt x="83880" y="0"/>
                            <a:pt x="83397" y="0"/>
                          </a:cubicBezTo>
                          <a:cubicBezTo>
                            <a:pt x="82914" y="0"/>
                            <a:pt x="82431" y="0"/>
                            <a:pt x="81947" y="0"/>
                          </a:cubicBezTo>
                          <a:cubicBezTo>
                            <a:pt x="81740" y="0"/>
                            <a:pt x="81533" y="0"/>
                            <a:pt x="81326" y="0"/>
                          </a:cubicBezTo>
                          <a:cubicBezTo>
                            <a:pt x="81257" y="0"/>
                            <a:pt x="81188" y="0"/>
                            <a:pt x="81050" y="0"/>
                          </a:cubicBezTo>
                          <a:cubicBezTo>
                            <a:pt x="80843" y="0"/>
                            <a:pt x="80567" y="0"/>
                            <a:pt x="80360" y="0"/>
                          </a:cubicBezTo>
                          <a:cubicBezTo>
                            <a:pt x="79807" y="0"/>
                            <a:pt x="79255" y="138"/>
                            <a:pt x="78772" y="207"/>
                          </a:cubicBezTo>
                          <a:cubicBezTo>
                            <a:pt x="78150" y="345"/>
                            <a:pt x="77529" y="483"/>
                            <a:pt x="76977" y="690"/>
                          </a:cubicBezTo>
                          <a:cubicBezTo>
                            <a:pt x="76977" y="690"/>
                            <a:pt x="76977" y="690"/>
                            <a:pt x="76977" y="690"/>
                          </a:cubicBezTo>
                          <a:cubicBezTo>
                            <a:pt x="76424" y="898"/>
                            <a:pt x="75872" y="1174"/>
                            <a:pt x="75320" y="1450"/>
                          </a:cubicBezTo>
                          <a:lnTo>
                            <a:pt x="0" y="45219"/>
                          </a:lnTo>
                          <a:cubicBezTo>
                            <a:pt x="552" y="44943"/>
                            <a:pt x="1105" y="44667"/>
                            <a:pt x="1657" y="44460"/>
                          </a:cubicBezTo>
                          <a:cubicBezTo>
                            <a:pt x="2900" y="44046"/>
                            <a:pt x="4280" y="43770"/>
                            <a:pt x="5730" y="43701"/>
                          </a:cubicBezTo>
                          <a:cubicBezTo>
                            <a:pt x="5799" y="43701"/>
                            <a:pt x="5868" y="43701"/>
                            <a:pt x="6006" y="43701"/>
                          </a:cubicBezTo>
                          <a:cubicBezTo>
                            <a:pt x="7456" y="43701"/>
                            <a:pt x="8975" y="43701"/>
                            <a:pt x="10563" y="44046"/>
                          </a:cubicBezTo>
                          <a:cubicBezTo>
                            <a:pt x="10563" y="44046"/>
                            <a:pt x="10632" y="44046"/>
                            <a:pt x="10701" y="44046"/>
                          </a:cubicBezTo>
                          <a:cubicBezTo>
                            <a:pt x="12289" y="44322"/>
                            <a:pt x="14015" y="44805"/>
                            <a:pt x="15672" y="45496"/>
                          </a:cubicBezTo>
                          <a:cubicBezTo>
                            <a:pt x="15672" y="45496"/>
                            <a:pt x="15741" y="45496"/>
                            <a:pt x="15810" y="45496"/>
                          </a:cubicBezTo>
                          <a:cubicBezTo>
                            <a:pt x="17536" y="46186"/>
                            <a:pt x="19261" y="46945"/>
                            <a:pt x="20987" y="47981"/>
                          </a:cubicBezTo>
                          <a:cubicBezTo>
                            <a:pt x="22713" y="48948"/>
                            <a:pt x="24370" y="50121"/>
                            <a:pt x="26027" y="51433"/>
                          </a:cubicBezTo>
                          <a:cubicBezTo>
                            <a:pt x="26027" y="51433"/>
                            <a:pt x="26027" y="51433"/>
                            <a:pt x="26027" y="51433"/>
                          </a:cubicBezTo>
                          <a:cubicBezTo>
                            <a:pt x="27684" y="52745"/>
                            <a:pt x="29272" y="54194"/>
                            <a:pt x="30791" y="5578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2" name="Google Shape;482;p23"/>
                    <p:cNvSpPr/>
                    <p:nvPr/>
                  </p:nvSpPr>
                  <p:spPr>
                    <a:xfrm>
                      <a:off x="2720279" y="3340010"/>
                      <a:ext cx="115568" cy="110390"/>
                    </a:xfrm>
                    <a:custGeom>
                      <a:rect b="b" l="l" r="r" t="t"/>
                      <a:pathLst>
                        <a:path extrusionOk="0" h="110390" w="115568">
                          <a:moveTo>
                            <a:pt x="115361" y="64067"/>
                          </a:moveTo>
                          <a:cubicBezTo>
                            <a:pt x="115361" y="63445"/>
                            <a:pt x="115361" y="62755"/>
                            <a:pt x="115293" y="62134"/>
                          </a:cubicBezTo>
                          <a:cubicBezTo>
                            <a:pt x="115293" y="62134"/>
                            <a:pt x="115293" y="61996"/>
                            <a:pt x="115293" y="61927"/>
                          </a:cubicBezTo>
                          <a:cubicBezTo>
                            <a:pt x="115293" y="61858"/>
                            <a:pt x="115293" y="61789"/>
                            <a:pt x="115293" y="61719"/>
                          </a:cubicBezTo>
                          <a:cubicBezTo>
                            <a:pt x="115293" y="61167"/>
                            <a:pt x="115223" y="60684"/>
                            <a:pt x="115154" y="60132"/>
                          </a:cubicBezTo>
                          <a:cubicBezTo>
                            <a:pt x="115154" y="59441"/>
                            <a:pt x="115016" y="58751"/>
                            <a:pt x="114947" y="58060"/>
                          </a:cubicBezTo>
                          <a:cubicBezTo>
                            <a:pt x="114947" y="57784"/>
                            <a:pt x="114878" y="57508"/>
                            <a:pt x="114809" y="57232"/>
                          </a:cubicBezTo>
                          <a:cubicBezTo>
                            <a:pt x="114809" y="57094"/>
                            <a:pt x="114809" y="56956"/>
                            <a:pt x="114809" y="56749"/>
                          </a:cubicBezTo>
                          <a:cubicBezTo>
                            <a:pt x="114809" y="56473"/>
                            <a:pt x="114740" y="56266"/>
                            <a:pt x="114671" y="55989"/>
                          </a:cubicBezTo>
                          <a:cubicBezTo>
                            <a:pt x="114533" y="55299"/>
                            <a:pt x="114464" y="54609"/>
                            <a:pt x="114326" y="53849"/>
                          </a:cubicBezTo>
                          <a:cubicBezTo>
                            <a:pt x="114188" y="53297"/>
                            <a:pt x="114119" y="52745"/>
                            <a:pt x="113981" y="52123"/>
                          </a:cubicBezTo>
                          <a:cubicBezTo>
                            <a:pt x="113981" y="52054"/>
                            <a:pt x="113981" y="51985"/>
                            <a:pt x="113981" y="51847"/>
                          </a:cubicBezTo>
                          <a:cubicBezTo>
                            <a:pt x="113981" y="51847"/>
                            <a:pt x="113981" y="51709"/>
                            <a:pt x="113981" y="51640"/>
                          </a:cubicBezTo>
                          <a:cubicBezTo>
                            <a:pt x="113843" y="50950"/>
                            <a:pt x="113635" y="50190"/>
                            <a:pt x="113497" y="49500"/>
                          </a:cubicBezTo>
                          <a:cubicBezTo>
                            <a:pt x="113290" y="48809"/>
                            <a:pt x="113152" y="48050"/>
                            <a:pt x="112945" y="47360"/>
                          </a:cubicBezTo>
                          <a:cubicBezTo>
                            <a:pt x="112945" y="47222"/>
                            <a:pt x="112876" y="47084"/>
                            <a:pt x="112807" y="46946"/>
                          </a:cubicBezTo>
                          <a:cubicBezTo>
                            <a:pt x="112807" y="46808"/>
                            <a:pt x="112807" y="46738"/>
                            <a:pt x="112738" y="46600"/>
                          </a:cubicBezTo>
                          <a:cubicBezTo>
                            <a:pt x="112600" y="46186"/>
                            <a:pt x="112462" y="45703"/>
                            <a:pt x="112324" y="45289"/>
                          </a:cubicBezTo>
                          <a:cubicBezTo>
                            <a:pt x="112117" y="44598"/>
                            <a:pt x="111910" y="43977"/>
                            <a:pt x="111702" y="43287"/>
                          </a:cubicBezTo>
                          <a:cubicBezTo>
                            <a:pt x="111564" y="42803"/>
                            <a:pt x="111357" y="42320"/>
                            <a:pt x="111219" y="41837"/>
                          </a:cubicBezTo>
                          <a:cubicBezTo>
                            <a:pt x="111219" y="41768"/>
                            <a:pt x="111219" y="41699"/>
                            <a:pt x="111150" y="41630"/>
                          </a:cubicBezTo>
                          <a:cubicBezTo>
                            <a:pt x="111150" y="41561"/>
                            <a:pt x="111150" y="41492"/>
                            <a:pt x="111081" y="41422"/>
                          </a:cubicBezTo>
                          <a:cubicBezTo>
                            <a:pt x="110874" y="40801"/>
                            <a:pt x="110667" y="40249"/>
                            <a:pt x="110391" y="39628"/>
                          </a:cubicBezTo>
                          <a:cubicBezTo>
                            <a:pt x="110184" y="39075"/>
                            <a:pt x="109976" y="38523"/>
                            <a:pt x="109700" y="37902"/>
                          </a:cubicBezTo>
                          <a:cubicBezTo>
                            <a:pt x="109562" y="37487"/>
                            <a:pt x="109355" y="37142"/>
                            <a:pt x="109217" y="36728"/>
                          </a:cubicBezTo>
                          <a:cubicBezTo>
                            <a:pt x="109217" y="36728"/>
                            <a:pt x="109217" y="36590"/>
                            <a:pt x="109148" y="36521"/>
                          </a:cubicBezTo>
                          <a:cubicBezTo>
                            <a:pt x="109148" y="36452"/>
                            <a:pt x="109079" y="36314"/>
                            <a:pt x="109010" y="36245"/>
                          </a:cubicBezTo>
                          <a:cubicBezTo>
                            <a:pt x="108803" y="35692"/>
                            <a:pt x="108527" y="35140"/>
                            <a:pt x="108251" y="34657"/>
                          </a:cubicBezTo>
                          <a:cubicBezTo>
                            <a:pt x="107975" y="34104"/>
                            <a:pt x="107698" y="33552"/>
                            <a:pt x="107422" y="33000"/>
                          </a:cubicBezTo>
                          <a:cubicBezTo>
                            <a:pt x="107215" y="32586"/>
                            <a:pt x="107008" y="32241"/>
                            <a:pt x="106870" y="31895"/>
                          </a:cubicBezTo>
                          <a:cubicBezTo>
                            <a:pt x="106870" y="31826"/>
                            <a:pt x="106801" y="31688"/>
                            <a:pt x="106732" y="31619"/>
                          </a:cubicBezTo>
                          <a:cubicBezTo>
                            <a:pt x="106663" y="31481"/>
                            <a:pt x="106594" y="31343"/>
                            <a:pt x="106525" y="31205"/>
                          </a:cubicBezTo>
                          <a:cubicBezTo>
                            <a:pt x="106042" y="30377"/>
                            <a:pt x="105558" y="29479"/>
                            <a:pt x="105075" y="28651"/>
                          </a:cubicBezTo>
                          <a:cubicBezTo>
                            <a:pt x="104730" y="28098"/>
                            <a:pt x="104384" y="27546"/>
                            <a:pt x="104039" y="26994"/>
                          </a:cubicBezTo>
                          <a:cubicBezTo>
                            <a:pt x="103418" y="26027"/>
                            <a:pt x="102866" y="25130"/>
                            <a:pt x="102244" y="24163"/>
                          </a:cubicBezTo>
                          <a:cubicBezTo>
                            <a:pt x="102106" y="23956"/>
                            <a:pt x="101899" y="23680"/>
                            <a:pt x="101761" y="23473"/>
                          </a:cubicBezTo>
                          <a:cubicBezTo>
                            <a:pt x="101485" y="23128"/>
                            <a:pt x="101278" y="22713"/>
                            <a:pt x="101002" y="22368"/>
                          </a:cubicBezTo>
                          <a:cubicBezTo>
                            <a:pt x="100726" y="22023"/>
                            <a:pt x="100449" y="21609"/>
                            <a:pt x="100173" y="21195"/>
                          </a:cubicBezTo>
                          <a:cubicBezTo>
                            <a:pt x="99690" y="20504"/>
                            <a:pt x="99138" y="1988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171" y="18571"/>
                            <a:pt x="97688" y="18019"/>
                            <a:pt x="97205" y="17467"/>
                          </a:cubicBezTo>
                          <a:cubicBezTo>
                            <a:pt x="96721" y="16914"/>
                            <a:pt x="96238" y="16362"/>
                            <a:pt x="95755" y="15810"/>
                          </a:cubicBezTo>
                          <a:cubicBezTo>
                            <a:pt x="95755" y="15810"/>
                            <a:pt x="95755" y="15810"/>
                            <a:pt x="95686" y="15741"/>
                          </a:cubicBezTo>
                          <a:cubicBezTo>
                            <a:pt x="95686" y="15741"/>
                            <a:pt x="95617" y="15672"/>
                            <a:pt x="95548" y="15603"/>
                          </a:cubicBezTo>
                          <a:cubicBezTo>
                            <a:pt x="95133" y="15119"/>
                            <a:pt x="94719" y="14636"/>
                            <a:pt x="94305" y="14222"/>
                          </a:cubicBezTo>
                          <a:cubicBezTo>
                            <a:pt x="93822" y="13669"/>
                            <a:pt x="93270" y="13117"/>
                            <a:pt x="92786" y="12634"/>
                          </a:cubicBezTo>
                          <a:cubicBezTo>
                            <a:pt x="92786" y="12634"/>
                            <a:pt x="92717" y="12565"/>
                            <a:pt x="92648" y="12496"/>
                          </a:cubicBezTo>
                          <a:cubicBezTo>
                            <a:pt x="92648" y="12427"/>
                            <a:pt x="92510" y="12358"/>
                            <a:pt x="92441" y="12289"/>
                          </a:cubicBezTo>
                          <a:cubicBezTo>
                            <a:pt x="92027" y="11874"/>
                            <a:pt x="91613" y="11460"/>
                            <a:pt x="91198" y="11046"/>
                          </a:cubicBezTo>
                          <a:cubicBezTo>
                            <a:pt x="90646" y="10494"/>
                            <a:pt x="90094" y="10011"/>
                            <a:pt x="89541" y="9458"/>
                          </a:cubicBezTo>
                          <a:cubicBezTo>
                            <a:pt x="89541" y="9458"/>
                            <a:pt x="89541" y="9458"/>
                            <a:pt x="89541" y="9458"/>
                          </a:cubicBezTo>
                          <a:cubicBezTo>
                            <a:pt x="89541" y="9458"/>
                            <a:pt x="89472" y="9389"/>
                            <a:pt x="89403" y="9320"/>
                          </a:cubicBezTo>
                          <a:cubicBezTo>
                            <a:pt x="88920" y="8906"/>
                            <a:pt x="88437" y="8423"/>
                            <a:pt x="87885" y="8008"/>
                          </a:cubicBezTo>
                          <a:cubicBezTo>
                            <a:pt x="87332" y="7525"/>
                            <a:pt x="86780" y="7111"/>
                            <a:pt x="86228" y="6697"/>
                          </a:cubicBezTo>
                          <a:cubicBezTo>
                            <a:pt x="86228" y="6697"/>
                            <a:pt x="86228" y="6697"/>
                            <a:pt x="86228" y="6697"/>
                          </a:cubicBezTo>
                          <a:lnTo>
                            <a:pt x="86228" y="6697"/>
                          </a:lnTo>
                          <a:cubicBezTo>
                            <a:pt x="85675" y="6282"/>
                            <a:pt x="85123" y="5868"/>
                            <a:pt x="84571" y="5454"/>
                          </a:cubicBezTo>
                          <a:cubicBezTo>
                            <a:pt x="84019" y="5040"/>
                            <a:pt x="83535" y="4695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14" y="4280"/>
                          </a:cubicBezTo>
                          <a:cubicBezTo>
                            <a:pt x="82431" y="3935"/>
                            <a:pt x="81947" y="3659"/>
                            <a:pt x="81464" y="3314"/>
                          </a:cubicBezTo>
                          <a:cubicBezTo>
                            <a:pt x="80981" y="2969"/>
                            <a:pt x="80429" y="2693"/>
                            <a:pt x="79945" y="2416"/>
                          </a:cubicBezTo>
                          <a:cubicBezTo>
                            <a:pt x="79807" y="2416"/>
                            <a:pt x="79738" y="2278"/>
                            <a:pt x="79600" y="2209"/>
                          </a:cubicBezTo>
                          <a:cubicBezTo>
                            <a:pt x="79255" y="2002"/>
                            <a:pt x="78841" y="1795"/>
                            <a:pt x="78495" y="1588"/>
                          </a:cubicBezTo>
                          <a:cubicBezTo>
                            <a:pt x="78012" y="1312"/>
                            <a:pt x="77529" y="1105"/>
                            <a:pt x="77046" y="829"/>
                          </a:cubicBezTo>
                          <a:cubicBezTo>
                            <a:pt x="76562" y="622"/>
                            <a:pt x="76079" y="345"/>
                            <a:pt x="75665" y="138"/>
                          </a:cubicBezTo>
                          <a:cubicBezTo>
                            <a:pt x="75527" y="138"/>
                            <a:pt x="75458" y="69"/>
                            <a:pt x="75320" y="0"/>
                          </a:cubicBezTo>
                          <a:lnTo>
                            <a:pt x="0" y="43770"/>
                          </a:lnTo>
                          <a:cubicBezTo>
                            <a:pt x="1450" y="44391"/>
                            <a:pt x="2900" y="45150"/>
                            <a:pt x="4280" y="45979"/>
                          </a:cubicBezTo>
                          <a:cubicBezTo>
                            <a:pt x="5385" y="46600"/>
                            <a:pt x="6490" y="47291"/>
                            <a:pt x="7594" y="48050"/>
                          </a:cubicBezTo>
                          <a:cubicBezTo>
                            <a:pt x="7594" y="48050"/>
                            <a:pt x="7594" y="48050"/>
                            <a:pt x="7594" y="48050"/>
                          </a:cubicBezTo>
                          <a:cubicBezTo>
                            <a:pt x="8699" y="48809"/>
                            <a:pt x="9803" y="49638"/>
                            <a:pt x="10908" y="50467"/>
                          </a:cubicBezTo>
                          <a:cubicBezTo>
                            <a:pt x="10908" y="50467"/>
                            <a:pt x="10908" y="50467"/>
                            <a:pt x="10908" y="50467"/>
                          </a:cubicBezTo>
                          <a:cubicBezTo>
                            <a:pt x="11944" y="51295"/>
                            <a:pt x="13048" y="52192"/>
                            <a:pt x="14084" y="53159"/>
                          </a:cubicBezTo>
                          <a:cubicBezTo>
                            <a:pt x="14084" y="53159"/>
                            <a:pt x="14153" y="53228"/>
                            <a:pt x="14222" y="53297"/>
                          </a:cubicBezTo>
                          <a:cubicBezTo>
                            <a:pt x="15257" y="54194"/>
                            <a:pt x="16224" y="55161"/>
                            <a:pt x="17259" y="56197"/>
                          </a:cubicBezTo>
                          <a:cubicBezTo>
                            <a:pt x="17328" y="56266"/>
                            <a:pt x="17397" y="56335"/>
                            <a:pt x="17466" y="56404"/>
                          </a:cubicBezTo>
                          <a:cubicBezTo>
                            <a:pt x="18433" y="57439"/>
                            <a:pt x="19469" y="58475"/>
                            <a:pt x="20435" y="59579"/>
                          </a:cubicBezTo>
                          <a:cubicBezTo>
                            <a:pt x="20435" y="59579"/>
                            <a:pt x="20504" y="59648"/>
                            <a:pt x="20573" y="59717"/>
                          </a:cubicBezTo>
                          <a:cubicBezTo>
                            <a:pt x="21540" y="60822"/>
                            <a:pt x="22575" y="61996"/>
                            <a:pt x="23473" y="63238"/>
                          </a:cubicBezTo>
                          <a:cubicBezTo>
                            <a:pt x="23473" y="63238"/>
                            <a:pt x="23473" y="63238"/>
                            <a:pt x="23473" y="63238"/>
                          </a:cubicBezTo>
                          <a:cubicBezTo>
                            <a:pt x="24301" y="64274"/>
                            <a:pt x="25061" y="65310"/>
                            <a:pt x="25820" y="66345"/>
                          </a:cubicBezTo>
                          <a:cubicBezTo>
                            <a:pt x="26096" y="66690"/>
                            <a:pt x="26372" y="67104"/>
                            <a:pt x="26579" y="67450"/>
                          </a:cubicBezTo>
                          <a:cubicBezTo>
                            <a:pt x="27339" y="68623"/>
                            <a:pt x="28167" y="69728"/>
                            <a:pt x="28858" y="70971"/>
                          </a:cubicBezTo>
                          <a:cubicBezTo>
                            <a:pt x="29824" y="72489"/>
                            <a:pt x="30653" y="74077"/>
                            <a:pt x="31481" y="75665"/>
                          </a:cubicBezTo>
                          <a:cubicBezTo>
                            <a:pt x="31481" y="75734"/>
                            <a:pt x="31619" y="75872"/>
                            <a:pt x="31619" y="75941"/>
                          </a:cubicBezTo>
                          <a:cubicBezTo>
                            <a:pt x="32448" y="77460"/>
                            <a:pt x="33138" y="79048"/>
                            <a:pt x="33897" y="80636"/>
                          </a:cubicBezTo>
                          <a:cubicBezTo>
                            <a:pt x="33897" y="80636"/>
                            <a:pt x="33897" y="80774"/>
                            <a:pt x="33966" y="80843"/>
                          </a:cubicBezTo>
                          <a:cubicBezTo>
                            <a:pt x="34657" y="82431"/>
                            <a:pt x="35278" y="84088"/>
                            <a:pt x="35900" y="85745"/>
                          </a:cubicBezTo>
                          <a:cubicBezTo>
                            <a:pt x="35900" y="85814"/>
                            <a:pt x="35900" y="85883"/>
                            <a:pt x="35968" y="85952"/>
                          </a:cubicBezTo>
                          <a:cubicBezTo>
                            <a:pt x="36521" y="87540"/>
                            <a:pt x="37073" y="89127"/>
                            <a:pt x="37487" y="90715"/>
                          </a:cubicBezTo>
                          <a:cubicBezTo>
                            <a:pt x="37487" y="90853"/>
                            <a:pt x="37487" y="90922"/>
                            <a:pt x="37556" y="91060"/>
                          </a:cubicBezTo>
                          <a:cubicBezTo>
                            <a:pt x="38040" y="92717"/>
                            <a:pt x="38454" y="94305"/>
                            <a:pt x="38799" y="95893"/>
                          </a:cubicBezTo>
                          <a:cubicBezTo>
                            <a:pt x="38799" y="95962"/>
                            <a:pt x="38799" y="96031"/>
                            <a:pt x="38799" y="96100"/>
                          </a:cubicBezTo>
                          <a:cubicBezTo>
                            <a:pt x="39144" y="97688"/>
                            <a:pt x="39420" y="99207"/>
                            <a:pt x="39627" y="100726"/>
                          </a:cubicBezTo>
                          <a:cubicBezTo>
                            <a:pt x="39627" y="100864"/>
                            <a:pt x="39627" y="101002"/>
                            <a:pt x="39627" y="101140"/>
                          </a:cubicBezTo>
                          <a:cubicBezTo>
                            <a:pt x="39834" y="102659"/>
                            <a:pt x="39973" y="104178"/>
                            <a:pt x="40111" y="105627"/>
                          </a:cubicBezTo>
                          <a:cubicBezTo>
                            <a:pt x="40111" y="105696"/>
                            <a:pt x="40111" y="105765"/>
                            <a:pt x="40111" y="105834"/>
                          </a:cubicBezTo>
                          <a:cubicBezTo>
                            <a:pt x="40180" y="107353"/>
                            <a:pt x="40249" y="108872"/>
                            <a:pt x="40249" y="110391"/>
                          </a:cubicBezTo>
                          <a:lnTo>
                            <a:pt x="115568" y="66621"/>
                          </a:lnTo>
                          <a:cubicBezTo>
                            <a:pt x="115568" y="66621"/>
                            <a:pt x="115568" y="66276"/>
                            <a:pt x="115568" y="66138"/>
                          </a:cubicBezTo>
                          <a:cubicBezTo>
                            <a:pt x="115568" y="65517"/>
                            <a:pt x="115568" y="64895"/>
                            <a:pt x="115568" y="6427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483" name="Google Shape;483;p23"/>
                    <p:cNvSpPr/>
                    <p:nvPr/>
                  </p:nvSpPr>
                  <p:spPr>
                    <a:xfrm>
                      <a:off x="2568604" y="3192960"/>
                      <a:ext cx="226649" cy="190612"/>
                    </a:xfrm>
                    <a:custGeom>
                      <a:rect b="b" l="l" r="r" t="t"/>
                      <a:pathLst>
                        <a:path extrusionOk="0" h="190612" w="226649">
                          <a:moveTo>
                            <a:pt x="112324" y="96169"/>
                          </a:moveTo>
                          <a:cubicBezTo>
                            <a:pt x="112324" y="96169"/>
                            <a:pt x="112669" y="96583"/>
                            <a:pt x="112807" y="96790"/>
                          </a:cubicBezTo>
                          <a:cubicBezTo>
                            <a:pt x="113981" y="98240"/>
                            <a:pt x="115085" y="99759"/>
                            <a:pt x="116190" y="101278"/>
                          </a:cubicBezTo>
                          <a:cubicBezTo>
                            <a:pt x="117087" y="102451"/>
                            <a:pt x="117916" y="103694"/>
                            <a:pt x="118744" y="104937"/>
                          </a:cubicBezTo>
                          <a:cubicBezTo>
                            <a:pt x="119366" y="105834"/>
                            <a:pt x="119987" y="106663"/>
                            <a:pt x="120539" y="107560"/>
                          </a:cubicBezTo>
                          <a:cubicBezTo>
                            <a:pt x="122610" y="110598"/>
                            <a:pt x="124543" y="113774"/>
                            <a:pt x="126477" y="116949"/>
                          </a:cubicBezTo>
                          <a:cubicBezTo>
                            <a:pt x="127029" y="117847"/>
                            <a:pt x="127512" y="118744"/>
                            <a:pt x="128064" y="119642"/>
                          </a:cubicBezTo>
                          <a:cubicBezTo>
                            <a:pt x="128824" y="120953"/>
                            <a:pt x="129583" y="122265"/>
                            <a:pt x="130273" y="123646"/>
                          </a:cubicBezTo>
                          <a:cubicBezTo>
                            <a:pt x="130964" y="124958"/>
                            <a:pt x="131723" y="126269"/>
                            <a:pt x="132414" y="127650"/>
                          </a:cubicBezTo>
                          <a:cubicBezTo>
                            <a:pt x="132690" y="128202"/>
                            <a:pt x="132966" y="128755"/>
                            <a:pt x="133242" y="129238"/>
                          </a:cubicBezTo>
                          <a:cubicBezTo>
                            <a:pt x="134209" y="131171"/>
                            <a:pt x="135175" y="133173"/>
                            <a:pt x="136142" y="135175"/>
                          </a:cubicBezTo>
                          <a:cubicBezTo>
                            <a:pt x="136280" y="135520"/>
                            <a:pt x="136487" y="135935"/>
                            <a:pt x="136625" y="136280"/>
                          </a:cubicBezTo>
                          <a:cubicBezTo>
                            <a:pt x="137591" y="138351"/>
                            <a:pt x="138489" y="140422"/>
                            <a:pt x="139386" y="142562"/>
                          </a:cubicBezTo>
                          <a:cubicBezTo>
                            <a:pt x="139386" y="142700"/>
                            <a:pt x="139456" y="142769"/>
                            <a:pt x="139524" y="142907"/>
                          </a:cubicBezTo>
                          <a:cubicBezTo>
                            <a:pt x="140353" y="144978"/>
                            <a:pt x="141182" y="146981"/>
                            <a:pt x="141941" y="149052"/>
                          </a:cubicBezTo>
                          <a:cubicBezTo>
                            <a:pt x="142079" y="149328"/>
                            <a:pt x="142148" y="149673"/>
                            <a:pt x="142286" y="149949"/>
                          </a:cubicBezTo>
                          <a:cubicBezTo>
                            <a:pt x="143045" y="152020"/>
                            <a:pt x="143736" y="154022"/>
                            <a:pt x="144426" y="156024"/>
                          </a:cubicBezTo>
                          <a:cubicBezTo>
                            <a:pt x="144564" y="156439"/>
                            <a:pt x="144702" y="156853"/>
                            <a:pt x="144840" y="157267"/>
                          </a:cubicBezTo>
                          <a:cubicBezTo>
                            <a:pt x="145462" y="159338"/>
                            <a:pt x="146083" y="161409"/>
                            <a:pt x="146704" y="163412"/>
                          </a:cubicBezTo>
                          <a:cubicBezTo>
                            <a:pt x="146704" y="163619"/>
                            <a:pt x="146842" y="163826"/>
                            <a:pt x="146842" y="164033"/>
                          </a:cubicBezTo>
                          <a:cubicBezTo>
                            <a:pt x="147395" y="165966"/>
                            <a:pt x="147878" y="167899"/>
                            <a:pt x="148292" y="169832"/>
                          </a:cubicBezTo>
                          <a:cubicBezTo>
                            <a:pt x="148361" y="170177"/>
                            <a:pt x="148430" y="170453"/>
                            <a:pt x="148499" y="170798"/>
                          </a:cubicBezTo>
                          <a:cubicBezTo>
                            <a:pt x="148914" y="172801"/>
                            <a:pt x="149328" y="174803"/>
                            <a:pt x="149673" y="176736"/>
                          </a:cubicBezTo>
                          <a:cubicBezTo>
                            <a:pt x="149673" y="177081"/>
                            <a:pt x="149811" y="177495"/>
                            <a:pt x="149880" y="177840"/>
                          </a:cubicBezTo>
                          <a:cubicBezTo>
                            <a:pt x="150225" y="179773"/>
                            <a:pt x="150501" y="181706"/>
                            <a:pt x="150709" y="183639"/>
                          </a:cubicBezTo>
                          <a:cubicBezTo>
                            <a:pt x="150709" y="183916"/>
                            <a:pt x="150709" y="184192"/>
                            <a:pt x="150778" y="184537"/>
                          </a:cubicBezTo>
                          <a:cubicBezTo>
                            <a:pt x="150985" y="186608"/>
                            <a:pt x="151192" y="188610"/>
                            <a:pt x="151330" y="190612"/>
                          </a:cubicBezTo>
                          <a:lnTo>
                            <a:pt x="226650" y="146842"/>
                          </a:lnTo>
                          <a:cubicBezTo>
                            <a:pt x="226650" y="146842"/>
                            <a:pt x="226650" y="146359"/>
                            <a:pt x="226650" y="146152"/>
                          </a:cubicBezTo>
                          <a:cubicBezTo>
                            <a:pt x="226581" y="144978"/>
                            <a:pt x="226512" y="143874"/>
                            <a:pt x="226374" y="142700"/>
                          </a:cubicBezTo>
                          <a:cubicBezTo>
                            <a:pt x="226374" y="142079"/>
                            <a:pt x="226235" y="141458"/>
                            <a:pt x="226167" y="140767"/>
                          </a:cubicBezTo>
                          <a:cubicBezTo>
                            <a:pt x="226167" y="140491"/>
                            <a:pt x="226167" y="140215"/>
                            <a:pt x="226097" y="139939"/>
                          </a:cubicBezTo>
                          <a:cubicBezTo>
                            <a:pt x="226097" y="139663"/>
                            <a:pt x="226097" y="139386"/>
                            <a:pt x="226028" y="139110"/>
                          </a:cubicBezTo>
                          <a:cubicBezTo>
                            <a:pt x="225890" y="137868"/>
                            <a:pt x="225683" y="136694"/>
                            <a:pt x="225476" y="135451"/>
                          </a:cubicBezTo>
                          <a:cubicBezTo>
                            <a:pt x="225407" y="134968"/>
                            <a:pt x="225338" y="134554"/>
                            <a:pt x="225269" y="134071"/>
                          </a:cubicBezTo>
                          <a:cubicBezTo>
                            <a:pt x="225269" y="133725"/>
                            <a:pt x="225131" y="133380"/>
                            <a:pt x="225062" y="132966"/>
                          </a:cubicBezTo>
                          <a:cubicBezTo>
                            <a:pt x="224993" y="132483"/>
                            <a:pt x="224924" y="132069"/>
                            <a:pt x="224855" y="131585"/>
                          </a:cubicBezTo>
                          <a:cubicBezTo>
                            <a:pt x="224579" y="130273"/>
                            <a:pt x="224302" y="128962"/>
                            <a:pt x="224026" y="127581"/>
                          </a:cubicBezTo>
                          <a:cubicBezTo>
                            <a:pt x="224026" y="127374"/>
                            <a:pt x="223957" y="127167"/>
                            <a:pt x="223888" y="126960"/>
                          </a:cubicBezTo>
                          <a:cubicBezTo>
                            <a:pt x="223819" y="126615"/>
                            <a:pt x="223750" y="126338"/>
                            <a:pt x="223681" y="125993"/>
                          </a:cubicBezTo>
                          <a:cubicBezTo>
                            <a:pt x="223474" y="125165"/>
                            <a:pt x="223267" y="124267"/>
                            <a:pt x="223060" y="123439"/>
                          </a:cubicBezTo>
                          <a:cubicBezTo>
                            <a:pt x="222784" y="122334"/>
                            <a:pt x="222508" y="121230"/>
                            <a:pt x="222231" y="120125"/>
                          </a:cubicBezTo>
                          <a:cubicBezTo>
                            <a:pt x="222231" y="119918"/>
                            <a:pt x="222093" y="119711"/>
                            <a:pt x="222093" y="119504"/>
                          </a:cubicBezTo>
                          <a:cubicBezTo>
                            <a:pt x="222093" y="119435"/>
                            <a:pt x="222093" y="119297"/>
                            <a:pt x="222024" y="119227"/>
                          </a:cubicBezTo>
                          <a:cubicBezTo>
                            <a:pt x="221610" y="117778"/>
                            <a:pt x="221196" y="116397"/>
                            <a:pt x="220782" y="114947"/>
                          </a:cubicBezTo>
                          <a:cubicBezTo>
                            <a:pt x="220643" y="114395"/>
                            <a:pt x="220436" y="113843"/>
                            <a:pt x="220229" y="113290"/>
                          </a:cubicBezTo>
                          <a:cubicBezTo>
                            <a:pt x="220091" y="112876"/>
                            <a:pt x="219953" y="112462"/>
                            <a:pt x="219815" y="112048"/>
                          </a:cubicBezTo>
                          <a:cubicBezTo>
                            <a:pt x="219677" y="111564"/>
                            <a:pt x="219539" y="111150"/>
                            <a:pt x="219401" y="110667"/>
                          </a:cubicBezTo>
                          <a:cubicBezTo>
                            <a:pt x="218917" y="109286"/>
                            <a:pt x="218434" y="107905"/>
                            <a:pt x="217951" y="106456"/>
                          </a:cubicBezTo>
                          <a:cubicBezTo>
                            <a:pt x="217882" y="106249"/>
                            <a:pt x="217813" y="106042"/>
                            <a:pt x="217744" y="105903"/>
                          </a:cubicBezTo>
                          <a:cubicBezTo>
                            <a:pt x="217606" y="105627"/>
                            <a:pt x="217537" y="105282"/>
                            <a:pt x="217399" y="105006"/>
                          </a:cubicBezTo>
                          <a:cubicBezTo>
                            <a:pt x="217054" y="104108"/>
                            <a:pt x="216777" y="103280"/>
                            <a:pt x="216432" y="102383"/>
                          </a:cubicBezTo>
                          <a:cubicBezTo>
                            <a:pt x="215949" y="101209"/>
                            <a:pt x="215466" y="99966"/>
                            <a:pt x="214982" y="98792"/>
                          </a:cubicBezTo>
                          <a:cubicBezTo>
                            <a:pt x="214982" y="98723"/>
                            <a:pt x="214913" y="98585"/>
                            <a:pt x="214844" y="98516"/>
                          </a:cubicBezTo>
                          <a:cubicBezTo>
                            <a:pt x="214844" y="98516"/>
                            <a:pt x="214844" y="98447"/>
                            <a:pt x="214844" y="98378"/>
                          </a:cubicBezTo>
                          <a:cubicBezTo>
                            <a:pt x="214292" y="97067"/>
                            <a:pt x="213740" y="95686"/>
                            <a:pt x="213118" y="94374"/>
                          </a:cubicBezTo>
                          <a:cubicBezTo>
                            <a:pt x="212842" y="93684"/>
                            <a:pt x="212497" y="92993"/>
                            <a:pt x="212152" y="92303"/>
                          </a:cubicBezTo>
                          <a:cubicBezTo>
                            <a:pt x="212014" y="91958"/>
                            <a:pt x="211807" y="91544"/>
                            <a:pt x="211669" y="91198"/>
                          </a:cubicBezTo>
                          <a:cubicBezTo>
                            <a:pt x="211531" y="90922"/>
                            <a:pt x="211392" y="90577"/>
                            <a:pt x="211254" y="90301"/>
                          </a:cubicBezTo>
                          <a:cubicBezTo>
                            <a:pt x="210564" y="88920"/>
                            <a:pt x="209943" y="87470"/>
                            <a:pt x="209252" y="86090"/>
                          </a:cubicBezTo>
                          <a:cubicBezTo>
                            <a:pt x="209114" y="85813"/>
                            <a:pt x="208976" y="85537"/>
                            <a:pt x="208838" y="85261"/>
                          </a:cubicBezTo>
                          <a:cubicBezTo>
                            <a:pt x="208562" y="84709"/>
                            <a:pt x="208286" y="84226"/>
                            <a:pt x="208010" y="83673"/>
                          </a:cubicBezTo>
                          <a:cubicBezTo>
                            <a:pt x="207595" y="82845"/>
                            <a:pt x="207181" y="82016"/>
                            <a:pt x="206698" y="81188"/>
                          </a:cubicBezTo>
                          <a:cubicBezTo>
                            <a:pt x="206422" y="80705"/>
                            <a:pt x="206146" y="80152"/>
                            <a:pt x="205870" y="79669"/>
                          </a:cubicBezTo>
                          <a:cubicBezTo>
                            <a:pt x="205179" y="78357"/>
                            <a:pt x="204420" y="77046"/>
                            <a:pt x="203660" y="75734"/>
                          </a:cubicBezTo>
                          <a:cubicBezTo>
                            <a:pt x="203315" y="75113"/>
                            <a:pt x="202970" y="74491"/>
                            <a:pt x="202625" y="73870"/>
                          </a:cubicBezTo>
                          <a:cubicBezTo>
                            <a:pt x="202487" y="73594"/>
                            <a:pt x="202279" y="73318"/>
                            <a:pt x="202072" y="73042"/>
                          </a:cubicBezTo>
                          <a:cubicBezTo>
                            <a:pt x="200208" y="69866"/>
                            <a:pt x="198206" y="66690"/>
                            <a:pt x="196135" y="63652"/>
                          </a:cubicBezTo>
                          <a:cubicBezTo>
                            <a:pt x="195997" y="63445"/>
                            <a:pt x="195928" y="63238"/>
                            <a:pt x="195790" y="63031"/>
                          </a:cubicBezTo>
                          <a:cubicBezTo>
                            <a:pt x="195307" y="62341"/>
                            <a:pt x="194823" y="61650"/>
                            <a:pt x="194340" y="61029"/>
                          </a:cubicBezTo>
                          <a:cubicBezTo>
                            <a:pt x="193512" y="59786"/>
                            <a:pt x="192614" y="58613"/>
                            <a:pt x="191786" y="57370"/>
                          </a:cubicBezTo>
                          <a:cubicBezTo>
                            <a:pt x="191579" y="57025"/>
                            <a:pt x="191303" y="56680"/>
                            <a:pt x="191095" y="56404"/>
                          </a:cubicBezTo>
                          <a:cubicBezTo>
                            <a:pt x="190198" y="55230"/>
                            <a:pt x="189301" y="54056"/>
                            <a:pt x="188403" y="52883"/>
                          </a:cubicBezTo>
                          <a:cubicBezTo>
                            <a:pt x="188196" y="52676"/>
                            <a:pt x="188058" y="52399"/>
                            <a:pt x="187851" y="52192"/>
                          </a:cubicBezTo>
                          <a:cubicBezTo>
                            <a:pt x="187851" y="52192"/>
                            <a:pt x="187782" y="52054"/>
                            <a:pt x="187713" y="51985"/>
                          </a:cubicBezTo>
                          <a:cubicBezTo>
                            <a:pt x="186746" y="50743"/>
                            <a:pt x="185710" y="49500"/>
                            <a:pt x="184744" y="48257"/>
                          </a:cubicBezTo>
                          <a:cubicBezTo>
                            <a:pt x="184399" y="47843"/>
                            <a:pt x="184054" y="47429"/>
                            <a:pt x="183709" y="47014"/>
                          </a:cubicBezTo>
                          <a:cubicBezTo>
                            <a:pt x="183432" y="46669"/>
                            <a:pt x="183156" y="46324"/>
                            <a:pt x="182811" y="45979"/>
                          </a:cubicBezTo>
                          <a:cubicBezTo>
                            <a:pt x="182466" y="45634"/>
                            <a:pt x="182190" y="45219"/>
                            <a:pt x="181844" y="44874"/>
                          </a:cubicBezTo>
                          <a:cubicBezTo>
                            <a:pt x="180878" y="43770"/>
                            <a:pt x="179911" y="42734"/>
                            <a:pt x="178945" y="41630"/>
                          </a:cubicBezTo>
                          <a:cubicBezTo>
                            <a:pt x="178738" y="41422"/>
                            <a:pt x="178531" y="41146"/>
                            <a:pt x="178324" y="40939"/>
                          </a:cubicBezTo>
                          <a:cubicBezTo>
                            <a:pt x="177426" y="39973"/>
                            <a:pt x="176529" y="39075"/>
                            <a:pt x="175700" y="38178"/>
                          </a:cubicBezTo>
                          <a:cubicBezTo>
                            <a:pt x="174526" y="37004"/>
                            <a:pt x="173353" y="35761"/>
                            <a:pt x="172110" y="34657"/>
                          </a:cubicBezTo>
                          <a:cubicBezTo>
                            <a:pt x="171558" y="34104"/>
                            <a:pt x="171006" y="33621"/>
                            <a:pt x="170453" y="33138"/>
                          </a:cubicBezTo>
                          <a:cubicBezTo>
                            <a:pt x="170177" y="32862"/>
                            <a:pt x="169901" y="32655"/>
                            <a:pt x="169625" y="32379"/>
                          </a:cubicBezTo>
                          <a:cubicBezTo>
                            <a:pt x="169211" y="31964"/>
                            <a:pt x="168796" y="31550"/>
                            <a:pt x="168313" y="31205"/>
                          </a:cubicBezTo>
                          <a:cubicBezTo>
                            <a:pt x="167001" y="30031"/>
                            <a:pt x="165759" y="28927"/>
                            <a:pt x="164447" y="27822"/>
                          </a:cubicBezTo>
                          <a:cubicBezTo>
                            <a:pt x="163619" y="27132"/>
                            <a:pt x="162721" y="26441"/>
                            <a:pt x="161893" y="25751"/>
                          </a:cubicBezTo>
                          <a:cubicBezTo>
                            <a:pt x="161686" y="25544"/>
                            <a:pt x="161409" y="25337"/>
                            <a:pt x="161202" y="25199"/>
                          </a:cubicBezTo>
                          <a:cubicBezTo>
                            <a:pt x="160995" y="24991"/>
                            <a:pt x="160719" y="24853"/>
                            <a:pt x="160512" y="24646"/>
                          </a:cubicBezTo>
                          <a:cubicBezTo>
                            <a:pt x="159200" y="23611"/>
                            <a:pt x="157888" y="22575"/>
                            <a:pt x="156577" y="21609"/>
                          </a:cubicBezTo>
                          <a:cubicBezTo>
                            <a:pt x="155334" y="20711"/>
                            <a:pt x="154091" y="19814"/>
                            <a:pt x="152849" y="18985"/>
                          </a:cubicBezTo>
                          <a:cubicBezTo>
                            <a:pt x="152849" y="18985"/>
                            <a:pt x="152780" y="18985"/>
                            <a:pt x="152711" y="18916"/>
                          </a:cubicBezTo>
                          <a:cubicBezTo>
                            <a:pt x="152711" y="18916"/>
                            <a:pt x="152711" y="18916"/>
                            <a:pt x="152642" y="18916"/>
                          </a:cubicBezTo>
                          <a:cubicBezTo>
                            <a:pt x="151330" y="18019"/>
                            <a:pt x="150018" y="17190"/>
                            <a:pt x="148707" y="16362"/>
                          </a:cubicBezTo>
                          <a:cubicBezTo>
                            <a:pt x="147395" y="15533"/>
                            <a:pt x="146083" y="14774"/>
                            <a:pt x="144840" y="13946"/>
                          </a:cubicBezTo>
                          <a:cubicBezTo>
                            <a:pt x="144564" y="13738"/>
                            <a:pt x="144219" y="13600"/>
                            <a:pt x="143943" y="13393"/>
                          </a:cubicBezTo>
                          <a:cubicBezTo>
                            <a:pt x="142976" y="12841"/>
                            <a:pt x="141941" y="12289"/>
                            <a:pt x="140974" y="11736"/>
                          </a:cubicBezTo>
                          <a:cubicBezTo>
                            <a:pt x="140008" y="11184"/>
                            <a:pt x="138972" y="10701"/>
                            <a:pt x="138006" y="10149"/>
                          </a:cubicBezTo>
                          <a:cubicBezTo>
                            <a:pt x="137799" y="10080"/>
                            <a:pt x="137591" y="9941"/>
                            <a:pt x="137384" y="9803"/>
                          </a:cubicBezTo>
                          <a:cubicBezTo>
                            <a:pt x="137315" y="9803"/>
                            <a:pt x="137177" y="9734"/>
                            <a:pt x="137108" y="9665"/>
                          </a:cubicBezTo>
                          <a:cubicBezTo>
                            <a:pt x="135797" y="9044"/>
                            <a:pt x="134485" y="8423"/>
                            <a:pt x="133173" y="7801"/>
                          </a:cubicBezTo>
                          <a:cubicBezTo>
                            <a:pt x="132690" y="7594"/>
                            <a:pt x="132207" y="7387"/>
                            <a:pt x="131723" y="7180"/>
                          </a:cubicBezTo>
                          <a:cubicBezTo>
                            <a:pt x="131309" y="6973"/>
                            <a:pt x="130895" y="6835"/>
                            <a:pt x="130550" y="6697"/>
                          </a:cubicBezTo>
                          <a:cubicBezTo>
                            <a:pt x="130135" y="6490"/>
                            <a:pt x="129721" y="6351"/>
                            <a:pt x="129238" y="6144"/>
                          </a:cubicBezTo>
                          <a:cubicBezTo>
                            <a:pt x="127926" y="5592"/>
                            <a:pt x="126615" y="5109"/>
                            <a:pt x="125234" y="4625"/>
                          </a:cubicBezTo>
                          <a:cubicBezTo>
                            <a:pt x="125096" y="4625"/>
                            <a:pt x="125027" y="4625"/>
                            <a:pt x="124889" y="4487"/>
                          </a:cubicBezTo>
                          <a:cubicBezTo>
                            <a:pt x="124612" y="4418"/>
                            <a:pt x="124405" y="4349"/>
                            <a:pt x="124129" y="4211"/>
                          </a:cubicBezTo>
                          <a:cubicBezTo>
                            <a:pt x="123163" y="3866"/>
                            <a:pt x="122127" y="3521"/>
                            <a:pt x="121161" y="3245"/>
                          </a:cubicBezTo>
                          <a:cubicBezTo>
                            <a:pt x="120470" y="3038"/>
                            <a:pt x="119780" y="2900"/>
                            <a:pt x="119159" y="2692"/>
                          </a:cubicBezTo>
                          <a:cubicBezTo>
                            <a:pt x="118744" y="2554"/>
                            <a:pt x="118330" y="2485"/>
                            <a:pt x="117916" y="2347"/>
                          </a:cubicBezTo>
                          <a:cubicBezTo>
                            <a:pt x="117640" y="2278"/>
                            <a:pt x="117364" y="2209"/>
                            <a:pt x="117087" y="2140"/>
                          </a:cubicBezTo>
                          <a:cubicBezTo>
                            <a:pt x="115707" y="1795"/>
                            <a:pt x="114326" y="1450"/>
                            <a:pt x="112945" y="1243"/>
                          </a:cubicBezTo>
                          <a:cubicBezTo>
                            <a:pt x="112807" y="1243"/>
                            <a:pt x="112669" y="1243"/>
                            <a:pt x="112531" y="1174"/>
                          </a:cubicBezTo>
                          <a:cubicBezTo>
                            <a:pt x="112186" y="1174"/>
                            <a:pt x="111841" y="1036"/>
                            <a:pt x="111495" y="967"/>
                          </a:cubicBezTo>
                          <a:cubicBezTo>
                            <a:pt x="110598" y="828"/>
                            <a:pt x="109631" y="621"/>
                            <a:pt x="108734" y="483"/>
                          </a:cubicBezTo>
                          <a:cubicBezTo>
                            <a:pt x="108182" y="414"/>
                            <a:pt x="107698" y="345"/>
                            <a:pt x="107146" y="345"/>
                          </a:cubicBezTo>
                          <a:cubicBezTo>
                            <a:pt x="106594" y="345"/>
                            <a:pt x="106042" y="207"/>
                            <a:pt x="105489" y="207"/>
                          </a:cubicBezTo>
                          <a:cubicBezTo>
                            <a:pt x="105075" y="207"/>
                            <a:pt x="104661" y="138"/>
                            <a:pt x="104246" y="69"/>
                          </a:cubicBezTo>
                          <a:cubicBezTo>
                            <a:pt x="103280" y="69"/>
                            <a:pt x="102313" y="0"/>
                            <a:pt x="101347" y="0"/>
                          </a:cubicBezTo>
                          <a:cubicBezTo>
                            <a:pt x="100933" y="0"/>
                            <a:pt x="100449" y="0"/>
                            <a:pt x="100035" y="0"/>
                          </a:cubicBezTo>
                          <a:cubicBezTo>
                            <a:pt x="99897" y="0"/>
                            <a:pt x="99759" y="0"/>
                            <a:pt x="99621" y="0"/>
                          </a:cubicBezTo>
                          <a:cubicBezTo>
                            <a:pt x="97964" y="0"/>
                            <a:pt x="96307" y="69"/>
                            <a:pt x="94719" y="207"/>
                          </a:cubicBezTo>
                          <a:cubicBezTo>
                            <a:pt x="94719" y="207"/>
                            <a:pt x="94650" y="207"/>
                            <a:pt x="94581" y="207"/>
                          </a:cubicBezTo>
                          <a:cubicBezTo>
                            <a:pt x="92855" y="345"/>
                            <a:pt x="91060" y="621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7401" y="1381"/>
                            <a:pt x="85537" y="1933"/>
                            <a:pt x="83604" y="2554"/>
                          </a:cubicBezTo>
                          <a:cubicBezTo>
                            <a:pt x="83397" y="2623"/>
                            <a:pt x="83190" y="2623"/>
                            <a:pt x="82983" y="2762"/>
                          </a:cubicBezTo>
                          <a:cubicBezTo>
                            <a:pt x="82293" y="3038"/>
                            <a:pt x="81602" y="3314"/>
                            <a:pt x="80843" y="3590"/>
                          </a:cubicBezTo>
                          <a:cubicBezTo>
                            <a:pt x="80360" y="3797"/>
                            <a:pt x="79876" y="3935"/>
                            <a:pt x="79462" y="4142"/>
                          </a:cubicBezTo>
                          <a:cubicBezTo>
                            <a:pt x="78012" y="4764"/>
                            <a:pt x="76632" y="5454"/>
                            <a:pt x="75320" y="6213"/>
                          </a:cubicBezTo>
                          <a:lnTo>
                            <a:pt x="0" y="49983"/>
                          </a:lnTo>
                          <a:cubicBezTo>
                            <a:pt x="1312" y="49224"/>
                            <a:pt x="2693" y="48533"/>
                            <a:pt x="4142" y="47912"/>
                          </a:cubicBezTo>
                          <a:cubicBezTo>
                            <a:pt x="4626" y="47705"/>
                            <a:pt x="5040" y="47567"/>
                            <a:pt x="5523" y="47360"/>
                          </a:cubicBezTo>
                          <a:cubicBezTo>
                            <a:pt x="6420" y="47014"/>
                            <a:pt x="7318" y="46669"/>
                            <a:pt x="8285" y="46324"/>
                          </a:cubicBezTo>
                          <a:cubicBezTo>
                            <a:pt x="10149" y="45703"/>
                            <a:pt x="12082" y="45150"/>
                            <a:pt x="14084" y="44736"/>
                          </a:cubicBezTo>
                          <a:cubicBezTo>
                            <a:pt x="14084" y="44736"/>
                            <a:pt x="14084" y="44736"/>
                            <a:pt x="14153" y="44736"/>
                          </a:cubicBezTo>
                          <a:cubicBezTo>
                            <a:pt x="15879" y="44391"/>
                            <a:pt x="17604" y="44184"/>
                            <a:pt x="19330" y="43977"/>
                          </a:cubicBezTo>
                          <a:cubicBezTo>
                            <a:pt x="21125" y="43839"/>
                            <a:pt x="22920" y="43770"/>
                            <a:pt x="24715" y="43770"/>
                          </a:cubicBezTo>
                          <a:cubicBezTo>
                            <a:pt x="25130" y="43770"/>
                            <a:pt x="25613" y="43770"/>
                            <a:pt x="26027" y="43770"/>
                          </a:cubicBezTo>
                          <a:cubicBezTo>
                            <a:pt x="27408" y="43770"/>
                            <a:pt x="28789" y="43839"/>
                            <a:pt x="30169" y="43977"/>
                          </a:cubicBezTo>
                          <a:cubicBezTo>
                            <a:pt x="30722" y="43977"/>
                            <a:pt x="31274" y="44115"/>
                            <a:pt x="31826" y="44115"/>
                          </a:cubicBezTo>
                          <a:cubicBezTo>
                            <a:pt x="33276" y="44253"/>
                            <a:pt x="34726" y="44460"/>
                            <a:pt x="36176" y="44736"/>
                          </a:cubicBezTo>
                          <a:cubicBezTo>
                            <a:pt x="36521" y="44736"/>
                            <a:pt x="36866" y="44874"/>
                            <a:pt x="37211" y="44943"/>
                          </a:cubicBezTo>
                          <a:cubicBezTo>
                            <a:pt x="39006" y="45288"/>
                            <a:pt x="40801" y="45703"/>
                            <a:pt x="42665" y="46186"/>
                          </a:cubicBezTo>
                          <a:cubicBezTo>
                            <a:pt x="43079" y="46324"/>
                            <a:pt x="43493" y="46393"/>
                            <a:pt x="43908" y="46531"/>
                          </a:cubicBezTo>
                          <a:cubicBezTo>
                            <a:pt x="45565" y="47014"/>
                            <a:pt x="47222" y="47498"/>
                            <a:pt x="48879" y="48050"/>
                          </a:cubicBezTo>
                          <a:cubicBezTo>
                            <a:pt x="49155" y="48119"/>
                            <a:pt x="49362" y="48188"/>
                            <a:pt x="49638" y="48326"/>
                          </a:cubicBezTo>
                          <a:cubicBezTo>
                            <a:pt x="51502" y="48947"/>
                            <a:pt x="53366" y="49707"/>
                            <a:pt x="55230" y="50466"/>
                          </a:cubicBezTo>
                          <a:cubicBezTo>
                            <a:pt x="55644" y="50604"/>
                            <a:pt x="56058" y="50812"/>
                            <a:pt x="56404" y="50950"/>
                          </a:cubicBezTo>
                          <a:cubicBezTo>
                            <a:pt x="58268" y="51778"/>
                            <a:pt x="60131" y="52606"/>
                            <a:pt x="62065" y="53573"/>
                          </a:cubicBezTo>
                          <a:cubicBezTo>
                            <a:pt x="62272" y="53642"/>
                            <a:pt x="62479" y="53780"/>
                            <a:pt x="62686" y="53918"/>
                          </a:cubicBezTo>
                          <a:cubicBezTo>
                            <a:pt x="64688" y="54954"/>
                            <a:pt x="66690" y="55989"/>
                            <a:pt x="68692" y="57163"/>
                          </a:cubicBezTo>
                          <a:cubicBezTo>
                            <a:pt x="71661" y="58889"/>
                            <a:pt x="74560" y="60684"/>
                            <a:pt x="77460" y="62686"/>
                          </a:cubicBezTo>
                          <a:cubicBezTo>
                            <a:pt x="77460" y="62686"/>
                            <a:pt x="77529" y="62686"/>
                            <a:pt x="77598" y="62755"/>
                          </a:cubicBezTo>
                          <a:cubicBezTo>
                            <a:pt x="80429" y="64688"/>
                            <a:pt x="83190" y="66759"/>
                            <a:pt x="85952" y="68968"/>
                          </a:cubicBezTo>
                          <a:cubicBezTo>
                            <a:pt x="86159" y="69175"/>
                            <a:pt x="86435" y="69383"/>
                            <a:pt x="86642" y="69521"/>
                          </a:cubicBezTo>
                          <a:cubicBezTo>
                            <a:pt x="89265" y="71592"/>
                            <a:pt x="91820" y="73870"/>
                            <a:pt x="94374" y="76217"/>
                          </a:cubicBezTo>
                          <a:cubicBezTo>
                            <a:pt x="94650" y="76493"/>
                            <a:pt x="94926" y="76701"/>
                            <a:pt x="95203" y="76977"/>
                          </a:cubicBezTo>
                          <a:cubicBezTo>
                            <a:pt x="97895" y="79462"/>
                            <a:pt x="100518" y="82086"/>
                            <a:pt x="103073" y="84847"/>
                          </a:cubicBezTo>
                          <a:cubicBezTo>
                            <a:pt x="104592" y="86504"/>
                            <a:pt x="106110" y="88161"/>
                            <a:pt x="107560" y="89887"/>
                          </a:cubicBezTo>
                          <a:cubicBezTo>
                            <a:pt x="107836" y="90232"/>
                            <a:pt x="108113" y="90577"/>
                            <a:pt x="108458" y="90922"/>
                          </a:cubicBezTo>
                          <a:cubicBezTo>
                            <a:pt x="109908" y="92579"/>
                            <a:pt x="111288" y="94305"/>
                            <a:pt x="112669" y="9603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484" name="Google Shape;484;p23"/>
                  <p:cNvSpPr/>
                  <p:nvPr/>
                </p:nvSpPr>
                <p:spPr>
                  <a:xfrm>
                    <a:off x="2506239" y="3236974"/>
                    <a:ext cx="254089" cy="213288"/>
                  </a:xfrm>
                  <a:custGeom>
                    <a:rect b="b" l="l" r="r" t="t"/>
                    <a:pathLst>
                      <a:path extrusionOk="0" h="213288" w="254089">
                        <a:moveTo>
                          <a:pt x="130781" y="13287"/>
                        </a:moveTo>
                        <a:cubicBezTo>
                          <a:pt x="142586" y="20122"/>
                          <a:pt x="154323" y="29373"/>
                          <a:pt x="165162" y="40971"/>
                        </a:cubicBezTo>
                        <a:cubicBezTo>
                          <a:pt x="191879" y="69414"/>
                          <a:pt x="211693" y="112218"/>
                          <a:pt x="213626" y="146667"/>
                        </a:cubicBezTo>
                        <a:cubicBezTo>
                          <a:pt x="215075" y="147289"/>
                          <a:pt x="216525" y="148048"/>
                          <a:pt x="217906" y="148877"/>
                        </a:cubicBezTo>
                        <a:cubicBezTo>
                          <a:pt x="226881" y="154054"/>
                          <a:pt x="235856" y="163098"/>
                          <a:pt x="242552" y="173868"/>
                        </a:cubicBezTo>
                        <a:cubicBezTo>
                          <a:pt x="250285" y="186364"/>
                          <a:pt x="254289" y="201345"/>
                          <a:pt x="254082" y="213288"/>
                        </a:cubicBezTo>
                        <a:lnTo>
                          <a:pt x="507" y="66929"/>
                        </a:lnTo>
                        <a:cubicBezTo>
                          <a:pt x="-1219" y="54709"/>
                          <a:pt x="1405" y="42145"/>
                          <a:pt x="9206" y="39521"/>
                        </a:cubicBezTo>
                        <a:cubicBezTo>
                          <a:pt x="14384" y="37726"/>
                          <a:pt x="21564" y="39038"/>
                          <a:pt x="28537" y="43111"/>
                        </a:cubicBezTo>
                        <a:cubicBezTo>
                          <a:pt x="31988" y="45113"/>
                          <a:pt x="35371" y="47737"/>
                          <a:pt x="38340" y="50913"/>
                        </a:cubicBezTo>
                        <a:cubicBezTo>
                          <a:pt x="39513" y="20260"/>
                          <a:pt x="57739" y="2379"/>
                          <a:pt x="81281" y="239"/>
                        </a:cubicBezTo>
                        <a:cubicBezTo>
                          <a:pt x="96193" y="-1142"/>
                          <a:pt x="113452" y="3484"/>
                          <a:pt x="130643" y="1342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485" name="Google Shape;485;p23"/>
                <p:cNvGrpSpPr/>
                <p:nvPr/>
              </p:nvGrpSpPr>
              <p:grpSpPr>
                <a:xfrm>
                  <a:off x="1878644" y="3204420"/>
                  <a:ext cx="857168" cy="484297"/>
                  <a:chOff x="1878644" y="3204420"/>
                  <a:chExt cx="857168" cy="484297"/>
                </a:xfrm>
              </p:grpSpPr>
              <p:sp>
                <p:nvSpPr>
                  <p:cNvPr id="486" name="Google Shape;486;p23"/>
                  <p:cNvSpPr/>
                  <p:nvPr/>
                </p:nvSpPr>
                <p:spPr>
                  <a:xfrm>
                    <a:off x="2728909" y="3512534"/>
                    <a:ext cx="6903" cy="176183"/>
                  </a:xfrm>
                  <a:custGeom>
                    <a:rect b="b" l="l" r="r" t="t"/>
                    <a:pathLst>
                      <a:path extrusionOk="0" h="176183" w="6903">
                        <a:moveTo>
                          <a:pt x="3452" y="176183"/>
                        </a:moveTo>
                        <a:cubicBezTo>
                          <a:pt x="1519" y="176183"/>
                          <a:pt x="0" y="174664"/>
                          <a:pt x="0" y="172731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72731"/>
                        </a:lnTo>
                        <a:cubicBezTo>
                          <a:pt x="6904" y="174664"/>
                          <a:pt x="5385" y="176183"/>
                          <a:pt x="3452" y="17618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7" name="Google Shape;487;p23"/>
                  <p:cNvSpPr/>
                  <p:nvPr/>
                </p:nvSpPr>
                <p:spPr>
                  <a:xfrm>
                    <a:off x="2659733" y="3445016"/>
                    <a:ext cx="6903" cy="222576"/>
                  </a:xfrm>
                  <a:custGeom>
                    <a:rect b="b" l="l" r="r" t="t"/>
                    <a:pathLst>
                      <a:path extrusionOk="0" h="222576" w="6903">
                        <a:moveTo>
                          <a:pt x="3452" y="222576"/>
                        </a:moveTo>
                        <a:cubicBezTo>
                          <a:pt x="1519" y="222576"/>
                          <a:pt x="0" y="221058"/>
                          <a:pt x="0" y="21912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19125"/>
                        </a:lnTo>
                        <a:cubicBezTo>
                          <a:pt x="6904" y="221058"/>
                          <a:pt x="5385" y="222576"/>
                          <a:pt x="3452" y="22257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8" name="Google Shape;488;p23"/>
                  <p:cNvSpPr/>
                  <p:nvPr/>
                </p:nvSpPr>
                <p:spPr>
                  <a:xfrm>
                    <a:off x="2530979" y="3423269"/>
                    <a:ext cx="6903" cy="142216"/>
                  </a:xfrm>
                  <a:custGeom>
                    <a:rect b="b" l="l" r="r" t="t"/>
                    <a:pathLst>
                      <a:path extrusionOk="0" h="142216" w="6903">
                        <a:moveTo>
                          <a:pt x="3452" y="142217"/>
                        </a:moveTo>
                        <a:cubicBezTo>
                          <a:pt x="1519" y="142217"/>
                          <a:pt x="0" y="140698"/>
                          <a:pt x="0" y="13876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38765"/>
                        </a:lnTo>
                        <a:cubicBezTo>
                          <a:pt x="6904" y="140698"/>
                          <a:pt x="5385" y="142217"/>
                          <a:pt x="3452" y="1422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9" name="Google Shape;489;p23"/>
                  <p:cNvSpPr/>
                  <p:nvPr/>
                </p:nvSpPr>
                <p:spPr>
                  <a:xfrm>
                    <a:off x="2053585" y="3357062"/>
                    <a:ext cx="6903" cy="185434"/>
                  </a:xfrm>
                  <a:custGeom>
                    <a:rect b="b" l="l" r="r" t="t"/>
                    <a:pathLst>
                      <a:path extrusionOk="0" h="185434" w="6903">
                        <a:moveTo>
                          <a:pt x="3452" y="185434"/>
                        </a:moveTo>
                        <a:cubicBezTo>
                          <a:pt x="1519" y="185434"/>
                          <a:pt x="0" y="183916"/>
                          <a:pt x="0" y="181983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81983"/>
                        </a:lnTo>
                        <a:cubicBezTo>
                          <a:pt x="6904" y="183916"/>
                          <a:pt x="5385" y="185434"/>
                          <a:pt x="3452" y="1854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0" name="Google Shape;490;p23"/>
                  <p:cNvSpPr/>
                  <p:nvPr/>
                </p:nvSpPr>
                <p:spPr>
                  <a:xfrm>
                    <a:off x="2476853" y="3288922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1" name="Google Shape;491;p23"/>
                  <p:cNvSpPr/>
                  <p:nvPr/>
                </p:nvSpPr>
                <p:spPr>
                  <a:xfrm>
                    <a:off x="1878644" y="3204420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2" name="Google Shape;492;p23"/>
                  <p:cNvSpPr/>
                  <p:nvPr/>
                </p:nvSpPr>
                <p:spPr>
                  <a:xfrm>
                    <a:off x="2125660" y="3357062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3" name="Google Shape;493;p23"/>
                  <p:cNvSpPr/>
                  <p:nvPr/>
                </p:nvSpPr>
                <p:spPr>
                  <a:xfrm>
                    <a:off x="1952100" y="3251090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494" name="Google Shape;494;p23"/>
              <p:cNvGrpSpPr/>
              <p:nvPr/>
            </p:nvGrpSpPr>
            <p:grpSpPr>
              <a:xfrm>
                <a:off x="550474" y="1888224"/>
                <a:ext cx="36923" cy="21097"/>
                <a:chOff x="439215" y="3045980"/>
                <a:chExt cx="28512" cy="16292"/>
              </a:xfrm>
            </p:grpSpPr>
            <p:sp>
              <p:nvSpPr>
                <p:cNvPr id="495" name="Google Shape;495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7" name="Google Shape;497;p23"/>
              <p:cNvGrpSpPr/>
              <p:nvPr/>
            </p:nvGrpSpPr>
            <p:grpSpPr>
              <a:xfrm>
                <a:off x="406534" y="2691753"/>
                <a:ext cx="79978" cy="94246"/>
                <a:chOff x="6395264" y="541833"/>
                <a:chExt cx="40633" cy="47882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0" name="Google Shape;500;p23"/>
              <p:cNvGrpSpPr/>
              <p:nvPr/>
            </p:nvGrpSpPr>
            <p:grpSpPr>
              <a:xfrm>
                <a:off x="190195" y="3410362"/>
                <a:ext cx="79889" cy="94156"/>
                <a:chOff x="6585891" y="729779"/>
                <a:chExt cx="40588" cy="47836"/>
              </a:xfrm>
            </p:grpSpPr>
            <p:sp>
              <p:nvSpPr>
                <p:cNvPr id="501" name="Google Shape;501;p23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70501" y="3853560"/>
                <a:ext cx="79978" cy="94246"/>
                <a:chOff x="6555868" y="600606"/>
                <a:chExt cx="40633" cy="47882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6" name="Google Shape;506;p23"/>
              <p:cNvGrpSpPr/>
              <p:nvPr/>
            </p:nvGrpSpPr>
            <p:grpSpPr>
              <a:xfrm>
                <a:off x="233562" y="1845094"/>
                <a:ext cx="79890" cy="94335"/>
                <a:chOff x="6244107" y="519805"/>
                <a:chExt cx="40588" cy="47927"/>
              </a:xfrm>
            </p:grpSpPr>
            <p:grpSp>
              <p:nvGrpSpPr>
                <p:cNvPr id="507" name="Google Shape;507;p23"/>
                <p:cNvGrpSpPr/>
                <p:nvPr/>
              </p:nvGrpSpPr>
              <p:grpSpPr>
                <a:xfrm>
                  <a:off x="6253873" y="519805"/>
                  <a:ext cx="18758" cy="10719"/>
                  <a:chOff x="209390" y="3012566"/>
                  <a:chExt cx="28512" cy="16292"/>
                </a:xfrm>
              </p:grpSpPr>
              <p:sp>
                <p:nvSpPr>
                  <p:cNvPr id="508" name="Google Shape;508;p23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9" name="Google Shape;509;p23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10" name="Google Shape;510;p23"/>
                <p:cNvSpPr/>
                <p:nvPr/>
              </p:nvSpPr>
              <p:spPr>
                <a:xfrm>
                  <a:off x="6256371" y="51989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7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40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6244107" y="529434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2" name="Google Shape;512;p23"/>
              <p:cNvGrpSpPr/>
              <p:nvPr/>
            </p:nvGrpSpPr>
            <p:grpSpPr>
              <a:xfrm>
                <a:off x="8882174" y="2199574"/>
                <a:ext cx="36923" cy="21097"/>
                <a:chOff x="439215" y="3045980"/>
                <a:chExt cx="28512" cy="16292"/>
              </a:xfrm>
            </p:grpSpPr>
            <p:sp>
              <p:nvSpPr>
                <p:cNvPr id="513" name="Google Shape;513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8738234" y="3003103"/>
                <a:ext cx="79978" cy="94246"/>
                <a:chOff x="6395264" y="541833"/>
                <a:chExt cx="40633" cy="47882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8" name="Google Shape;518;p23"/>
              <p:cNvGrpSpPr/>
              <p:nvPr/>
            </p:nvGrpSpPr>
            <p:grpSpPr>
              <a:xfrm>
                <a:off x="8521895" y="3721712"/>
                <a:ext cx="79889" cy="94156"/>
                <a:chOff x="6585891" y="729779"/>
                <a:chExt cx="40588" cy="47836"/>
              </a:xfrm>
            </p:grpSpPr>
            <p:sp>
              <p:nvSpPr>
                <p:cNvPr id="519" name="Google Shape;519;p23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23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1" name="Google Shape;521;p23"/>
              <p:cNvGrpSpPr/>
              <p:nvPr/>
            </p:nvGrpSpPr>
            <p:grpSpPr>
              <a:xfrm>
                <a:off x="8802201" y="4164910"/>
                <a:ext cx="79978" cy="94246"/>
                <a:chOff x="6555868" y="600606"/>
                <a:chExt cx="40633" cy="47882"/>
              </a:xfrm>
            </p:grpSpPr>
            <p:sp>
              <p:nvSpPr>
                <p:cNvPr id="522" name="Google Shape;522;p23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23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24" name="Google Shape;524;p23"/>
            <p:cNvSpPr/>
            <p:nvPr/>
          </p:nvSpPr>
          <p:spPr>
            <a:xfrm flipH="1">
              <a:off x="756" y="4411895"/>
              <a:ext cx="1506171" cy="72668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 txBox="1"/>
          <p:nvPr>
            <p:ph idx="1" type="subTitle"/>
          </p:nvPr>
        </p:nvSpPr>
        <p:spPr>
          <a:xfrm>
            <a:off x="720000" y="304265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24"/>
          <p:cNvSpPr txBox="1"/>
          <p:nvPr>
            <p:ph idx="2" type="subTitle"/>
          </p:nvPr>
        </p:nvSpPr>
        <p:spPr>
          <a:xfrm>
            <a:off x="3370506" y="304267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24"/>
          <p:cNvSpPr txBox="1"/>
          <p:nvPr>
            <p:ph idx="3" type="subTitle"/>
          </p:nvPr>
        </p:nvSpPr>
        <p:spPr>
          <a:xfrm>
            <a:off x="6021000" y="3042688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24"/>
          <p:cNvSpPr txBox="1"/>
          <p:nvPr>
            <p:ph idx="4" type="subTitle"/>
          </p:nvPr>
        </p:nvSpPr>
        <p:spPr>
          <a:xfrm>
            <a:off x="720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0" name="Google Shape;530;p24"/>
          <p:cNvSpPr txBox="1"/>
          <p:nvPr>
            <p:ph idx="5" type="subTitle"/>
          </p:nvPr>
        </p:nvSpPr>
        <p:spPr>
          <a:xfrm>
            <a:off x="33705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24"/>
          <p:cNvSpPr txBox="1"/>
          <p:nvPr>
            <p:ph idx="6" type="subTitle"/>
          </p:nvPr>
        </p:nvSpPr>
        <p:spPr>
          <a:xfrm>
            <a:off x="6021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2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533" name="Google Shape;533;p24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534" name="Google Shape;534;p24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24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p24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537" name="Google Shape;537;p24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3" name="Google Shape;543;p24"/>
          <p:cNvGrpSpPr/>
          <p:nvPr/>
        </p:nvGrpSpPr>
        <p:grpSpPr>
          <a:xfrm>
            <a:off x="118" y="614730"/>
            <a:ext cx="956948" cy="818436"/>
            <a:chOff x="6107743" y="29317"/>
            <a:chExt cx="514543" cy="440067"/>
          </a:xfrm>
        </p:grpSpPr>
        <p:sp>
          <p:nvSpPr>
            <p:cNvPr id="544" name="Google Shape;544;p24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5"/>
          <p:cNvSpPr txBox="1"/>
          <p:nvPr>
            <p:ph idx="1" type="subTitle"/>
          </p:nvPr>
        </p:nvSpPr>
        <p:spPr>
          <a:xfrm>
            <a:off x="1157978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25"/>
          <p:cNvSpPr txBox="1"/>
          <p:nvPr>
            <p:ph idx="2" type="subTitle"/>
          </p:nvPr>
        </p:nvSpPr>
        <p:spPr>
          <a:xfrm>
            <a:off x="4776326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25"/>
          <p:cNvSpPr txBox="1"/>
          <p:nvPr>
            <p:ph idx="3" type="subTitle"/>
          </p:nvPr>
        </p:nvSpPr>
        <p:spPr>
          <a:xfrm>
            <a:off x="1157978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25"/>
          <p:cNvSpPr txBox="1"/>
          <p:nvPr>
            <p:ph idx="4" type="subTitle"/>
          </p:nvPr>
        </p:nvSpPr>
        <p:spPr>
          <a:xfrm>
            <a:off x="4776326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25"/>
          <p:cNvSpPr txBox="1"/>
          <p:nvPr>
            <p:ph idx="5" type="subTitle"/>
          </p:nvPr>
        </p:nvSpPr>
        <p:spPr>
          <a:xfrm>
            <a:off x="1157950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6" name="Google Shape;556;p25"/>
          <p:cNvSpPr txBox="1"/>
          <p:nvPr>
            <p:ph idx="6" type="subTitle"/>
          </p:nvPr>
        </p:nvSpPr>
        <p:spPr>
          <a:xfrm>
            <a:off x="1157950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7" name="Google Shape;557;p25"/>
          <p:cNvSpPr txBox="1"/>
          <p:nvPr>
            <p:ph idx="7" type="subTitle"/>
          </p:nvPr>
        </p:nvSpPr>
        <p:spPr>
          <a:xfrm>
            <a:off x="4776325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8" name="Google Shape;558;p25"/>
          <p:cNvSpPr txBox="1"/>
          <p:nvPr>
            <p:ph idx="8" type="subTitle"/>
          </p:nvPr>
        </p:nvSpPr>
        <p:spPr>
          <a:xfrm>
            <a:off x="4776325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59" name="Google Shape;559;p2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560" name="Google Shape;560;p25"/>
          <p:cNvGrpSpPr/>
          <p:nvPr/>
        </p:nvGrpSpPr>
        <p:grpSpPr>
          <a:xfrm>
            <a:off x="-2" y="345"/>
            <a:ext cx="9144892" cy="5139006"/>
            <a:chOff x="-2" y="345"/>
            <a:chExt cx="9144892" cy="5139006"/>
          </a:xfrm>
        </p:grpSpPr>
        <p:sp>
          <p:nvSpPr>
            <p:cNvPr id="561" name="Google Shape;561;p25"/>
            <p:cNvSpPr/>
            <p:nvPr/>
          </p:nvSpPr>
          <p:spPr>
            <a:xfrm rot="-5400000">
              <a:off x="-44151" y="44494"/>
              <a:ext cx="1343428" cy="1255129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7024052" y="4116105"/>
              <a:ext cx="2120838" cy="102324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6"/>
          <p:cNvSpPr txBox="1"/>
          <p:nvPr>
            <p:ph idx="1" type="subTitle"/>
          </p:nvPr>
        </p:nvSpPr>
        <p:spPr>
          <a:xfrm>
            <a:off x="720000" y="3929676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26"/>
          <p:cNvSpPr txBox="1"/>
          <p:nvPr>
            <p:ph idx="2" type="subTitle"/>
          </p:nvPr>
        </p:nvSpPr>
        <p:spPr>
          <a:xfrm>
            <a:off x="2671199" y="3929690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26"/>
          <p:cNvSpPr txBox="1"/>
          <p:nvPr>
            <p:ph idx="3" type="subTitle"/>
          </p:nvPr>
        </p:nvSpPr>
        <p:spPr>
          <a:xfrm>
            <a:off x="4622399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26"/>
          <p:cNvSpPr txBox="1"/>
          <p:nvPr>
            <p:ph idx="4" type="subTitle"/>
          </p:nvPr>
        </p:nvSpPr>
        <p:spPr>
          <a:xfrm>
            <a:off x="7200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8" name="Google Shape;568;p26"/>
          <p:cNvSpPr txBox="1"/>
          <p:nvPr>
            <p:ph idx="5" type="subTitle"/>
          </p:nvPr>
        </p:nvSpPr>
        <p:spPr>
          <a:xfrm>
            <a:off x="26712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9" name="Google Shape;569;p26"/>
          <p:cNvSpPr txBox="1"/>
          <p:nvPr>
            <p:ph idx="6" type="subTitle"/>
          </p:nvPr>
        </p:nvSpPr>
        <p:spPr>
          <a:xfrm>
            <a:off x="46224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70" name="Google Shape;570;p2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71" name="Google Shape;571;p26"/>
          <p:cNvSpPr txBox="1"/>
          <p:nvPr>
            <p:ph idx="7" type="subTitle"/>
          </p:nvPr>
        </p:nvSpPr>
        <p:spPr>
          <a:xfrm>
            <a:off x="6573598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26"/>
          <p:cNvSpPr txBox="1"/>
          <p:nvPr>
            <p:ph idx="8" type="subTitle"/>
          </p:nvPr>
        </p:nvSpPr>
        <p:spPr>
          <a:xfrm>
            <a:off x="65736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573" name="Google Shape;573;p26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574" name="Google Shape;574;p26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6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p26"/>
          <p:cNvGrpSpPr/>
          <p:nvPr/>
        </p:nvGrpSpPr>
        <p:grpSpPr>
          <a:xfrm>
            <a:off x="8467466" y="4398181"/>
            <a:ext cx="510252" cy="402492"/>
            <a:chOff x="6636544" y="148135"/>
            <a:chExt cx="460392" cy="363161"/>
          </a:xfrm>
        </p:grpSpPr>
        <p:sp>
          <p:nvSpPr>
            <p:cNvPr id="577" name="Google Shape;577;p26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26"/>
          <p:cNvGrpSpPr/>
          <p:nvPr/>
        </p:nvGrpSpPr>
        <p:grpSpPr>
          <a:xfrm>
            <a:off x="148005" y="3568071"/>
            <a:ext cx="422800" cy="361603"/>
            <a:chOff x="6107743" y="29317"/>
            <a:chExt cx="514543" cy="440067"/>
          </a:xfrm>
        </p:grpSpPr>
        <p:sp>
          <p:nvSpPr>
            <p:cNvPr id="584" name="Google Shape;584;p26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7"/>
          <p:cNvSpPr txBox="1"/>
          <p:nvPr>
            <p:ph idx="1" type="subTitle"/>
          </p:nvPr>
        </p:nvSpPr>
        <p:spPr>
          <a:xfrm>
            <a:off x="71997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27"/>
          <p:cNvSpPr txBox="1"/>
          <p:nvPr>
            <p:ph idx="2" type="subTitle"/>
          </p:nvPr>
        </p:nvSpPr>
        <p:spPr>
          <a:xfrm>
            <a:off x="3419246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27"/>
          <p:cNvSpPr txBox="1"/>
          <p:nvPr>
            <p:ph idx="3" type="subTitle"/>
          </p:nvPr>
        </p:nvSpPr>
        <p:spPr>
          <a:xfrm>
            <a:off x="2069638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7"/>
          <p:cNvSpPr txBox="1"/>
          <p:nvPr>
            <p:ph idx="4" type="subTitle"/>
          </p:nvPr>
        </p:nvSpPr>
        <p:spPr>
          <a:xfrm>
            <a:off x="4768909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7"/>
          <p:cNvSpPr txBox="1"/>
          <p:nvPr>
            <p:ph idx="5" type="subTitle"/>
          </p:nvPr>
        </p:nvSpPr>
        <p:spPr>
          <a:xfrm>
            <a:off x="611852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27"/>
          <p:cNvSpPr txBox="1"/>
          <p:nvPr>
            <p:ph idx="6" type="subTitle"/>
          </p:nvPr>
        </p:nvSpPr>
        <p:spPr>
          <a:xfrm>
            <a:off x="71997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7" name="Google Shape;597;p27"/>
          <p:cNvSpPr txBox="1"/>
          <p:nvPr>
            <p:ph idx="7" type="subTitle"/>
          </p:nvPr>
        </p:nvSpPr>
        <p:spPr>
          <a:xfrm>
            <a:off x="3419250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8" name="Google Shape;598;p27"/>
          <p:cNvSpPr txBox="1"/>
          <p:nvPr>
            <p:ph idx="8" type="subTitle"/>
          </p:nvPr>
        </p:nvSpPr>
        <p:spPr>
          <a:xfrm>
            <a:off x="611852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599" name="Google Shape;599;p27"/>
          <p:cNvSpPr txBox="1"/>
          <p:nvPr>
            <p:ph idx="9" type="subTitle"/>
          </p:nvPr>
        </p:nvSpPr>
        <p:spPr>
          <a:xfrm>
            <a:off x="206965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00" name="Google Shape;600;p27"/>
          <p:cNvSpPr txBox="1"/>
          <p:nvPr>
            <p:ph idx="13" type="subTitle"/>
          </p:nvPr>
        </p:nvSpPr>
        <p:spPr>
          <a:xfrm>
            <a:off x="476890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01" name="Google Shape;601;p2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602" name="Google Shape;602;p27"/>
          <p:cNvSpPr/>
          <p:nvPr/>
        </p:nvSpPr>
        <p:spPr>
          <a:xfrm rot="10800000">
            <a:off x="9" y="3507171"/>
            <a:ext cx="1751431" cy="1636317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27"/>
          <p:cNvGrpSpPr/>
          <p:nvPr/>
        </p:nvGrpSpPr>
        <p:grpSpPr>
          <a:xfrm>
            <a:off x="1216295" y="4767521"/>
            <a:ext cx="7055329" cy="225298"/>
            <a:chOff x="1216295" y="4767521"/>
            <a:chExt cx="7055329" cy="225298"/>
          </a:xfrm>
        </p:grpSpPr>
        <p:grpSp>
          <p:nvGrpSpPr>
            <p:cNvPr id="604" name="Google Shape;604;p27"/>
            <p:cNvGrpSpPr/>
            <p:nvPr/>
          </p:nvGrpSpPr>
          <p:grpSpPr>
            <a:xfrm>
              <a:off x="7893170" y="4880164"/>
              <a:ext cx="95584" cy="112654"/>
              <a:chOff x="6585891" y="729779"/>
              <a:chExt cx="40588" cy="47836"/>
            </a:xfrm>
          </p:grpSpPr>
          <p:sp>
            <p:nvSpPr>
              <p:cNvPr id="605" name="Google Shape;605;p27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7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7" name="Google Shape;607;p27"/>
            <p:cNvGrpSpPr/>
            <p:nvPr/>
          </p:nvGrpSpPr>
          <p:grpSpPr>
            <a:xfrm>
              <a:off x="8176040" y="4767521"/>
              <a:ext cx="95584" cy="112653"/>
              <a:chOff x="6857364" y="533158"/>
              <a:chExt cx="40588" cy="47836"/>
            </a:xfrm>
          </p:grpSpPr>
          <p:sp>
            <p:nvSpPr>
              <p:cNvPr id="608" name="Google Shape;608;p27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7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27"/>
            <p:cNvGrpSpPr/>
            <p:nvPr/>
          </p:nvGrpSpPr>
          <p:grpSpPr>
            <a:xfrm>
              <a:off x="1216295" y="4840048"/>
              <a:ext cx="95586" cy="112868"/>
              <a:chOff x="6244107" y="519805"/>
              <a:chExt cx="40588" cy="47927"/>
            </a:xfrm>
          </p:grpSpPr>
          <p:grpSp>
            <p:nvGrpSpPr>
              <p:cNvPr id="611" name="Google Shape;611;p27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12" name="Google Shape;612;p2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4" name="Google Shape;614;p27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7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6" name="Google Shape;616;p27"/>
          <p:cNvSpPr/>
          <p:nvPr/>
        </p:nvSpPr>
        <p:spPr>
          <a:xfrm rot="-5400000">
            <a:off x="7656993" y="519412"/>
            <a:ext cx="2005881" cy="96778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8"/>
          <p:cNvSpPr txBox="1"/>
          <p:nvPr>
            <p:ph idx="1" type="subTitle"/>
          </p:nvPr>
        </p:nvSpPr>
        <p:spPr>
          <a:xfrm>
            <a:off x="72000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28"/>
          <p:cNvSpPr txBox="1"/>
          <p:nvPr>
            <p:ph idx="2" type="subTitle"/>
          </p:nvPr>
        </p:nvSpPr>
        <p:spPr>
          <a:xfrm>
            <a:off x="3419275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28"/>
          <p:cNvSpPr txBox="1"/>
          <p:nvPr>
            <p:ph idx="3" type="subTitle"/>
          </p:nvPr>
        </p:nvSpPr>
        <p:spPr>
          <a:xfrm>
            <a:off x="72000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28"/>
          <p:cNvSpPr txBox="1"/>
          <p:nvPr>
            <p:ph idx="4" type="subTitle"/>
          </p:nvPr>
        </p:nvSpPr>
        <p:spPr>
          <a:xfrm>
            <a:off x="3419271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28"/>
          <p:cNvSpPr txBox="1"/>
          <p:nvPr>
            <p:ph idx="5" type="subTitle"/>
          </p:nvPr>
        </p:nvSpPr>
        <p:spPr>
          <a:xfrm>
            <a:off x="611855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28"/>
          <p:cNvSpPr txBox="1"/>
          <p:nvPr>
            <p:ph idx="6" type="subTitle"/>
          </p:nvPr>
        </p:nvSpPr>
        <p:spPr>
          <a:xfrm>
            <a:off x="611855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28"/>
          <p:cNvSpPr txBox="1"/>
          <p:nvPr>
            <p:ph idx="7" type="subTitle"/>
          </p:nvPr>
        </p:nvSpPr>
        <p:spPr>
          <a:xfrm>
            <a:off x="72000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5" name="Google Shape;625;p28"/>
          <p:cNvSpPr txBox="1"/>
          <p:nvPr>
            <p:ph idx="8" type="subTitle"/>
          </p:nvPr>
        </p:nvSpPr>
        <p:spPr>
          <a:xfrm>
            <a:off x="3419275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6" name="Google Shape;626;p28"/>
          <p:cNvSpPr txBox="1"/>
          <p:nvPr>
            <p:ph idx="9" type="subTitle"/>
          </p:nvPr>
        </p:nvSpPr>
        <p:spPr>
          <a:xfrm>
            <a:off x="611855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7" name="Google Shape;627;p28"/>
          <p:cNvSpPr txBox="1"/>
          <p:nvPr>
            <p:ph idx="13" type="subTitle"/>
          </p:nvPr>
        </p:nvSpPr>
        <p:spPr>
          <a:xfrm>
            <a:off x="611855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8" name="Google Shape;628;p28"/>
          <p:cNvSpPr txBox="1"/>
          <p:nvPr>
            <p:ph idx="14" type="subTitle"/>
          </p:nvPr>
        </p:nvSpPr>
        <p:spPr>
          <a:xfrm>
            <a:off x="72000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29" name="Google Shape;629;p28"/>
          <p:cNvSpPr txBox="1"/>
          <p:nvPr>
            <p:ph idx="15" type="subTitle"/>
          </p:nvPr>
        </p:nvSpPr>
        <p:spPr>
          <a:xfrm>
            <a:off x="3419275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630" name="Google Shape;630;p2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631" name="Google Shape;631;p28"/>
          <p:cNvGrpSpPr/>
          <p:nvPr/>
        </p:nvGrpSpPr>
        <p:grpSpPr>
          <a:xfrm>
            <a:off x="-2516" y="-7"/>
            <a:ext cx="9144016" cy="5701549"/>
            <a:chOff x="-4" y="693"/>
            <a:chExt cx="9144016" cy="5701549"/>
          </a:xfrm>
        </p:grpSpPr>
        <p:sp>
          <p:nvSpPr>
            <p:cNvPr id="632" name="Google Shape;632;p28"/>
            <p:cNvSpPr/>
            <p:nvPr/>
          </p:nvSpPr>
          <p:spPr>
            <a:xfrm>
              <a:off x="3967031" y="4717814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28"/>
            <p:cNvSpPr/>
            <p:nvPr/>
          </p:nvSpPr>
          <p:spPr>
            <a:xfrm flipH="1" rot="5400000">
              <a:off x="8002359" y="-208854"/>
              <a:ext cx="932107" cy="1351201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28"/>
            <p:cNvSpPr/>
            <p:nvPr/>
          </p:nvSpPr>
          <p:spPr>
            <a:xfrm flipH="1" rot="5400000">
              <a:off x="-320540" y="3212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28"/>
          <p:cNvGrpSpPr/>
          <p:nvPr/>
        </p:nvGrpSpPr>
        <p:grpSpPr>
          <a:xfrm>
            <a:off x="162651" y="1804335"/>
            <a:ext cx="8813666" cy="2272296"/>
            <a:chOff x="162651" y="1804335"/>
            <a:chExt cx="8813666" cy="2272296"/>
          </a:xfrm>
        </p:grpSpPr>
        <p:grpSp>
          <p:nvGrpSpPr>
            <p:cNvPr id="636" name="Google Shape;636;p28"/>
            <p:cNvGrpSpPr/>
            <p:nvPr/>
          </p:nvGrpSpPr>
          <p:grpSpPr>
            <a:xfrm>
              <a:off x="8742554" y="2933569"/>
              <a:ext cx="116815" cy="138107"/>
              <a:chOff x="6497095" y="450085"/>
              <a:chExt cx="40542" cy="47927"/>
            </a:xfrm>
          </p:grpSpPr>
          <p:grpSp>
            <p:nvGrpSpPr>
              <p:cNvPr id="637" name="Google Shape;637;p2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638" name="Google Shape;638;p2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2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0" name="Google Shape;640;p2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2" name="Google Shape;642;p28"/>
            <p:cNvGrpSpPr/>
            <p:nvPr/>
          </p:nvGrpSpPr>
          <p:grpSpPr>
            <a:xfrm>
              <a:off x="324737" y="3396619"/>
              <a:ext cx="116945" cy="138006"/>
              <a:chOff x="6702665" y="517851"/>
              <a:chExt cx="40588" cy="47892"/>
            </a:xfrm>
          </p:grpSpPr>
          <p:sp>
            <p:nvSpPr>
              <p:cNvPr id="643" name="Google Shape;643;p28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8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5" name="Google Shape;645;p28"/>
            <p:cNvGrpSpPr/>
            <p:nvPr/>
          </p:nvGrpSpPr>
          <p:grpSpPr>
            <a:xfrm>
              <a:off x="162651" y="3938786"/>
              <a:ext cx="116945" cy="137845"/>
              <a:chOff x="6585891" y="729779"/>
              <a:chExt cx="40588" cy="47836"/>
            </a:xfrm>
          </p:grpSpPr>
          <p:sp>
            <p:nvSpPr>
              <p:cNvPr id="646" name="Google Shape;646;p2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" name="Google Shape;648;p28"/>
            <p:cNvGrpSpPr/>
            <p:nvPr/>
          </p:nvGrpSpPr>
          <p:grpSpPr>
            <a:xfrm>
              <a:off x="8650722" y="1804335"/>
              <a:ext cx="117076" cy="137976"/>
              <a:chOff x="6555868" y="600606"/>
              <a:chExt cx="40633" cy="47882"/>
            </a:xfrm>
          </p:grpSpPr>
          <p:sp>
            <p:nvSpPr>
              <p:cNvPr id="649" name="Google Shape;649;p28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28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1" name="Google Shape;651;p28"/>
            <p:cNvGrpSpPr/>
            <p:nvPr/>
          </p:nvGrpSpPr>
          <p:grpSpPr>
            <a:xfrm>
              <a:off x="8859372" y="2340702"/>
              <a:ext cx="116945" cy="137843"/>
              <a:chOff x="6857364" y="533158"/>
              <a:chExt cx="40588" cy="47836"/>
            </a:xfrm>
          </p:grpSpPr>
          <p:sp>
            <p:nvSpPr>
              <p:cNvPr id="652" name="Google Shape;652;p28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28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9"/>
          <p:cNvSpPr txBox="1"/>
          <p:nvPr>
            <p:ph hasCustomPrompt="1" type="title"/>
          </p:nvPr>
        </p:nvSpPr>
        <p:spPr>
          <a:xfrm rot="-227">
            <a:off x="3667335" y="2006396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6" name="Google Shape;656;p29"/>
          <p:cNvSpPr txBox="1"/>
          <p:nvPr>
            <p:ph idx="1" type="subTitle"/>
          </p:nvPr>
        </p:nvSpPr>
        <p:spPr>
          <a:xfrm>
            <a:off x="3667289" y="274660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29"/>
          <p:cNvSpPr txBox="1"/>
          <p:nvPr>
            <p:ph hasCustomPrompt="1" idx="2" type="title"/>
          </p:nvPr>
        </p:nvSpPr>
        <p:spPr>
          <a:xfrm rot="-227">
            <a:off x="3667305" y="542188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58" name="Google Shape;658;p29"/>
          <p:cNvSpPr txBox="1"/>
          <p:nvPr>
            <p:ph idx="3" type="subTitle"/>
          </p:nvPr>
        </p:nvSpPr>
        <p:spPr>
          <a:xfrm>
            <a:off x="3667275" y="1282552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hasCustomPrompt="1" idx="4" type="title"/>
          </p:nvPr>
        </p:nvSpPr>
        <p:spPr>
          <a:xfrm>
            <a:off x="3667305" y="3470286"/>
            <a:ext cx="45348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0" name="Google Shape;660;p29"/>
          <p:cNvSpPr txBox="1"/>
          <p:nvPr>
            <p:ph idx="5" type="subTitle"/>
          </p:nvPr>
        </p:nvSpPr>
        <p:spPr>
          <a:xfrm>
            <a:off x="3667275" y="421056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61" name="Google Shape;661;p29"/>
          <p:cNvGrpSpPr/>
          <p:nvPr/>
        </p:nvGrpSpPr>
        <p:grpSpPr>
          <a:xfrm>
            <a:off x="-9" y="-5"/>
            <a:ext cx="1636317" cy="5143500"/>
            <a:chOff x="-9" y="-5"/>
            <a:chExt cx="1636317" cy="5143500"/>
          </a:xfrm>
        </p:grpSpPr>
        <p:sp>
          <p:nvSpPr>
            <p:cNvPr id="662" name="Google Shape;662;p29"/>
            <p:cNvSpPr/>
            <p:nvPr/>
          </p:nvSpPr>
          <p:spPr>
            <a:xfrm flipH="1" rot="-5400000">
              <a:off x="-57566" y="3449621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29"/>
            <p:cNvSpPr/>
            <p:nvPr/>
          </p:nvSpPr>
          <p:spPr>
            <a:xfrm rot="10800000">
              <a:off x="3" y="-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0"/>
          <p:cNvSpPr txBox="1"/>
          <p:nvPr>
            <p:ph type="ctrTitle"/>
          </p:nvPr>
        </p:nvSpPr>
        <p:spPr>
          <a:xfrm>
            <a:off x="720000" y="2191625"/>
            <a:ext cx="36216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6" name="Google Shape;666;p30"/>
          <p:cNvSpPr txBox="1"/>
          <p:nvPr>
            <p:ph idx="1" type="subTitle"/>
          </p:nvPr>
        </p:nvSpPr>
        <p:spPr>
          <a:xfrm>
            <a:off x="720000" y="3285725"/>
            <a:ext cx="3621600" cy="13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7" name="Google Shape;667;p30"/>
          <p:cNvSpPr txBox="1"/>
          <p:nvPr>
            <p:ph idx="2" type="subTitle"/>
          </p:nvPr>
        </p:nvSpPr>
        <p:spPr>
          <a:xfrm rot="-1139">
            <a:off x="4809350" y="4238825"/>
            <a:ext cx="3621600" cy="36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68" name="Google Shape;668;p30"/>
          <p:cNvGrpSpPr/>
          <p:nvPr/>
        </p:nvGrpSpPr>
        <p:grpSpPr>
          <a:xfrm>
            <a:off x="169035" y="2078516"/>
            <a:ext cx="8761604" cy="1008894"/>
            <a:chOff x="169035" y="2078516"/>
            <a:chExt cx="8761604" cy="1008894"/>
          </a:xfrm>
        </p:grpSpPr>
        <p:grpSp>
          <p:nvGrpSpPr>
            <p:cNvPr id="669" name="Google Shape;669;p30"/>
            <p:cNvGrpSpPr/>
            <p:nvPr/>
          </p:nvGrpSpPr>
          <p:grpSpPr>
            <a:xfrm>
              <a:off x="169035" y="2777541"/>
              <a:ext cx="81022" cy="95476"/>
              <a:chOff x="6395264" y="541833"/>
              <a:chExt cx="40633" cy="47882"/>
            </a:xfrm>
          </p:grpSpPr>
          <p:sp>
            <p:nvSpPr>
              <p:cNvPr id="670" name="Google Shape;670;p30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0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p30"/>
            <p:cNvGrpSpPr/>
            <p:nvPr/>
          </p:nvGrpSpPr>
          <p:grpSpPr>
            <a:xfrm>
              <a:off x="8849617" y="2991934"/>
              <a:ext cx="81022" cy="95476"/>
              <a:chOff x="6555868" y="600606"/>
              <a:chExt cx="40633" cy="47882"/>
            </a:xfrm>
          </p:grpSpPr>
          <p:sp>
            <p:nvSpPr>
              <p:cNvPr id="673" name="Google Shape;673;p30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30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5" name="Google Shape;675;p30"/>
            <p:cNvGrpSpPr/>
            <p:nvPr/>
          </p:nvGrpSpPr>
          <p:grpSpPr>
            <a:xfrm>
              <a:off x="8737599" y="2321918"/>
              <a:ext cx="80932" cy="95384"/>
              <a:chOff x="6857364" y="533158"/>
              <a:chExt cx="40588" cy="47836"/>
            </a:xfrm>
          </p:grpSpPr>
          <p:sp>
            <p:nvSpPr>
              <p:cNvPr id="676" name="Google Shape;676;p30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30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30"/>
            <p:cNvGrpSpPr/>
            <p:nvPr/>
          </p:nvGrpSpPr>
          <p:grpSpPr>
            <a:xfrm>
              <a:off x="438828" y="2078516"/>
              <a:ext cx="80933" cy="95567"/>
              <a:chOff x="6244107" y="519805"/>
              <a:chExt cx="40588" cy="47927"/>
            </a:xfrm>
          </p:grpSpPr>
          <p:grpSp>
            <p:nvGrpSpPr>
              <p:cNvPr id="679" name="Google Shape;679;p30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680" name="Google Shape;680;p3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3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2" name="Google Shape;682;p30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0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4" name="Google Shape;684;p30"/>
          <p:cNvSpPr txBox="1"/>
          <p:nvPr/>
        </p:nvSpPr>
        <p:spPr>
          <a:xfrm>
            <a:off x="4809350" y="3285722"/>
            <a:ext cx="36216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including icons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infographics &amp; images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31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687" name="Google Shape;687;p31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1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9" name="Google Shape;689;p31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690" name="Google Shape;690;p31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31"/>
          <p:cNvGrpSpPr/>
          <p:nvPr/>
        </p:nvGrpSpPr>
        <p:grpSpPr>
          <a:xfrm>
            <a:off x="303643" y="1373305"/>
            <a:ext cx="956948" cy="818436"/>
            <a:chOff x="6107743" y="29317"/>
            <a:chExt cx="514543" cy="440067"/>
          </a:xfrm>
        </p:grpSpPr>
        <p:sp>
          <p:nvSpPr>
            <p:cNvPr id="697" name="Google Shape;697;p31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1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1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32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705" name="Google Shape;705;p32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2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2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32"/>
          <p:cNvGrpSpPr/>
          <p:nvPr/>
        </p:nvGrpSpPr>
        <p:grpSpPr>
          <a:xfrm>
            <a:off x="8711764" y="2842226"/>
            <a:ext cx="118351" cy="139904"/>
            <a:chOff x="6497095" y="450085"/>
            <a:chExt cx="40542" cy="47927"/>
          </a:xfrm>
        </p:grpSpPr>
        <p:grpSp>
          <p:nvGrpSpPr>
            <p:cNvPr id="709" name="Google Shape;709;p32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710" name="Google Shape;710;p32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2" name="Google Shape;712;p32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2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4" name="Google Shape;714;p32"/>
          <p:cNvGrpSpPr/>
          <p:nvPr/>
        </p:nvGrpSpPr>
        <p:grpSpPr>
          <a:xfrm>
            <a:off x="319399" y="1858423"/>
            <a:ext cx="118616" cy="139771"/>
            <a:chOff x="6395264" y="541833"/>
            <a:chExt cx="40633" cy="47882"/>
          </a:xfrm>
        </p:grpSpPr>
        <p:sp>
          <p:nvSpPr>
            <p:cNvPr id="715" name="Google Shape;715;p32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7" name="Google Shape;717;p32"/>
          <p:cNvGrpSpPr/>
          <p:nvPr/>
        </p:nvGrpSpPr>
        <p:grpSpPr>
          <a:xfrm>
            <a:off x="8566226" y="2305356"/>
            <a:ext cx="118484" cy="139639"/>
            <a:chOff x="6585891" y="729779"/>
            <a:chExt cx="40588" cy="47836"/>
          </a:xfrm>
        </p:grpSpPr>
        <p:sp>
          <p:nvSpPr>
            <p:cNvPr id="718" name="Google Shape;718;p32"/>
            <p:cNvSpPr/>
            <p:nvPr/>
          </p:nvSpPr>
          <p:spPr>
            <a:xfrm>
              <a:off x="6598154" y="729779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249"/>
                    <a:pt x="42044" y="39834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6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4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7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3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2"/>
            <p:cNvSpPr/>
            <p:nvPr/>
          </p:nvSpPr>
          <p:spPr>
            <a:xfrm>
              <a:off x="6585891" y="739318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649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p32"/>
          <p:cNvGrpSpPr/>
          <p:nvPr/>
        </p:nvGrpSpPr>
        <p:grpSpPr>
          <a:xfrm>
            <a:off x="200784" y="2501874"/>
            <a:ext cx="118616" cy="139771"/>
            <a:chOff x="6555868" y="600606"/>
            <a:chExt cx="40633" cy="47882"/>
          </a:xfrm>
        </p:grpSpPr>
        <p:sp>
          <p:nvSpPr>
            <p:cNvPr id="721" name="Google Shape;721;p32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32"/>
          <p:cNvGrpSpPr/>
          <p:nvPr/>
        </p:nvGrpSpPr>
        <p:grpSpPr>
          <a:xfrm>
            <a:off x="508209" y="4737572"/>
            <a:ext cx="118486" cy="139904"/>
            <a:chOff x="6344757" y="429555"/>
            <a:chExt cx="40588" cy="47927"/>
          </a:xfrm>
        </p:grpSpPr>
        <p:grpSp>
          <p:nvGrpSpPr>
            <p:cNvPr id="724" name="Google Shape;724;p32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725" name="Google Shape;725;p3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7" name="Google Shape;727;p32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32"/>
          <p:cNvGrpSpPr/>
          <p:nvPr/>
        </p:nvGrpSpPr>
        <p:grpSpPr>
          <a:xfrm>
            <a:off x="568990" y="1072262"/>
            <a:ext cx="822408" cy="1372743"/>
            <a:chOff x="6607664" y="3016661"/>
            <a:chExt cx="530483" cy="885469"/>
          </a:xfrm>
        </p:grpSpPr>
        <p:sp>
          <p:nvSpPr>
            <p:cNvPr id="730" name="Google Shape;730;p32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2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2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2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2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2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5"/>
          <p:cNvSpPr/>
          <p:nvPr/>
        </p:nvSpPr>
        <p:spPr>
          <a:xfrm>
            <a:off x="8190650" y="30750"/>
            <a:ext cx="902100" cy="26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46" name="Google Shape;746;p35"/>
          <p:cNvSpPr txBox="1"/>
          <p:nvPr>
            <p:ph idx="1" type="subTitle"/>
          </p:nvPr>
        </p:nvSpPr>
        <p:spPr>
          <a:xfrm rot="-510">
            <a:off x="4390025" y="3457326"/>
            <a:ext cx="4040700" cy="42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47" name="Google Shape;747;p35"/>
          <p:cNvSpPr txBox="1"/>
          <p:nvPr>
            <p:ph type="ctrTitle"/>
          </p:nvPr>
        </p:nvSpPr>
        <p:spPr>
          <a:xfrm>
            <a:off x="3120775" y="1259575"/>
            <a:ext cx="5310000" cy="2074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b="1" sz="6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grpSp>
        <p:nvGrpSpPr>
          <p:cNvPr id="748" name="Google Shape;748;p35"/>
          <p:cNvGrpSpPr/>
          <p:nvPr/>
        </p:nvGrpSpPr>
        <p:grpSpPr>
          <a:xfrm>
            <a:off x="-1" y="11"/>
            <a:ext cx="9143627" cy="5143547"/>
            <a:chOff x="-1" y="11"/>
            <a:chExt cx="9143627" cy="5143547"/>
          </a:xfrm>
        </p:grpSpPr>
        <p:sp>
          <p:nvSpPr>
            <p:cNvPr id="749" name="Google Shape;749;p35"/>
            <p:cNvSpPr/>
            <p:nvPr/>
          </p:nvSpPr>
          <p:spPr>
            <a:xfrm flipH="1">
              <a:off x="-1" y="3370986"/>
              <a:ext cx="3673930" cy="177257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5"/>
            <p:cNvSpPr/>
            <p:nvPr/>
          </p:nvSpPr>
          <p:spPr>
            <a:xfrm>
              <a:off x="7597855" y="11"/>
              <a:ext cx="1545771" cy="1444174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35"/>
          <p:cNvGrpSpPr/>
          <p:nvPr/>
        </p:nvGrpSpPr>
        <p:grpSpPr>
          <a:xfrm>
            <a:off x="8622113" y="2231593"/>
            <a:ext cx="361906" cy="632772"/>
            <a:chOff x="8622113" y="2231593"/>
            <a:chExt cx="361906" cy="632772"/>
          </a:xfrm>
        </p:grpSpPr>
        <p:grpSp>
          <p:nvGrpSpPr>
            <p:cNvPr id="752" name="Google Shape;752;p35"/>
            <p:cNvGrpSpPr/>
            <p:nvPr/>
          </p:nvGrpSpPr>
          <p:grpSpPr>
            <a:xfrm>
              <a:off x="8622113" y="2231593"/>
              <a:ext cx="110624" cy="130774"/>
              <a:chOff x="6497095" y="450085"/>
              <a:chExt cx="40542" cy="47927"/>
            </a:xfrm>
          </p:grpSpPr>
          <p:grpSp>
            <p:nvGrpSpPr>
              <p:cNvPr id="753" name="Google Shape;753;p35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754" name="Google Shape;754;p3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35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6" name="Google Shape;756;p35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8" name="Google Shape;758;p35"/>
            <p:cNvGrpSpPr/>
            <p:nvPr/>
          </p:nvGrpSpPr>
          <p:grpSpPr>
            <a:xfrm>
              <a:off x="8873271" y="2733839"/>
              <a:ext cx="110748" cy="130526"/>
              <a:chOff x="6585891" y="729779"/>
              <a:chExt cx="40588" cy="47836"/>
            </a:xfrm>
          </p:grpSpPr>
          <p:sp>
            <p:nvSpPr>
              <p:cNvPr id="759" name="Google Shape;759;p35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5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1" name="Google Shape;761;p35"/>
          <p:cNvGrpSpPr/>
          <p:nvPr/>
        </p:nvGrpSpPr>
        <p:grpSpPr>
          <a:xfrm>
            <a:off x="253939" y="2644226"/>
            <a:ext cx="2039950" cy="2058660"/>
            <a:chOff x="253939" y="2644226"/>
            <a:chExt cx="2039950" cy="2058660"/>
          </a:xfrm>
        </p:grpSpPr>
        <p:grpSp>
          <p:nvGrpSpPr>
            <p:cNvPr id="762" name="Google Shape;762;p35"/>
            <p:cNvGrpSpPr/>
            <p:nvPr/>
          </p:nvGrpSpPr>
          <p:grpSpPr>
            <a:xfrm>
              <a:off x="2183141" y="4572207"/>
              <a:ext cx="110748" cy="130679"/>
              <a:chOff x="6702665" y="517851"/>
              <a:chExt cx="40588" cy="47892"/>
            </a:xfrm>
          </p:grpSpPr>
          <p:sp>
            <p:nvSpPr>
              <p:cNvPr id="763" name="Google Shape;763;p35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35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" name="Google Shape;765;p35"/>
            <p:cNvGrpSpPr/>
            <p:nvPr/>
          </p:nvGrpSpPr>
          <p:grpSpPr>
            <a:xfrm>
              <a:off x="253939" y="2644226"/>
              <a:ext cx="110871" cy="130650"/>
              <a:chOff x="6555868" y="600606"/>
              <a:chExt cx="40633" cy="47882"/>
            </a:xfrm>
          </p:grpSpPr>
          <p:sp>
            <p:nvSpPr>
              <p:cNvPr id="766" name="Google Shape;766;p35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/>
          <p:cNvSpPr txBox="1"/>
          <p:nvPr>
            <p:ph hasCustomPrompt="1" type="title"/>
          </p:nvPr>
        </p:nvSpPr>
        <p:spPr>
          <a:xfrm>
            <a:off x="713500" y="1309088"/>
            <a:ext cx="15843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0" name="Google Shape;770;p36"/>
          <p:cNvSpPr txBox="1"/>
          <p:nvPr>
            <p:ph idx="1" type="subTitle"/>
          </p:nvPr>
        </p:nvSpPr>
        <p:spPr>
          <a:xfrm rot="237">
            <a:off x="713500" y="3376150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1" name="Google Shape;771;p36"/>
          <p:cNvSpPr txBox="1"/>
          <p:nvPr>
            <p:ph idx="2" type="title"/>
          </p:nvPr>
        </p:nvSpPr>
        <p:spPr>
          <a:xfrm>
            <a:off x="713225" y="2445063"/>
            <a:ext cx="4360200" cy="8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772" name="Google Shape;772;p36"/>
          <p:cNvGrpSpPr/>
          <p:nvPr/>
        </p:nvGrpSpPr>
        <p:grpSpPr>
          <a:xfrm>
            <a:off x="-747" y="-361"/>
            <a:ext cx="9152592" cy="5143304"/>
            <a:chOff x="-747" y="-361"/>
            <a:chExt cx="9152592" cy="5143304"/>
          </a:xfrm>
        </p:grpSpPr>
        <p:sp>
          <p:nvSpPr>
            <p:cNvPr id="773" name="Google Shape;773;p36"/>
            <p:cNvSpPr/>
            <p:nvPr/>
          </p:nvSpPr>
          <p:spPr>
            <a:xfrm rot="5400000">
              <a:off x="6550080" y="2541178"/>
              <a:ext cx="2690172" cy="2513358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6"/>
            <p:cNvSpPr/>
            <p:nvPr/>
          </p:nvSpPr>
          <p:spPr>
            <a:xfrm rot="10800000">
              <a:off x="-747" y="-361"/>
              <a:ext cx="2773043" cy="133791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77" name="Google Shape;777;p37"/>
          <p:cNvSpPr txBox="1"/>
          <p:nvPr>
            <p:ph idx="1" type="body"/>
          </p:nvPr>
        </p:nvSpPr>
        <p:spPr>
          <a:xfrm>
            <a:off x="720000" y="1171742"/>
            <a:ext cx="7704000" cy="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78" name="Google Shape;778;p37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779" name="Google Shape;779;p37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780" name="Google Shape;780;p37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7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7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7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7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7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37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787" name="Google Shape;787;p37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7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7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7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7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7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37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794" name="Google Shape;794;p37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795" name="Google Shape;795;p3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37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97" name="Google Shape;797;p37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7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37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800" name="Google Shape;800;p37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7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37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803" name="Google Shape;803;p37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7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5" name="Google Shape;805;p37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806" name="Google Shape;806;p37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807" name="Google Shape;807;p37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37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09" name="Google Shape;809;p37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7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1" name="Google Shape;811;p37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812" name="Google Shape;812;p37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7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4" name="Google Shape;814;p37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815" name="Google Shape;815;p37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7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7" name="Google Shape;817;p37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818" name="Google Shape;818;p37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7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0" name="Google Shape;820;p37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1" name="Google Shape;821;p37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822" name="Google Shape;822;p37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823" name="Google Shape;823;p37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37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5" name="Google Shape;825;p37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7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7" name="Google Shape;827;p37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828" name="Google Shape;828;p37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7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0" name="Google Shape;830;p37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8"/>
          <p:cNvSpPr txBox="1"/>
          <p:nvPr>
            <p:ph idx="1" type="subTitle"/>
          </p:nvPr>
        </p:nvSpPr>
        <p:spPr>
          <a:xfrm>
            <a:off x="1366050" y="3870100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3" name="Google Shape;833;p38"/>
          <p:cNvSpPr txBox="1"/>
          <p:nvPr>
            <p:ph idx="2" type="subTitle"/>
          </p:nvPr>
        </p:nvSpPr>
        <p:spPr>
          <a:xfrm>
            <a:off x="1366025" y="2174638"/>
            <a:ext cx="66543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" name="Google Shape;834;p38"/>
          <p:cNvSpPr txBox="1"/>
          <p:nvPr>
            <p:ph idx="3" type="subTitle"/>
          </p:nvPr>
        </p:nvSpPr>
        <p:spPr>
          <a:xfrm>
            <a:off x="1366075" y="3352475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835" name="Google Shape;835;p38"/>
          <p:cNvSpPr txBox="1"/>
          <p:nvPr>
            <p:ph idx="4" type="subTitle"/>
          </p:nvPr>
        </p:nvSpPr>
        <p:spPr>
          <a:xfrm>
            <a:off x="1366050" y="1656963"/>
            <a:ext cx="6654300" cy="5178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836" name="Google Shape;836;p3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837" name="Google Shape;837;p38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838" name="Google Shape;838;p38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8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8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1" name="Google Shape;841;p38"/>
          <p:cNvGrpSpPr/>
          <p:nvPr/>
        </p:nvGrpSpPr>
        <p:grpSpPr>
          <a:xfrm>
            <a:off x="200784" y="817612"/>
            <a:ext cx="8943214" cy="4059864"/>
            <a:chOff x="200784" y="817612"/>
            <a:chExt cx="8943214" cy="4059864"/>
          </a:xfrm>
        </p:grpSpPr>
        <p:grpSp>
          <p:nvGrpSpPr>
            <p:cNvPr id="842" name="Google Shape;842;p38"/>
            <p:cNvGrpSpPr/>
            <p:nvPr/>
          </p:nvGrpSpPr>
          <p:grpSpPr>
            <a:xfrm>
              <a:off x="8711764" y="2842226"/>
              <a:ext cx="118351" cy="139904"/>
              <a:chOff x="6497095" y="450085"/>
              <a:chExt cx="40542" cy="47927"/>
            </a:xfrm>
          </p:grpSpPr>
          <p:grpSp>
            <p:nvGrpSpPr>
              <p:cNvPr id="843" name="Google Shape;843;p3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844" name="Google Shape;844;p3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3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6" name="Google Shape;846;p3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8" name="Google Shape;848;p38"/>
            <p:cNvGrpSpPr/>
            <p:nvPr/>
          </p:nvGrpSpPr>
          <p:grpSpPr>
            <a:xfrm>
              <a:off x="319399" y="1858423"/>
              <a:ext cx="118616" cy="139771"/>
              <a:chOff x="6395264" y="541833"/>
              <a:chExt cx="40633" cy="47882"/>
            </a:xfrm>
          </p:grpSpPr>
          <p:sp>
            <p:nvSpPr>
              <p:cNvPr id="849" name="Google Shape;849;p38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8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1" name="Google Shape;851;p38"/>
            <p:cNvGrpSpPr/>
            <p:nvPr/>
          </p:nvGrpSpPr>
          <p:grpSpPr>
            <a:xfrm>
              <a:off x="8566226" y="2305356"/>
              <a:ext cx="118484" cy="139639"/>
              <a:chOff x="6585891" y="729779"/>
              <a:chExt cx="40588" cy="47836"/>
            </a:xfrm>
          </p:grpSpPr>
          <p:sp>
            <p:nvSpPr>
              <p:cNvPr id="852" name="Google Shape;852;p3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4" name="Google Shape;854;p38"/>
            <p:cNvGrpSpPr/>
            <p:nvPr/>
          </p:nvGrpSpPr>
          <p:grpSpPr>
            <a:xfrm>
              <a:off x="200784" y="2501874"/>
              <a:ext cx="118616" cy="139771"/>
              <a:chOff x="6555868" y="600606"/>
              <a:chExt cx="40633" cy="47882"/>
            </a:xfrm>
          </p:grpSpPr>
          <p:sp>
            <p:nvSpPr>
              <p:cNvPr id="855" name="Google Shape;855;p38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38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7" name="Google Shape;857;p38"/>
            <p:cNvGrpSpPr/>
            <p:nvPr/>
          </p:nvGrpSpPr>
          <p:grpSpPr>
            <a:xfrm>
              <a:off x="508209" y="4737572"/>
              <a:ext cx="118486" cy="139904"/>
              <a:chOff x="6344757" y="429555"/>
              <a:chExt cx="40588" cy="47927"/>
            </a:xfrm>
          </p:grpSpPr>
          <p:grpSp>
            <p:nvGrpSpPr>
              <p:cNvPr id="858" name="Google Shape;858;p38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859" name="Google Shape;859;p38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38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1" name="Google Shape;861;p38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8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3" name="Google Shape;863;p38"/>
            <p:cNvGrpSpPr/>
            <p:nvPr/>
          </p:nvGrpSpPr>
          <p:grpSpPr>
            <a:xfrm>
              <a:off x="8321590" y="817612"/>
              <a:ext cx="822408" cy="1372743"/>
              <a:chOff x="6607664" y="3016661"/>
              <a:chExt cx="530483" cy="885469"/>
            </a:xfrm>
          </p:grpSpPr>
          <p:sp>
            <p:nvSpPr>
              <p:cNvPr id="864" name="Google Shape;864;p38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38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8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8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8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8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8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8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9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874" name="Google Shape;874;p39"/>
          <p:cNvGrpSpPr/>
          <p:nvPr/>
        </p:nvGrpSpPr>
        <p:grpSpPr>
          <a:xfrm>
            <a:off x="-618764" y="767631"/>
            <a:ext cx="10483800" cy="4375441"/>
            <a:chOff x="-618764" y="767631"/>
            <a:chExt cx="10483800" cy="4375441"/>
          </a:xfrm>
        </p:grpSpPr>
        <p:grpSp>
          <p:nvGrpSpPr>
            <p:cNvPr id="875" name="Google Shape;875;p39"/>
            <p:cNvGrpSpPr/>
            <p:nvPr/>
          </p:nvGrpSpPr>
          <p:grpSpPr>
            <a:xfrm>
              <a:off x="-618764" y="767631"/>
              <a:ext cx="1237533" cy="976214"/>
              <a:chOff x="6636544" y="148135"/>
              <a:chExt cx="460392" cy="363161"/>
            </a:xfrm>
          </p:grpSpPr>
          <p:sp>
            <p:nvSpPr>
              <p:cNvPr id="876" name="Google Shape;876;p39"/>
              <p:cNvSpPr/>
              <p:nvPr/>
            </p:nvSpPr>
            <p:spPr>
              <a:xfrm>
                <a:off x="6645163" y="219035"/>
                <a:ext cx="99000" cy="48569"/>
              </a:xfrm>
              <a:custGeom>
                <a:rect b="b" l="l" r="r" t="t"/>
                <a:pathLst>
                  <a:path extrusionOk="0" h="73869" w="150570">
                    <a:moveTo>
                      <a:pt x="46945" y="73801"/>
                    </a:moveTo>
                    <a:lnTo>
                      <a:pt x="150570" y="13600"/>
                    </a:lnTo>
                    <a:cubicBezTo>
                      <a:pt x="150156" y="13186"/>
                      <a:pt x="149673" y="12841"/>
                      <a:pt x="149259" y="12427"/>
                    </a:cubicBezTo>
                    <a:cubicBezTo>
                      <a:pt x="148776" y="12012"/>
                      <a:pt x="148292" y="11598"/>
                      <a:pt x="147809" y="11253"/>
                    </a:cubicBezTo>
                    <a:cubicBezTo>
                      <a:pt x="147326" y="10839"/>
                      <a:pt x="146773" y="10494"/>
                      <a:pt x="146290" y="10079"/>
                    </a:cubicBezTo>
                    <a:cubicBezTo>
                      <a:pt x="146221" y="10010"/>
                      <a:pt x="146083" y="9941"/>
                      <a:pt x="146014" y="9872"/>
                    </a:cubicBezTo>
                    <a:cubicBezTo>
                      <a:pt x="146014" y="9872"/>
                      <a:pt x="145876" y="9803"/>
                      <a:pt x="145807" y="9734"/>
                    </a:cubicBezTo>
                    <a:cubicBezTo>
                      <a:pt x="145462" y="9458"/>
                      <a:pt x="145117" y="9182"/>
                      <a:pt x="144702" y="8975"/>
                    </a:cubicBezTo>
                    <a:cubicBezTo>
                      <a:pt x="144150" y="8630"/>
                      <a:pt x="143667" y="8284"/>
                      <a:pt x="143115" y="7939"/>
                    </a:cubicBezTo>
                    <a:cubicBezTo>
                      <a:pt x="142562" y="7594"/>
                      <a:pt x="142010" y="7249"/>
                      <a:pt x="141458" y="6904"/>
                    </a:cubicBezTo>
                    <a:cubicBezTo>
                      <a:pt x="141319" y="6835"/>
                      <a:pt x="141181" y="6766"/>
                      <a:pt x="141043" y="6697"/>
                    </a:cubicBezTo>
                    <a:cubicBezTo>
                      <a:pt x="140629" y="6420"/>
                      <a:pt x="140146" y="6213"/>
                      <a:pt x="139732" y="5937"/>
                    </a:cubicBezTo>
                    <a:cubicBezTo>
                      <a:pt x="139110" y="5592"/>
                      <a:pt x="138558" y="5316"/>
                      <a:pt x="137937" y="4971"/>
                    </a:cubicBezTo>
                    <a:cubicBezTo>
                      <a:pt x="137453" y="4694"/>
                      <a:pt x="136970" y="4487"/>
                      <a:pt x="136487" y="4280"/>
                    </a:cubicBezTo>
                    <a:cubicBezTo>
                      <a:pt x="136487" y="4280"/>
                      <a:pt x="136349" y="4280"/>
                      <a:pt x="136280" y="4211"/>
                    </a:cubicBezTo>
                    <a:cubicBezTo>
                      <a:pt x="136211" y="4211"/>
                      <a:pt x="136142" y="4142"/>
                      <a:pt x="136073" y="4142"/>
                    </a:cubicBezTo>
                    <a:cubicBezTo>
                      <a:pt x="135382" y="3866"/>
                      <a:pt x="134761" y="3590"/>
                      <a:pt x="134071" y="3314"/>
                    </a:cubicBezTo>
                    <a:cubicBezTo>
                      <a:pt x="133380" y="3038"/>
                      <a:pt x="132690" y="2761"/>
                      <a:pt x="131999" y="2554"/>
                    </a:cubicBezTo>
                    <a:cubicBezTo>
                      <a:pt x="131861" y="2554"/>
                      <a:pt x="131792" y="2554"/>
                      <a:pt x="131654" y="2485"/>
                    </a:cubicBezTo>
                    <a:cubicBezTo>
                      <a:pt x="131516" y="2485"/>
                      <a:pt x="131447" y="2416"/>
                      <a:pt x="131309" y="2347"/>
                    </a:cubicBezTo>
                    <a:cubicBezTo>
                      <a:pt x="130826" y="2209"/>
                      <a:pt x="130274" y="2002"/>
                      <a:pt x="129790" y="1864"/>
                    </a:cubicBezTo>
                    <a:cubicBezTo>
                      <a:pt x="129031" y="1657"/>
                      <a:pt x="128271" y="1450"/>
                      <a:pt x="127443" y="1243"/>
                    </a:cubicBezTo>
                    <a:cubicBezTo>
                      <a:pt x="127305" y="1243"/>
                      <a:pt x="127098" y="1174"/>
                      <a:pt x="126960" y="1105"/>
                    </a:cubicBezTo>
                    <a:cubicBezTo>
                      <a:pt x="126753" y="1105"/>
                      <a:pt x="126615" y="1036"/>
                      <a:pt x="126407" y="967"/>
                    </a:cubicBezTo>
                    <a:cubicBezTo>
                      <a:pt x="125924" y="828"/>
                      <a:pt x="125441" y="759"/>
                      <a:pt x="124958" y="621"/>
                    </a:cubicBezTo>
                    <a:cubicBezTo>
                      <a:pt x="124129" y="483"/>
                      <a:pt x="123232" y="345"/>
                      <a:pt x="122403" y="207"/>
                    </a:cubicBezTo>
                    <a:cubicBezTo>
                      <a:pt x="122334" y="207"/>
                      <a:pt x="122265" y="207"/>
                      <a:pt x="122127" y="207"/>
                    </a:cubicBezTo>
                    <a:cubicBezTo>
                      <a:pt x="121989" y="207"/>
                      <a:pt x="121851" y="207"/>
                      <a:pt x="121644" y="207"/>
                    </a:cubicBezTo>
                    <a:cubicBezTo>
                      <a:pt x="120953" y="138"/>
                      <a:pt x="120332" y="69"/>
                      <a:pt x="119642" y="0"/>
                    </a:cubicBezTo>
                    <a:cubicBezTo>
                      <a:pt x="119089" y="0"/>
                      <a:pt x="118468" y="0"/>
                      <a:pt x="117916" y="0"/>
                    </a:cubicBezTo>
                    <a:cubicBezTo>
                      <a:pt x="117709" y="0"/>
                      <a:pt x="117433" y="0"/>
                      <a:pt x="117225" y="0"/>
                    </a:cubicBezTo>
                    <a:cubicBezTo>
                      <a:pt x="117087" y="0"/>
                      <a:pt x="116949" y="0"/>
                      <a:pt x="116811" y="0"/>
                    </a:cubicBezTo>
                    <a:cubicBezTo>
                      <a:pt x="115776" y="0"/>
                      <a:pt x="114809" y="0"/>
                      <a:pt x="113843" y="138"/>
                    </a:cubicBezTo>
                    <a:cubicBezTo>
                      <a:pt x="113705" y="138"/>
                      <a:pt x="113566" y="138"/>
                      <a:pt x="113428" y="138"/>
                    </a:cubicBezTo>
                    <a:cubicBezTo>
                      <a:pt x="113083" y="138"/>
                      <a:pt x="112738" y="207"/>
                      <a:pt x="112393" y="276"/>
                    </a:cubicBezTo>
                    <a:cubicBezTo>
                      <a:pt x="111840" y="345"/>
                      <a:pt x="111219" y="414"/>
                      <a:pt x="110667" y="483"/>
                    </a:cubicBezTo>
                    <a:cubicBezTo>
                      <a:pt x="110391" y="483"/>
                      <a:pt x="110115" y="621"/>
                      <a:pt x="109838" y="690"/>
                    </a:cubicBezTo>
                    <a:cubicBezTo>
                      <a:pt x="109286" y="828"/>
                      <a:pt x="108803" y="967"/>
                      <a:pt x="108251" y="1105"/>
                    </a:cubicBezTo>
                    <a:cubicBezTo>
                      <a:pt x="107905" y="1243"/>
                      <a:pt x="107491" y="1243"/>
                      <a:pt x="107215" y="1381"/>
                    </a:cubicBezTo>
                    <a:cubicBezTo>
                      <a:pt x="106663" y="1588"/>
                      <a:pt x="106110" y="1795"/>
                      <a:pt x="105558" y="2071"/>
                    </a:cubicBezTo>
                    <a:cubicBezTo>
                      <a:pt x="104868" y="2347"/>
                      <a:pt x="104246" y="2692"/>
                      <a:pt x="103625" y="3038"/>
                    </a:cubicBezTo>
                    <a:lnTo>
                      <a:pt x="0" y="63238"/>
                    </a:lnTo>
                    <a:cubicBezTo>
                      <a:pt x="621" y="62893"/>
                      <a:pt x="1243" y="62548"/>
                      <a:pt x="1933" y="62272"/>
                    </a:cubicBezTo>
                    <a:cubicBezTo>
                      <a:pt x="2761" y="61857"/>
                      <a:pt x="3728" y="61581"/>
                      <a:pt x="4695" y="61305"/>
                    </a:cubicBezTo>
                    <a:cubicBezTo>
                      <a:pt x="5178" y="61167"/>
                      <a:pt x="5730" y="61029"/>
                      <a:pt x="6282" y="60891"/>
                    </a:cubicBezTo>
                    <a:cubicBezTo>
                      <a:pt x="7111" y="60684"/>
                      <a:pt x="7939" y="60546"/>
                      <a:pt x="8768" y="60408"/>
                    </a:cubicBezTo>
                    <a:cubicBezTo>
                      <a:pt x="9113" y="60408"/>
                      <a:pt x="9458" y="60270"/>
                      <a:pt x="9803" y="60270"/>
                    </a:cubicBezTo>
                    <a:cubicBezTo>
                      <a:pt x="11046" y="60131"/>
                      <a:pt x="12289" y="60062"/>
                      <a:pt x="13531" y="60062"/>
                    </a:cubicBezTo>
                    <a:cubicBezTo>
                      <a:pt x="13738" y="60062"/>
                      <a:pt x="14015" y="60062"/>
                      <a:pt x="14222" y="60062"/>
                    </a:cubicBezTo>
                    <a:cubicBezTo>
                      <a:pt x="15464" y="60062"/>
                      <a:pt x="16638" y="60200"/>
                      <a:pt x="17950" y="60339"/>
                    </a:cubicBezTo>
                    <a:cubicBezTo>
                      <a:pt x="18088" y="60339"/>
                      <a:pt x="18226" y="60339"/>
                      <a:pt x="18433" y="60339"/>
                    </a:cubicBezTo>
                    <a:cubicBezTo>
                      <a:pt x="19814" y="60546"/>
                      <a:pt x="21194" y="60753"/>
                      <a:pt x="22644" y="61098"/>
                    </a:cubicBezTo>
                    <a:cubicBezTo>
                      <a:pt x="22851" y="61098"/>
                      <a:pt x="22989" y="61167"/>
                      <a:pt x="23197" y="61236"/>
                    </a:cubicBezTo>
                    <a:cubicBezTo>
                      <a:pt x="24646" y="61581"/>
                      <a:pt x="26096" y="61996"/>
                      <a:pt x="27546" y="62479"/>
                    </a:cubicBezTo>
                    <a:cubicBezTo>
                      <a:pt x="27684" y="62479"/>
                      <a:pt x="27753" y="62548"/>
                      <a:pt x="27891" y="62617"/>
                    </a:cubicBezTo>
                    <a:cubicBezTo>
                      <a:pt x="29410" y="63169"/>
                      <a:pt x="30929" y="63721"/>
                      <a:pt x="32517" y="64481"/>
                    </a:cubicBezTo>
                    <a:cubicBezTo>
                      <a:pt x="32517" y="64481"/>
                      <a:pt x="32655" y="64481"/>
                      <a:pt x="32724" y="64550"/>
                    </a:cubicBezTo>
                    <a:cubicBezTo>
                      <a:pt x="34312" y="65240"/>
                      <a:pt x="35830" y="66069"/>
                      <a:pt x="37349" y="66966"/>
                    </a:cubicBezTo>
                    <a:cubicBezTo>
                      <a:pt x="38937" y="67864"/>
                      <a:pt x="40525" y="68899"/>
                      <a:pt x="42113" y="70073"/>
                    </a:cubicBezTo>
                    <a:cubicBezTo>
                      <a:pt x="42113" y="70073"/>
                      <a:pt x="42251" y="70142"/>
                      <a:pt x="42320" y="70211"/>
                    </a:cubicBezTo>
                    <a:cubicBezTo>
                      <a:pt x="43908" y="71316"/>
                      <a:pt x="45427" y="72558"/>
                      <a:pt x="46876" y="7387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9"/>
              <p:cNvSpPr/>
              <p:nvPr/>
            </p:nvSpPr>
            <p:spPr>
              <a:xfrm>
                <a:off x="6686632" y="202957"/>
                <a:ext cx="111619" cy="61143"/>
              </a:xfrm>
              <a:custGeom>
                <a:rect b="b" l="l" r="r" t="t"/>
                <a:pathLst>
                  <a:path extrusionOk="0" h="92993" w="169762">
                    <a:moveTo>
                      <a:pt x="52745" y="78565"/>
                    </a:moveTo>
                    <a:cubicBezTo>
                      <a:pt x="52745" y="78565"/>
                      <a:pt x="52883" y="78703"/>
                      <a:pt x="52952" y="78772"/>
                    </a:cubicBezTo>
                    <a:cubicBezTo>
                      <a:pt x="55299" y="80843"/>
                      <a:pt x="57508" y="83052"/>
                      <a:pt x="59717" y="85399"/>
                    </a:cubicBezTo>
                    <a:cubicBezTo>
                      <a:pt x="59717" y="85399"/>
                      <a:pt x="59717" y="85399"/>
                      <a:pt x="59717" y="85399"/>
                    </a:cubicBezTo>
                    <a:cubicBezTo>
                      <a:pt x="61927" y="87816"/>
                      <a:pt x="64067" y="90301"/>
                      <a:pt x="66138" y="92993"/>
                    </a:cubicBezTo>
                    <a:lnTo>
                      <a:pt x="169763" y="32793"/>
                    </a:lnTo>
                    <a:cubicBezTo>
                      <a:pt x="169418" y="32379"/>
                      <a:pt x="169142" y="31964"/>
                      <a:pt x="168796" y="31550"/>
                    </a:cubicBezTo>
                    <a:cubicBezTo>
                      <a:pt x="168175" y="30791"/>
                      <a:pt x="167623" y="30100"/>
                      <a:pt x="167001" y="29341"/>
                    </a:cubicBezTo>
                    <a:cubicBezTo>
                      <a:pt x="166380" y="28651"/>
                      <a:pt x="165828" y="27891"/>
                      <a:pt x="165206" y="27201"/>
                    </a:cubicBezTo>
                    <a:cubicBezTo>
                      <a:pt x="164585" y="26510"/>
                      <a:pt x="163964" y="2582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3342" y="25130"/>
                      <a:pt x="163342" y="25130"/>
                      <a:pt x="163342" y="25130"/>
                    </a:cubicBezTo>
                    <a:cubicBezTo>
                      <a:pt x="162652" y="24439"/>
                      <a:pt x="162031" y="23680"/>
                      <a:pt x="161340" y="22989"/>
                    </a:cubicBezTo>
                    <a:cubicBezTo>
                      <a:pt x="160650" y="22230"/>
                      <a:pt x="159891" y="21540"/>
                      <a:pt x="159200" y="20849"/>
                    </a:cubicBezTo>
                    <a:cubicBezTo>
                      <a:pt x="158441" y="20159"/>
                      <a:pt x="157681" y="19399"/>
                      <a:pt x="156922" y="18709"/>
                    </a:cubicBezTo>
                    <a:cubicBezTo>
                      <a:pt x="156853" y="18640"/>
                      <a:pt x="156715" y="18571"/>
                      <a:pt x="156646" y="18433"/>
                    </a:cubicBezTo>
                    <a:cubicBezTo>
                      <a:pt x="156577" y="18433"/>
                      <a:pt x="156508" y="18295"/>
                      <a:pt x="156439" y="18226"/>
                    </a:cubicBezTo>
                    <a:cubicBezTo>
                      <a:pt x="155817" y="17674"/>
                      <a:pt x="155196" y="17121"/>
                      <a:pt x="154575" y="16569"/>
                    </a:cubicBezTo>
                    <a:cubicBezTo>
                      <a:pt x="153746" y="15879"/>
                      <a:pt x="152987" y="15257"/>
                      <a:pt x="152158" y="14636"/>
                    </a:cubicBezTo>
                    <a:cubicBezTo>
                      <a:pt x="151330" y="14015"/>
                      <a:pt x="150571" y="13393"/>
                      <a:pt x="149742" y="12772"/>
                    </a:cubicBezTo>
                    <a:cubicBezTo>
                      <a:pt x="149673" y="12772"/>
                      <a:pt x="149535" y="12634"/>
                      <a:pt x="149466" y="12565"/>
                    </a:cubicBezTo>
                    <a:cubicBezTo>
                      <a:pt x="149466" y="12565"/>
                      <a:pt x="149328" y="12496"/>
                      <a:pt x="149259" y="12427"/>
                    </a:cubicBezTo>
                    <a:cubicBezTo>
                      <a:pt x="148637" y="11943"/>
                      <a:pt x="147947" y="11460"/>
                      <a:pt x="147326" y="11046"/>
                    </a:cubicBezTo>
                    <a:cubicBezTo>
                      <a:pt x="146566" y="10494"/>
                      <a:pt x="145738" y="10010"/>
                      <a:pt x="144978" y="9458"/>
                    </a:cubicBezTo>
                    <a:cubicBezTo>
                      <a:pt x="144219" y="8975"/>
                      <a:pt x="143391" y="8492"/>
                      <a:pt x="142631" y="8008"/>
                    </a:cubicBezTo>
                    <a:cubicBezTo>
                      <a:pt x="142424" y="7870"/>
                      <a:pt x="142286" y="7801"/>
                      <a:pt x="142079" y="7663"/>
                    </a:cubicBezTo>
                    <a:cubicBezTo>
                      <a:pt x="141458" y="7318"/>
                      <a:pt x="140905" y="6973"/>
                      <a:pt x="140284" y="6628"/>
                    </a:cubicBezTo>
                    <a:cubicBezTo>
                      <a:pt x="139525" y="6213"/>
                      <a:pt x="138765" y="5799"/>
                      <a:pt x="137937" y="5454"/>
                    </a:cubicBezTo>
                    <a:cubicBezTo>
                      <a:pt x="137177" y="5109"/>
                      <a:pt x="136418" y="4695"/>
                      <a:pt x="135658" y="4349"/>
                    </a:cubicBezTo>
                    <a:cubicBezTo>
                      <a:pt x="135520" y="4280"/>
                      <a:pt x="135313" y="4211"/>
                      <a:pt x="135175" y="4142"/>
                    </a:cubicBezTo>
                    <a:cubicBezTo>
                      <a:pt x="135106" y="4142"/>
                      <a:pt x="134968" y="4073"/>
                      <a:pt x="134899" y="4004"/>
                    </a:cubicBezTo>
                    <a:cubicBezTo>
                      <a:pt x="134416" y="3797"/>
                      <a:pt x="133863" y="3590"/>
                      <a:pt x="133380" y="3383"/>
                    </a:cubicBezTo>
                    <a:cubicBezTo>
                      <a:pt x="132621" y="3107"/>
                      <a:pt x="131861" y="2762"/>
                      <a:pt x="131102" y="2554"/>
                    </a:cubicBezTo>
                    <a:cubicBezTo>
                      <a:pt x="130343" y="2278"/>
                      <a:pt x="129583" y="2002"/>
                      <a:pt x="128824" y="1795"/>
                    </a:cubicBezTo>
                    <a:cubicBezTo>
                      <a:pt x="128686" y="1795"/>
                      <a:pt x="128479" y="1726"/>
                      <a:pt x="128340" y="1657"/>
                    </a:cubicBezTo>
                    <a:cubicBezTo>
                      <a:pt x="128271" y="1657"/>
                      <a:pt x="128133" y="1657"/>
                      <a:pt x="128064" y="1588"/>
                    </a:cubicBezTo>
                    <a:cubicBezTo>
                      <a:pt x="127581" y="1450"/>
                      <a:pt x="127029" y="1312"/>
                      <a:pt x="126546" y="1174"/>
                    </a:cubicBezTo>
                    <a:cubicBezTo>
                      <a:pt x="125786" y="967"/>
                      <a:pt x="125027" y="828"/>
                      <a:pt x="124267" y="690"/>
                    </a:cubicBezTo>
                    <a:cubicBezTo>
                      <a:pt x="123508" y="552"/>
                      <a:pt x="122679" y="414"/>
                      <a:pt x="121920" y="276"/>
                    </a:cubicBezTo>
                    <a:cubicBezTo>
                      <a:pt x="121851" y="276"/>
                      <a:pt x="121782" y="276"/>
                      <a:pt x="121713" y="276"/>
                    </a:cubicBezTo>
                    <a:cubicBezTo>
                      <a:pt x="121713" y="276"/>
                      <a:pt x="121575" y="276"/>
                      <a:pt x="121506" y="276"/>
                    </a:cubicBezTo>
                    <a:cubicBezTo>
                      <a:pt x="120884" y="207"/>
                      <a:pt x="120194" y="138"/>
                      <a:pt x="119573" y="69"/>
                    </a:cubicBezTo>
                    <a:cubicBezTo>
                      <a:pt x="118744" y="69"/>
                      <a:pt x="117916" y="0"/>
                      <a:pt x="117087" y="0"/>
                    </a:cubicBezTo>
                    <a:cubicBezTo>
                      <a:pt x="116466" y="0"/>
                      <a:pt x="115914" y="0"/>
                      <a:pt x="115361" y="0"/>
                    </a:cubicBezTo>
                    <a:cubicBezTo>
                      <a:pt x="115085" y="0"/>
                      <a:pt x="114740" y="0"/>
                      <a:pt x="114464" y="0"/>
                    </a:cubicBezTo>
                    <a:cubicBezTo>
                      <a:pt x="113428" y="69"/>
                      <a:pt x="112462" y="207"/>
                      <a:pt x="111495" y="414"/>
                    </a:cubicBezTo>
                    <a:cubicBezTo>
                      <a:pt x="110874" y="552"/>
                      <a:pt x="110322" y="759"/>
                      <a:pt x="109769" y="898"/>
                    </a:cubicBezTo>
                    <a:cubicBezTo>
                      <a:pt x="109424" y="967"/>
                      <a:pt x="109148" y="1036"/>
                      <a:pt x="108803" y="1174"/>
                    </a:cubicBezTo>
                    <a:cubicBezTo>
                      <a:pt x="108527" y="1243"/>
                      <a:pt x="108251" y="1312"/>
                      <a:pt x="107974" y="1381"/>
                    </a:cubicBezTo>
                    <a:cubicBezTo>
                      <a:pt x="106456" y="1933"/>
                      <a:pt x="105006" y="2554"/>
                      <a:pt x="103625" y="3383"/>
                    </a:cubicBezTo>
                    <a:lnTo>
                      <a:pt x="0" y="63583"/>
                    </a:lnTo>
                    <a:cubicBezTo>
                      <a:pt x="1588" y="62617"/>
                      <a:pt x="3383" y="61927"/>
                      <a:pt x="5178" y="61374"/>
                    </a:cubicBezTo>
                    <a:cubicBezTo>
                      <a:pt x="5523" y="61305"/>
                      <a:pt x="5799" y="61167"/>
                      <a:pt x="6144" y="61098"/>
                    </a:cubicBezTo>
                    <a:cubicBezTo>
                      <a:pt x="7939" y="60615"/>
                      <a:pt x="9803" y="60270"/>
                      <a:pt x="11736" y="60132"/>
                    </a:cubicBezTo>
                    <a:cubicBezTo>
                      <a:pt x="13738" y="59993"/>
                      <a:pt x="15810" y="60132"/>
                      <a:pt x="17881" y="60339"/>
                    </a:cubicBezTo>
                    <a:cubicBezTo>
                      <a:pt x="17950" y="60339"/>
                      <a:pt x="18019" y="60339"/>
                      <a:pt x="18088" y="60339"/>
                    </a:cubicBezTo>
                    <a:cubicBezTo>
                      <a:pt x="20159" y="60615"/>
                      <a:pt x="22299" y="61098"/>
                      <a:pt x="24508" y="61650"/>
                    </a:cubicBezTo>
                    <a:cubicBezTo>
                      <a:pt x="24577" y="61650"/>
                      <a:pt x="24715" y="61650"/>
                      <a:pt x="24784" y="61719"/>
                    </a:cubicBezTo>
                    <a:cubicBezTo>
                      <a:pt x="26925" y="62341"/>
                      <a:pt x="29134" y="63169"/>
                      <a:pt x="31343" y="64136"/>
                    </a:cubicBezTo>
                    <a:cubicBezTo>
                      <a:pt x="31412" y="64136"/>
                      <a:pt x="31550" y="64205"/>
                      <a:pt x="31619" y="64274"/>
                    </a:cubicBezTo>
                    <a:cubicBezTo>
                      <a:pt x="33897" y="65240"/>
                      <a:pt x="36176" y="66414"/>
                      <a:pt x="38523" y="67726"/>
                    </a:cubicBezTo>
                    <a:cubicBezTo>
                      <a:pt x="40939" y="69106"/>
                      <a:pt x="43355" y="70694"/>
                      <a:pt x="45703" y="72420"/>
                    </a:cubicBezTo>
                    <a:cubicBezTo>
                      <a:pt x="45703" y="72420"/>
                      <a:pt x="45841" y="72489"/>
                      <a:pt x="45910" y="72558"/>
                    </a:cubicBezTo>
                    <a:cubicBezTo>
                      <a:pt x="48257" y="74284"/>
                      <a:pt x="50604" y="76148"/>
                      <a:pt x="52883" y="7815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9"/>
              <p:cNvSpPr/>
              <p:nvPr/>
            </p:nvSpPr>
            <p:spPr>
              <a:xfrm>
                <a:off x="6746177" y="148135"/>
                <a:ext cx="215884" cy="173624"/>
              </a:xfrm>
              <a:custGeom>
                <a:rect b="b" l="l" r="r" t="t"/>
                <a:pathLst>
                  <a:path extrusionOk="0" h="264067" w="328341">
                    <a:moveTo>
                      <a:pt x="180326" y="165137"/>
                    </a:moveTo>
                    <a:cubicBezTo>
                      <a:pt x="183087" y="169349"/>
                      <a:pt x="185780" y="173629"/>
                      <a:pt x="188403" y="177909"/>
                    </a:cubicBezTo>
                    <a:cubicBezTo>
                      <a:pt x="189853" y="180326"/>
                      <a:pt x="191234" y="182673"/>
                      <a:pt x="192614" y="185158"/>
                    </a:cubicBezTo>
                    <a:cubicBezTo>
                      <a:pt x="193443" y="186608"/>
                      <a:pt x="194271" y="188127"/>
                      <a:pt x="195100" y="189577"/>
                    </a:cubicBezTo>
                    <a:cubicBezTo>
                      <a:pt x="197309" y="193650"/>
                      <a:pt x="199518" y="197792"/>
                      <a:pt x="201520" y="202003"/>
                    </a:cubicBezTo>
                    <a:cubicBezTo>
                      <a:pt x="201796" y="202487"/>
                      <a:pt x="202003" y="203039"/>
                      <a:pt x="202280" y="203522"/>
                    </a:cubicBezTo>
                    <a:cubicBezTo>
                      <a:pt x="204420" y="208010"/>
                      <a:pt x="206491" y="212497"/>
                      <a:pt x="208493" y="217053"/>
                    </a:cubicBezTo>
                    <a:cubicBezTo>
                      <a:pt x="208700" y="217537"/>
                      <a:pt x="208907" y="218020"/>
                      <a:pt x="209114" y="218572"/>
                    </a:cubicBezTo>
                    <a:cubicBezTo>
                      <a:pt x="211047" y="223129"/>
                      <a:pt x="212911" y="227754"/>
                      <a:pt x="214637" y="232380"/>
                    </a:cubicBezTo>
                    <a:cubicBezTo>
                      <a:pt x="214844" y="232863"/>
                      <a:pt x="214982" y="233346"/>
                      <a:pt x="215189" y="233761"/>
                    </a:cubicBezTo>
                    <a:cubicBezTo>
                      <a:pt x="216915" y="238386"/>
                      <a:pt x="218503" y="243081"/>
                      <a:pt x="219953" y="247706"/>
                    </a:cubicBezTo>
                    <a:cubicBezTo>
                      <a:pt x="220091" y="248189"/>
                      <a:pt x="220298" y="248673"/>
                      <a:pt x="220436" y="249156"/>
                    </a:cubicBezTo>
                    <a:cubicBezTo>
                      <a:pt x="221955" y="254127"/>
                      <a:pt x="223405" y="259097"/>
                      <a:pt x="224717" y="264068"/>
                    </a:cubicBezTo>
                    <a:lnTo>
                      <a:pt x="328342" y="203867"/>
                    </a:lnTo>
                    <a:cubicBezTo>
                      <a:pt x="327859" y="201934"/>
                      <a:pt x="327306" y="200001"/>
                      <a:pt x="326823" y="198068"/>
                    </a:cubicBezTo>
                    <a:cubicBezTo>
                      <a:pt x="326063" y="195445"/>
                      <a:pt x="325304" y="192752"/>
                      <a:pt x="324476" y="190129"/>
                    </a:cubicBezTo>
                    <a:cubicBezTo>
                      <a:pt x="324338" y="189715"/>
                      <a:pt x="324199" y="189300"/>
                      <a:pt x="324061" y="188955"/>
                    </a:cubicBezTo>
                    <a:cubicBezTo>
                      <a:pt x="323923" y="188472"/>
                      <a:pt x="323716" y="187989"/>
                      <a:pt x="323578" y="187505"/>
                    </a:cubicBezTo>
                    <a:cubicBezTo>
                      <a:pt x="323026" y="185779"/>
                      <a:pt x="322543" y="184123"/>
                      <a:pt x="321921" y="182397"/>
                    </a:cubicBezTo>
                    <a:cubicBezTo>
                      <a:pt x="321093" y="179911"/>
                      <a:pt x="320195" y="177426"/>
                      <a:pt x="319298" y="174941"/>
                    </a:cubicBezTo>
                    <a:cubicBezTo>
                      <a:pt x="319160" y="174457"/>
                      <a:pt x="318953" y="173974"/>
                      <a:pt x="318746" y="173491"/>
                    </a:cubicBezTo>
                    <a:cubicBezTo>
                      <a:pt x="318538" y="173008"/>
                      <a:pt x="318400" y="172524"/>
                      <a:pt x="318193" y="172110"/>
                    </a:cubicBezTo>
                    <a:cubicBezTo>
                      <a:pt x="317641" y="170660"/>
                      <a:pt x="317089" y="169211"/>
                      <a:pt x="316536" y="167761"/>
                    </a:cubicBezTo>
                    <a:cubicBezTo>
                      <a:pt x="315639" y="165413"/>
                      <a:pt x="314672" y="163135"/>
                      <a:pt x="313775" y="160857"/>
                    </a:cubicBezTo>
                    <a:cubicBezTo>
                      <a:pt x="313430" y="160029"/>
                      <a:pt x="313085" y="159200"/>
                      <a:pt x="312739" y="158372"/>
                    </a:cubicBezTo>
                    <a:cubicBezTo>
                      <a:pt x="312532" y="157888"/>
                      <a:pt x="312325" y="157405"/>
                      <a:pt x="312118" y="156853"/>
                    </a:cubicBezTo>
                    <a:cubicBezTo>
                      <a:pt x="311704" y="155886"/>
                      <a:pt x="311359" y="154989"/>
                      <a:pt x="310944" y="154022"/>
                    </a:cubicBezTo>
                    <a:cubicBezTo>
                      <a:pt x="309909" y="151744"/>
                      <a:pt x="308873" y="149466"/>
                      <a:pt x="307838" y="147188"/>
                    </a:cubicBezTo>
                    <a:cubicBezTo>
                      <a:pt x="307216" y="145876"/>
                      <a:pt x="306595" y="144633"/>
                      <a:pt x="305974" y="143322"/>
                    </a:cubicBezTo>
                    <a:cubicBezTo>
                      <a:pt x="305697" y="142838"/>
                      <a:pt x="305490" y="142286"/>
                      <a:pt x="305214" y="141803"/>
                    </a:cubicBezTo>
                    <a:cubicBezTo>
                      <a:pt x="304938" y="141250"/>
                      <a:pt x="304662" y="140629"/>
                      <a:pt x="304386" y="140077"/>
                    </a:cubicBezTo>
                    <a:cubicBezTo>
                      <a:pt x="303074" y="137384"/>
                      <a:pt x="301693" y="134692"/>
                      <a:pt x="300244" y="132068"/>
                    </a:cubicBezTo>
                    <a:cubicBezTo>
                      <a:pt x="299760" y="131171"/>
                      <a:pt x="299277" y="130273"/>
                      <a:pt x="298725" y="129376"/>
                    </a:cubicBezTo>
                    <a:cubicBezTo>
                      <a:pt x="297896" y="127926"/>
                      <a:pt x="297068" y="126407"/>
                      <a:pt x="296239" y="124958"/>
                    </a:cubicBezTo>
                    <a:cubicBezTo>
                      <a:pt x="295411" y="123508"/>
                      <a:pt x="294582" y="121989"/>
                      <a:pt x="293754" y="120470"/>
                    </a:cubicBezTo>
                    <a:cubicBezTo>
                      <a:pt x="293202" y="119504"/>
                      <a:pt x="292580" y="118606"/>
                      <a:pt x="292028" y="117709"/>
                    </a:cubicBezTo>
                    <a:cubicBezTo>
                      <a:pt x="289474" y="113359"/>
                      <a:pt x="286781" y="109148"/>
                      <a:pt x="283951" y="104937"/>
                    </a:cubicBezTo>
                    <a:cubicBezTo>
                      <a:pt x="283260" y="103901"/>
                      <a:pt x="282639" y="102728"/>
                      <a:pt x="281880" y="101692"/>
                    </a:cubicBezTo>
                    <a:cubicBezTo>
                      <a:pt x="281465" y="101140"/>
                      <a:pt x="281120" y="100587"/>
                      <a:pt x="280706" y="100035"/>
                    </a:cubicBezTo>
                    <a:cubicBezTo>
                      <a:pt x="279877" y="98861"/>
                      <a:pt x="279049" y="97688"/>
                      <a:pt x="278221" y="96514"/>
                    </a:cubicBezTo>
                    <a:cubicBezTo>
                      <a:pt x="276978" y="94788"/>
                      <a:pt x="275804" y="92993"/>
                      <a:pt x="274493" y="91267"/>
                    </a:cubicBezTo>
                    <a:cubicBezTo>
                      <a:pt x="272974" y="89265"/>
                      <a:pt x="271524" y="87263"/>
                      <a:pt x="269936" y="85330"/>
                    </a:cubicBezTo>
                    <a:cubicBezTo>
                      <a:pt x="269591" y="84916"/>
                      <a:pt x="269246" y="84433"/>
                      <a:pt x="268901" y="84018"/>
                    </a:cubicBezTo>
                    <a:cubicBezTo>
                      <a:pt x="267175" y="81809"/>
                      <a:pt x="265380" y="79600"/>
                      <a:pt x="263585" y="77460"/>
                    </a:cubicBezTo>
                    <a:cubicBezTo>
                      <a:pt x="263101" y="76908"/>
                      <a:pt x="262618" y="76355"/>
                      <a:pt x="262135" y="75734"/>
                    </a:cubicBezTo>
                    <a:cubicBezTo>
                      <a:pt x="261583" y="75113"/>
                      <a:pt x="261099" y="74491"/>
                      <a:pt x="260547" y="73870"/>
                    </a:cubicBezTo>
                    <a:cubicBezTo>
                      <a:pt x="259788" y="72972"/>
                      <a:pt x="259028" y="72075"/>
                      <a:pt x="258269" y="71247"/>
                    </a:cubicBezTo>
                    <a:cubicBezTo>
                      <a:pt x="256474" y="69175"/>
                      <a:pt x="254610" y="67173"/>
                      <a:pt x="252815" y="65171"/>
                    </a:cubicBezTo>
                    <a:cubicBezTo>
                      <a:pt x="252815" y="65171"/>
                      <a:pt x="252815" y="65102"/>
                      <a:pt x="252746" y="65033"/>
                    </a:cubicBezTo>
                    <a:cubicBezTo>
                      <a:pt x="252677" y="64964"/>
                      <a:pt x="252539" y="64826"/>
                      <a:pt x="252470" y="64757"/>
                    </a:cubicBezTo>
                    <a:cubicBezTo>
                      <a:pt x="250675" y="62824"/>
                      <a:pt x="248880" y="60960"/>
                      <a:pt x="247085" y="59096"/>
                    </a:cubicBezTo>
                    <a:cubicBezTo>
                      <a:pt x="246325" y="58337"/>
                      <a:pt x="245497" y="57577"/>
                      <a:pt x="244737" y="56749"/>
                    </a:cubicBezTo>
                    <a:cubicBezTo>
                      <a:pt x="244047" y="56058"/>
                      <a:pt x="243426" y="55437"/>
                      <a:pt x="242735" y="54747"/>
                    </a:cubicBezTo>
                    <a:cubicBezTo>
                      <a:pt x="242114" y="54194"/>
                      <a:pt x="241562" y="53573"/>
                      <a:pt x="241010" y="53021"/>
                    </a:cubicBezTo>
                    <a:cubicBezTo>
                      <a:pt x="238938" y="51019"/>
                      <a:pt x="236798" y="49016"/>
                      <a:pt x="234658" y="47083"/>
                    </a:cubicBezTo>
                    <a:cubicBezTo>
                      <a:pt x="234658" y="47083"/>
                      <a:pt x="234589" y="47014"/>
                      <a:pt x="234520" y="46945"/>
                    </a:cubicBezTo>
                    <a:cubicBezTo>
                      <a:pt x="234382" y="46807"/>
                      <a:pt x="234175" y="46669"/>
                      <a:pt x="233968" y="46462"/>
                    </a:cubicBezTo>
                    <a:cubicBezTo>
                      <a:pt x="232035" y="44736"/>
                      <a:pt x="230102" y="43010"/>
                      <a:pt x="228169" y="41422"/>
                    </a:cubicBezTo>
                    <a:cubicBezTo>
                      <a:pt x="227478" y="40801"/>
                      <a:pt x="226719" y="40249"/>
                      <a:pt x="226028" y="39696"/>
                    </a:cubicBezTo>
                    <a:cubicBezTo>
                      <a:pt x="225269" y="39075"/>
                      <a:pt x="224579" y="38523"/>
                      <a:pt x="223819" y="37901"/>
                    </a:cubicBezTo>
                    <a:cubicBezTo>
                      <a:pt x="223129" y="37349"/>
                      <a:pt x="222369" y="36728"/>
                      <a:pt x="221679" y="36176"/>
                    </a:cubicBezTo>
                    <a:cubicBezTo>
                      <a:pt x="219539" y="34519"/>
                      <a:pt x="217468" y="32862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5328" y="31343"/>
                      <a:pt x="215328" y="31343"/>
                      <a:pt x="215328" y="31343"/>
                    </a:cubicBezTo>
                    <a:cubicBezTo>
                      <a:pt x="213256" y="29824"/>
                      <a:pt x="211254" y="28374"/>
                      <a:pt x="209183" y="26994"/>
                    </a:cubicBezTo>
                    <a:cubicBezTo>
                      <a:pt x="208355" y="26441"/>
                      <a:pt x="207526" y="25889"/>
                      <a:pt x="206698" y="25337"/>
                    </a:cubicBezTo>
                    <a:cubicBezTo>
                      <a:pt x="206077" y="24922"/>
                      <a:pt x="205455" y="24508"/>
                      <a:pt x="204834" y="24094"/>
                    </a:cubicBezTo>
                    <a:cubicBezTo>
                      <a:pt x="204282" y="23749"/>
                      <a:pt x="203729" y="23335"/>
                      <a:pt x="203108" y="22989"/>
                    </a:cubicBezTo>
                    <a:cubicBezTo>
                      <a:pt x="201175" y="21747"/>
                      <a:pt x="199173" y="20573"/>
                      <a:pt x="197240" y="19399"/>
                    </a:cubicBezTo>
                    <a:cubicBezTo>
                      <a:pt x="196826" y="19123"/>
                      <a:pt x="196342" y="18847"/>
                      <a:pt x="195928" y="18640"/>
                    </a:cubicBezTo>
                    <a:cubicBezTo>
                      <a:pt x="194478" y="17812"/>
                      <a:pt x="192959" y="16983"/>
                      <a:pt x="191510" y="16155"/>
                    </a:cubicBezTo>
                    <a:cubicBezTo>
                      <a:pt x="189991" y="15326"/>
                      <a:pt x="188472" y="14567"/>
                      <a:pt x="187022" y="13807"/>
                    </a:cubicBezTo>
                    <a:cubicBezTo>
                      <a:pt x="186746" y="13669"/>
                      <a:pt x="186539" y="13531"/>
                      <a:pt x="186263" y="13393"/>
                    </a:cubicBezTo>
                    <a:cubicBezTo>
                      <a:pt x="186125" y="13393"/>
                      <a:pt x="186056" y="13255"/>
                      <a:pt x="185918" y="13186"/>
                    </a:cubicBezTo>
                    <a:cubicBezTo>
                      <a:pt x="184054" y="12289"/>
                      <a:pt x="182190" y="11391"/>
                      <a:pt x="180395" y="10563"/>
                    </a:cubicBezTo>
                    <a:cubicBezTo>
                      <a:pt x="179290" y="10079"/>
                      <a:pt x="178185" y="9596"/>
                      <a:pt x="177012" y="9113"/>
                    </a:cubicBezTo>
                    <a:cubicBezTo>
                      <a:pt x="176321" y="8837"/>
                      <a:pt x="175562" y="8492"/>
                      <a:pt x="174872" y="8215"/>
                    </a:cubicBezTo>
                    <a:cubicBezTo>
                      <a:pt x="173077" y="7456"/>
                      <a:pt x="171213" y="6835"/>
                      <a:pt x="169418" y="6144"/>
                    </a:cubicBezTo>
                    <a:cubicBezTo>
                      <a:pt x="168796" y="5937"/>
                      <a:pt x="168175" y="5730"/>
                      <a:pt x="167485" y="5523"/>
                    </a:cubicBezTo>
                    <a:cubicBezTo>
                      <a:pt x="167001" y="5385"/>
                      <a:pt x="166518" y="5178"/>
                      <a:pt x="166035" y="5040"/>
                    </a:cubicBezTo>
                    <a:cubicBezTo>
                      <a:pt x="165344" y="4833"/>
                      <a:pt x="164654" y="4556"/>
                      <a:pt x="163964" y="4349"/>
                    </a:cubicBezTo>
                    <a:cubicBezTo>
                      <a:pt x="162100" y="3797"/>
                      <a:pt x="160305" y="3314"/>
                      <a:pt x="158510" y="2830"/>
                    </a:cubicBezTo>
                    <a:cubicBezTo>
                      <a:pt x="158096" y="2692"/>
                      <a:pt x="157681" y="2623"/>
                      <a:pt x="157267" y="2554"/>
                    </a:cubicBezTo>
                    <a:cubicBezTo>
                      <a:pt x="156784" y="2416"/>
                      <a:pt x="156301" y="2347"/>
                      <a:pt x="155817" y="2209"/>
                    </a:cubicBezTo>
                    <a:cubicBezTo>
                      <a:pt x="154851" y="2002"/>
                      <a:pt x="153884" y="1726"/>
                      <a:pt x="152918" y="1588"/>
                    </a:cubicBezTo>
                    <a:cubicBezTo>
                      <a:pt x="150985" y="1243"/>
                      <a:pt x="149052" y="897"/>
                      <a:pt x="147188" y="621"/>
                    </a:cubicBezTo>
                    <a:cubicBezTo>
                      <a:pt x="147188" y="621"/>
                      <a:pt x="147050" y="621"/>
                      <a:pt x="146981" y="621"/>
                    </a:cubicBezTo>
                    <a:cubicBezTo>
                      <a:pt x="146773" y="621"/>
                      <a:pt x="146635" y="621"/>
                      <a:pt x="146428" y="621"/>
                    </a:cubicBezTo>
                    <a:cubicBezTo>
                      <a:pt x="144702" y="414"/>
                      <a:pt x="142976" y="207"/>
                      <a:pt x="141250" y="69"/>
                    </a:cubicBezTo>
                    <a:cubicBezTo>
                      <a:pt x="140284" y="69"/>
                      <a:pt x="139386" y="69"/>
                      <a:pt x="138489" y="0"/>
                    </a:cubicBezTo>
                    <a:cubicBezTo>
                      <a:pt x="137868" y="0"/>
                      <a:pt x="137177" y="0"/>
                      <a:pt x="136556" y="0"/>
                    </a:cubicBezTo>
                    <a:cubicBezTo>
                      <a:pt x="136073" y="0"/>
                      <a:pt x="135589" y="0"/>
                      <a:pt x="135106" y="0"/>
                    </a:cubicBezTo>
                    <a:cubicBezTo>
                      <a:pt x="132897" y="0"/>
                      <a:pt x="130688" y="138"/>
                      <a:pt x="128617" y="276"/>
                    </a:cubicBezTo>
                    <a:cubicBezTo>
                      <a:pt x="128548" y="276"/>
                      <a:pt x="128479" y="276"/>
                      <a:pt x="128410" y="276"/>
                    </a:cubicBezTo>
                    <a:cubicBezTo>
                      <a:pt x="127995" y="276"/>
                      <a:pt x="127581" y="414"/>
                      <a:pt x="127098" y="483"/>
                    </a:cubicBezTo>
                    <a:cubicBezTo>
                      <a:pt x="125234" y="690"/>
                      <a:pt x="123370" y="897"/>
                      <a:pt x="121575" y="1243"/>
                    </a:cubicBezTo>
                    <a:cubicBezTo>
                      <a:pt x="121230" y="1243"/>
                      <a:pt x="120884" y="1450"/>
                      <a:pt x="120539" y="1519"/>
                    </a:cubicBezTo>
                    <a:cubicBezTo>
                      <a:pt x="119089" y="1795"/>
                      <a:pt x="117778" y="2278"/>
                      <a:pt x="116328" y="2623"/>
                    </a:cubicBezTo>
                    <a:cubicBezTo>
                      <a:pt x="115292" y="2900"/>
                      <a:pt x="114188" y="3107"/>
                      <a:pt x="113152" y="3452"/>
                    </a:cubicBezTo>
                    <a:cubicBezTo>
                      <a:pt x="112738" y="3590"/>
                      <a:pt x="112324" y="3797"/>
                      <a:pt x="111910" y="3935"/>
                    </a:cubicBezTo>
                    <a:cubicBezTo>
                      <a:pt x="111426" y="4142"/>
                      <a:pt x="110943" y="4349"/>
                      <a:pt x="110460" y="4487"/>
                    </a:cubicBezTo>
                    <a:cubicBezTo>
                      <a:pt x="108113" y="5454"/>
                      <a:pt x="105834" y="6489"/>
                      <a:pt x="103625" y="7732"/>
                    </a:cubicBezTo>
                    <a:lnTo>
                      <a:pt x="0" y="67933"/>
                    </a:lnTo>
                    <a:cubicBezTo>
                      <a:pt x="2140" y="66690"/>
                      <a:pt x="4487" y="65586"/>
                      <a:pt x="6766" y="64688"/>
                    </a:cubicBezTo>
                    <a:cubicBezTo>
                      <a:pt x="7249" y="64481"/>
                      <a:pt x="7732" y="64274"/>
                      <a:pt x="8215" y="64067"/>
                    </a:cubicBezTo>
                    <a:cubicBezTo>
                      <a:pt x="9665" y="63514"/>
                      <a:pt x="11115" y="63169"/>
                      <a:pt x="12634" y="62686"/>
                    </a:cubicBezTo>
                    <a:cubicBezTo>
                      <a:pt x="14015" y="62272"/>
                      <a:pt x="15395" y="61857"/>
                      <a:pt x="16845" y="61581"/>
                    </a:cubicBezTo>
                    <a:cubicBezTo>
                      <a:pt x="18985" y="61098"/>
                      <a:pt x="21125" y="60753"/>
                      <a:pt x="23404" y="60546"/>
                    </a:cubicBezTo>
                    <a:cubicBezTo>
                      <a:pt x="23818" y="60546"/>
                      <a:pt x="24232" y="60408"/>
                      <a:pt x="24715" y="60339"/>
                    </a:cubicBezTo>
                    <a:cubicBezTo>
                      <a:pt x="27408" y="60062"/>
                      <a:pt x="30100" y="59993"/>
                      <a:pt x="32931" y="60062"/>
                    </a:cubicBezTo>
                    <a:cubicBezTo>
                      <a:pt x="33552" y="60062"/>
                      <a:pt x="34173" y="60062"/>
                      <a:pt x="34864" y="60062"/>
                    </a:cubicBezTo>
                    <a:cubicBezTo>
                      <a:pt x="37487" y="60131"/>
                      <a:pt x="40111" y="60339"/>
                      <a:pt x="42803" y="60684"/>
                    </a:cubicBezTo>
                    <a:cubicBezTo>
                      <a:pt x="43010" y="60684"/>
                      <a:pt x="43148" y="60684"/>
                      <a:pt x="43355" y="60684"/>
                    </a:cubicBezTo>
                    <a:cubicBezTo>
                      <a:pt x="46255" y="61098"/>
                      <a:pt x="49224" y="61650"/>
                      <a:pt x="52192" y="62272"/>
                    </a:cubicBezTo>
                    <a:cubicBezTo>
                      <a:pt x="52676" y="62410"/>
                      <a:pt x="53159" y="62479"/>
                      <a:pt x="53642" y="62617"/>
                    </a:cubicBezTo>
                    <a:cubicBezTo>
                      <a:pt x="56542" y="63307"/>
                      <a:pt x="59441" y="64136"/>
                      <a:pt x="62410" y="65102"/>
                    </a:cubicBezTo>
                    <a:cubicBezTo>
                      <a:pt x="62893" y="65240"/>
                      <a:pt x="63376" y="65378"/>
                      <a:pt x="63860" y="65586"/>
                    </a:cubicBezTo>
                    <a:cubicBezTo>
                      <a:pt x="67035" y="66621"/>
                      <a:pt x="70142" y="67795"/>
                      <a:pt x="73387" y="69175"/>
                    </a:cubicBezTo>
                    <a:cubicBezTo>
                      <a:pt x="76493" y="70487"/>
                      <a:pt x="79531" y="71868"/>
                      <a:pt x="82638" y="73456"/>
                    </a:cubicBezTo>
                    <a:cubicBezTo>
                      <a:pt x="82914" y="73594"/>
                      <a:pt x="83190" y="73732"/>
                      <a:pt x="83397" y="73870"/>
                    </a:cubicBezTo>
                    <a:cubicBezTo>
                      <a:pt x="86366" y="75389"/>
                      <a:pt x="89334" y="76977"/>
                      <a:pt x="92303" y="78634"/>
                    </a:cubicBezTo>
                    <a:cubicBezTo>
                      <a:pt x="95272" y="80359"/>
                      <a:pt x="98240" y="82223"/>
                      <a:pt x="101209" y="84156"/>
                    </a:cubicBezTo>
                    <a:cubicBezTo>
                      <a:pt x="101830" y="84571"/>
                      <a:pt x="102451" y="84985"/>
                      <a:pt x="103073" y="85399"/>
                    </a:cubicBezTo>
                    <a:cubicBezTo>
                      <a:pt x="105972" y="87332"/>
                      <a:pt x="108872" y="89334"/>
                      <a:pt x="111702" y="91405"/>
                    </a:cubicBezTo>
                    <a:cubicBezTo>
                      <a:pt x="111702" y="91405"/>
                      <a:pt x="111702" y="91405"/>
                      <a:pt x="111702" y="91405"/>
                    </a:cubicBezTo>
                    <a:cubicBezTo>
                      <a:pt x="114533" y="93477"/>
                      <a:pt x="117364" y="95686"/>
                      <a:pt x="120194" y="97964"/>
                    </a:cubicBezTo>
                    <a:cubicBezTo>
                      <a:pt x="120954" y="98585"/>
                      <a:pt x="121644" y="99138"/>
                      <a:pt x="122403" y="99759"/>
                    </a:cubicBezTo>
                    <a:cubicBezTo>
                      <a:pt x="125096" y="101968"/>
                      <a:pt x="127719" y="104246"/>
                      <a:pt x="130343" y="106594"/>
                    </a:cubicBezTo>
                    <a:cubicBezTo>
                      <a:pt x="130481" y="106732"/>
                      <a:pt x="130688" y="106870"/>
                      <a:pt x="130826" y="107077"/>
                    </a:cubicBezTo>
                    <a:cubicBezTo>
                      <a:pt x="133587" y="109562"/>
                      <a:pt x="136349" y="112186"/>
                      <a:pt x="139041" y="114809"/>
                    </a:cubicBezTo>
                    <a:cubicBezTo>
                      <a:pt x="139732" y="115499"/>
                      <a:pt x="140353" y="116121"/>
                      <a:pt x="141043" y="116811"/>
                    </a:cubicBezTo>
                    <a:cubicBezTo>
                      <a:pt x="143667" y="119435"/>
                      <a:pt x="146221" y="122058"/>
                      <a:pt x="148776" y="124819"/>
                    </a:cubicBezTo>
                    <a:cubicBezTo>
                      <a:pt x="148845" y="124889"/>
                      <a:pt x="148983" y="125027"/>
                      <a:pt x="149052" y="125096"/>
                    </a:cubicBezTo>
                    <a:cubicBezTo>
                      <a:pt x="151675" y="127926"/>
                      <a:pt x="154299" y="130895"/>
                      <a:pt x="156922" y="133932"/>
                    </a:cubicBezTo>
                    <a:cubicBezTo>
                      <a:pt x="157474" y="134554"/>
                      <a:pt x="157958" y="135175"/>
                      <a:pt x="158510" y="135796"/>
                    </a:cubicBezTo>
                    <a:cubicBezTo>
                      <a:pt x="161133" y="138903"/>
                      <a:pt x="163757" y="142079"/>
                      <a:pt x="166311" y="145393"/>
                    </a:cubicBezTo>
                    <a:cubicBezTo>
                      <a:pt x="169142" y="149052"/>
                      <a:pt x="171834" y="152780"/>
                      <a:pt x="174526" y="156577"/>
                    </a:cubicBezTo>
                    <a:cubicBezTo>
                      <a:pt x="175355" y="157750"/>
                      <a:pt x="176252" y="158924"/>
                      <a:pt x="177081" y="160167"/>
                    </a:cubicBezTo>
                    <a:cubicBezTo>
                      <a:pt x="178185" y="161755"/>
                      <a:pt x="179221" y="163411"/>
                      <a:pt x="180257" y="1650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9"/>
              <p:cNvSpPr/>
              <p:nvPr/>
            </p:nvSpPr>
            <p:spPr>
              <a:xfrm>
                <a:off x="6994214" y="413931"/>
                <a:ext cx="102722" cy="97366"/>
              </a:xfrm>
              <a:custGeom>
                <a:rect b="b" l="l" r="r" t="t"/>
                <a:pathLst>
                  <a:path extrusionOk="0" h="148085" w="156231">
                    <a:moveTo>
                      <a:pt x="155679" y="81395"/>
                    </a:moveTo>
                    <a:cubicBezTo>
                      <a:pt x="155679" y="80636"/>
                      <a:pt x="155679" y="79945"/>
                      <a:pt x="155679" y="79186"/>
                    </a:cubicBezTo>
                    <a:cubicBezTo>
                      <a:pt x="155679" y="78496"/>
                      <a:pt x="155679" y="77736"/>
                      <a:pt x="155679" y="76977"/>
                    </a:cubicBezTo>
                    <a:cubicBezTo>
                      <a:pt x="155679" y="76701"/>
                      <a:pt x="155679" y="76424"/>
                      <a:pt x="155679" y="76148"/>
                    </a:cubicBezTo>
                    <a:cubicBezTo>
                      <a:pt x="155679" y="76010"/>
                      <a:pt x="155679" y="75872"/>
                      <a:pt x="155679" y="75803"/>
                    </a:cubicBezTo>
                    <a:cubicBezTo>
                      <a:pt x="155679" y="75458"/>
                      <a:pt x="155679" y="75182"/>
                      <a:pt x="155679" y="74837"/>
                    </a:cubicBezTo>
                    <a:cubicBezTo>
                      <a:pt x="155679" y="74146"/>
                      <a:pt x="155610" y="73387"/>
                      <a:pt x="155541" y="72696"/>
                    </a:cubicBezTo>
                    <a:cubicBezTo>
                      <a:pt x="155541" y="72006"/>
                      <a:pt x="155403" y="71247"/>
                      <a:pt x="155334" y="70556"/>
                    </a:cubicBezTo>
                    <a:cubicBezTo>
                      <a:pt x="155334" y="70349"/>
                      <a:pt x="155334" y="70142"/>
                      <a:pt x="155265" y="69935"/>
                    </a:cubicBezTo>
                    <a:cubicBezTo>
                      <a:pt x="155265" y="69797"/>
                      <a:pt x="155265" y="69728"/>
                      <a:pt x="155265" y="69590"/>
                    </a:cubicBezTo>
                    <a:cubicBezTo>
                      <a:pt x="155265" y="69175"/>
                      <a:pt x="155196" y="68830"/>
                      <a:pt x="155127" y="68416"/>
                    </a:cubicBezTo>
                    <a:cubicBezTo>
                      <a:pt x="154989" y="67726"/>
                      <a:pt x="154920" y="66966"/>
                      <a:pt x="154782" y="66276"/>
                    </a:cubicBezTo>
                    <a:cubicBezTo>
                      <a:pt x="154644" y="65586"/>
                      <a:pt x="154506" y="64826"/>
                      <a:pt x="154368" y="64136"/>
                    </a:cubicBezTo>
                    <a:cubicBezTo>
                      <a:pt x="154368" y="63929"/>
                      <a:pt x="154298" y="63722"/>
                      <a:pt x="154229" y="63583"/>
                    </a:cubicBezTo>
                    <a:cubicBezTo>
                      <a:pt x="154229" y="63445"/>
                      <a:pt x="154229" y="63376"/>
                      <a:pt x="154160" y="63238"/>
                    </a:cubicBezTo>
                    <a:cubicBezTo>
                      <a:pt x="154091" y="62824"/>
                      <a:pt x="153953" y="62410"/>
                      <a:pt x="153884" y="61996"/>
                    </a:cubicBezTo>
                    <a:cubicBezTo>
                      <a:pt x="153677" y="61305"/>
                      <a:pt x="153539" y="60546"/>
                      <a:pt x="153332" y="59786"/>
                    </a:cubicBezTo>
                    <a:cubicBezTo>
                      <a:pt x="153125" y="59096"/>
                      <a:pt x="152918" y="58337"/>
                      <a:pt x="152711" y="57646"/>
                    </a:cubicBezTo>
                    <a:cubicBezTo>
                      <a:pt x="152711" y="57439"/>
                      <a:pt x="152573" y="57301"/>
                      <a:pt x="152504" y="57094"/>
                    </a:cubicBezTo>
                    <a:cubicBezTo>
                      <a:pt x="152504" y="56956"/>
                      <a:pt x="152504" y="56887"/>
                      <a:pt x="152435" y="56749"/>
                    </a:cubicBezTo>
                    <a:cubicBezTo>
                      <a:pt x="152296" y="56335"/>
                      <a:pt x="152158" y="55920"/>
                      <a:pt x="152020" y="55506"/>
                    </a:cubicBezTo>
                    <a:cubicBezTo>
                      <a:pt x="151813" y="54816"/>
                      <a:pt x="151537" y="54125"/>
                      <a:pt x="151330" y="53435"/>
                    </a:cubicBezTo>
                    <a:cubicBezTo>
                      <a:pt x="151123" y="52745"/>
                      <a:pt x="150847" y="52123"/>
                      <a:pt x="150571" y="51433"/>
                    </a:cubicBezTo>
                    <a:cubicBezTo>
                      <a:pt x="150432" y="51088"/>
                      <a:pt x="150294" y="50812"/>
                      <a:pt x="150156" y="50466"/>
                    </a:cubicBezTo>
                    <a:cubicBezTo>
                      <a:pt x="150156" y="50397"/>
                      <a:pt x="150087" y="50259"/>
                      <a:pt x="150018" y="50190"/>
                    </a:cubicBezTo>
                    <a:cubicBezTo>
                      <a:pt x="149949" y="49983"/>
                      <a:pt x="149811" y="49707"/>
                      <a:pt x="149742" y="49500"/>
                    </a:cubicBezTo>
                    <a:cubicBezTo>
                      <a:pt x="149466" y="48878"/>
                      <a:pt x="149190" y="48188"/>
                      <a:pt x="148914" y="47567"/>
                    </a:cubicBezTo>
                    <a:cubicBezTo>
                      <a:pt x="148637" y="46876"/>
                      <a:pt x="148292" y="46255"/>
                      <a:pt x="148016" y="45565"/>
                    </a:cubicBezTo>
                    <a:cubicBezTo>
                      <a:pt x="147740" y="44943"/>
                      <a:pt x="147464" y="44391"/>
                      <a:pt x="147188" y="43770"/>
                    </a:cubicBezTo>
                    <a:cubicBezTo>
                      <a:pt x="147188" y="43770"/>
                      <a:pt x="147188" y="43632"/>
                      <a:pt x="147119" y="43632"/>
                    </a:cubicBezTo>
                    <a:cubicBezTo>
                      <a:pt x="147119" y="43563"/>
                      <a:pt x="147119" y="43494"/>
                      <a:pt x="147050" y="43425"/>
                    </a:cubicBezTo>
                    <a:cubicBezTo>
                      <a:pt x="146635" y="42596"/>
                      <a:pt x="146221" y="41768"/>
                      <a:pt x="145738" y="40939"/>
                    </a:cubicBezTo>
                    <a:cubicBezTo>
                      <a:pt x="145117" y="39766"/>
                      <a:pt x="144426" y="38592"/>
                      <a:pt x="143736" y="37418"/>
                    </a:cubicBezTo>
                    <a:cubicBezTo>
                      <a:pt x="143736" y="37280"/>
                      <a:pt x="143598" y="37211"/>
                      <a:pt x="143529" y="37073"/>
                    </a:cubicBezTo>
                    <a:cubicBezTo>
                      <a:pt x="142424" y="35209"/>
                      <a:pt x="141320" y="33414"/>
                      <a:pt x="140077" y="31619"/>
                    </a:cubicBezTo>
                    <a:cubicBezTo>
                      <a:pt x="140077" y="31619"/>
                      <a:pt x="140008" y="31481"/>
                      <a:pt x="139939" y="31412"/>
                    </a:cubicBezTo>
                    <a:cubicBezTo>
                      <a:pt x="139110" y="30169"/>
                      <a:pt x="138282" y="28996"/>
                      <a:pt x="137384" y="27822"/>
                    </a:cubicBezTo>
                    <a:cubicBezTo>
                      <a:pt x="137177" y="27546"/>
                      <a:pt x="137039" y="27339"/>
                      <a:pt x="136832" y="27063"/>
                    </a:cubicBezTo>
                    <a:cubicBezTo>
                      <a:pt x="136694" y="26856"/>
                      <a:pt x="136487" y="26648"/>
                      <a:pt x="136349" y="26441"/>
                    </a:cubicBezTo>
                    <a:cubicBezTo>
                      <a:pt x="136073" y="26096"/>
                      <a:pt x="135797" y="25682"/>
                      <a:pt x="135520" y="25337"/>
                    </a:cubicBezTo>
                    <a:cubicBezTo>
                      <a:pt x="134968" y="24577"/>
                      <a:pt x="134347" y="23887"/>
                      <a:pt x="133725" y="23128"/>
                    </a:cubicBezTo>
                    <a:cubicBezTo>
                      <a:pt x="133518" y="22851"/>
                      <a:pt x="133242" y="22575"/>
                      <a:pt x="133035" y="22299"/>
                    </a:cubicBezTo>
                    <a:cubicBezTo>
                      <a:pt x="132897" y="22161"/>
                      <a:pt x="132759" y="22023"/>
                      <a:pt x="132621" y="21816"/>
                    </a:cubicBezTo>
                    <a:cubicBezTo>
                      <a:pt x="132414" y="21540"/>
                      <a:pt x="132207" y="21333"/>
                      <a:pt x="131999" y="21056"/>
                    </a:cubicBezTo>
                    <a:cubicBezTo>
                      <a:pt x="131378" y="20366"/>
                      <a:pt x="130826" y="19676"/>
                      <a:pt x="130204" y="19054"/>
                    </a:cubicBezTo>
                    <a:cubicBezTo>
                      <a:pt x="129859" y="18640"/>
                      <a:pt x="129445" y="18295"/>
                      <a:pt x="129100" y="17881"/>
                    </a:cubicBezTo>
                    <a:cubicBezTo>
                      <a:pt x="128962" y="17743"/>
                      <a:pt x="128824" y="17605"/>
                      <a:pt x="128686" y="17466"/>
                    </a:cubicBezTo>
                    <a:cubicBezTo>
                      <a:pt x="128548" y="17328"/>
                      <a:pt x="128409" y="17190"/>
                      <a:pt x="128271" y="17052"/>
                    </a:cubicBezTo>
                    <a:cubicBezTo>
                      <a:pt x="127581" y="16362"/>
                      <a:pt x="126960" y="15741"/>
                      <a:pt x="126269" y="15050"/>
                    </a:cubicBezTo>
                    <a:cubicBezTo>
                      <a:pt x="125855" y="14636"/>
                      <a:pt x="125372" y="14222"/>
                      <a:pt x="124958" y="13807"/>
                    </a:cubicBezTo>
                    <a:cubicBezTo>
                      <a:pt x="124820" y="13669"/>
                      <a:pt x="124681" y="13531"/>
                      <a:pt x="124543" y="13462"/>
                    </a:cubicBezTo>
                    <a:cubicBezTo>
                      <a:pt x="124405" y="13324"/>
                      <a:pt x="124267" y="13255"/>
                      <a:pt x="124198" y="13117"/>
                    </a:cubicBezTo>
                    <a:cubicBezTo>
                      <a:pt x="123508" y="12496"/>
                      <a:pt x="122817" y="11874"/>
                      <a:pt x="122058" y="11253"/>
                    </a:cubicBezTo>
                    <a:cubicBezTo>
                      <a:pt x="121575" y="10839"/>
                      <a:pt x="121092" y="10494"/>
                      <a:pt x="120677" y="10080"/>
                    </a:cubicBezTo>
                    <a:cubicBezTo>
                      <a:pt x="120539" y="10011"/>
                      <a:pt x="120401" y="9872"/>
                      <a:pt x="120332" y="9803"/>
                    </a:cubicBezTo>
                    <a:cubicBezTo>
                      <a:pt x="120194" y="9734"/>
                      <a:pt x="120125" y="9596"/>
                      <a:pt x="119987" y="9527"/>
                    </a:cubicBezTo>
                    <a:cubicBezTo>
                      <a:pt x="119297" y="8975"/>
                      <a:pt x="118606" y="8492"/>
                      <a:pt x="117916" y="7939"/>
                    </a:cubicBezTo>
                    <a:cubicBezTo>
                      <a:pt x="117364" y="7525"/>
                      <a:pt x="116742" y="7111"/>
                      <a:pt x="116190" y="6697"/>
                    </a:cubicBezTo>
                    <a:cubicBezTo>
                      <a:pt x="116190" y="6697"/>
                      <a:pt x="116121" y="6628"/>
                      <a:pt x="116052" y="6559"/>
                    </a:cubicBezTo>
                    <a:cubicBezTo>
                      <a:pt x="116052" y="6559"/>
                      <a:pt x="115983" y="6559"/>
                      <a:pt x="115914" y="6490"/>
                    </a:cubicBezTo>
                    <a:cubicBezTo>
                      <a:pt x="115292" y="6075"/>
                      <a:pt x="114602" y="5592"/>
                      <a:pt x="113981" y="5247"/>
                    </a:cubicBezTo>
                    <a:cubicBezTo>
                      <a:pt x="113359" y="4833"/>
                      <a:pt x="112738" y="4487"/>
                      <a:pt x="112117" y="4073"/>
                    </a:cubicBezTo>
                    <a:cubicBezTo>
                      <a:pt x="111979" y="4004"/>
                      <a:pt x="111841" y="3935"/>
                      <a:pt x="111702" y="3797"/>
                    </a:cubicBezTo>
                    <a:cubicBezTo>
                      <a:pt x="111219" y="3521"/>
                      <a:pt x="110736" y="3245"/>
                      <a:pt x="110322" y="3038"/>
                    </a:cubicBezTo>
                    <a:cubicBezTo>
                      <a:pt x="109700" y="2692"/>
                      <a:pt x="109148" y="2416"/>
                      <a:pt x="108527" y="2140"/>
                    </a:cubicBezTo>
                    <a:cubicBezTo>
                      <a:pt x="108320" y="2002"/>
                      <a:pt x="108043" y="1933"/>
                      <a:pt x="107836" y="1795"/>
                    </a:cubicBezTo>
                    <a:cubicBezTo>
                      <a:pt x="107698" y="1795"/>
                      <a:pt x="107560" y="1657"/>
                      <a:pt x="107491" y="1588"/>
                    </a:cubicBezTo>
                    <a:cubicBezTo>
                      <a:pt x="107284" y="1519"/>
                      <a:pt x="107077" y="1381"/>
                      <a:pt x="106870" y="1312"/>
                    </a:cubicBezTo>
                    <a:cubicBezTo>
                      <a:pt x="106318" y="1036"/>
                      <a:pt x="105696" y="829"/>
                      <a:pt x="105144" y="552"/>
                    </a:cubicBezTo>
                    <a:cubicBezTo>
                      <a:pt x="104661" y="345"/>
                      <a:pt x="104108" y="138"/>
                      <a:pt x="103625" y="0"/>
                    </a:cubicBezTo>
                    <a:lnTo>
                      <a:pt x="0" y="60201"/>
                    </a:lnTo>
                    <a:cubicBezTo>
                      <a:pt x="1312" y="60684"/>
                      <a:pt x="2623" y="61236"/>
                      <a:pt x="3866" y="61789"/>
                    </a:cubicBezTo>
                    <a:cubicBezTo>
                      <a:pt x="4004" y="61789"/>
                      <a:pt x="4142" y="61927"/>
                      <a:pt x="4280" y="61996"/>
                    </a:cubicBezTo>
                    <a:cubicBezTo>
                      <a:pt x="5592" y="62617"/>
                      <a:pt x="6904" y="63307"/>
                      <a:pt x="8215" y="64067"/>
                    </a:cubicBezTo>
                    <a:cubicBezTo>
                      <a:pt x="9665" y="64895"/>
                      <a:pt x="11115" y="65862"/>
                      <a:pt x="12565" y="66828"/>
                    </a:cubicBezTo>
                    <a:cubicBezTo>
                      <a:pt x="12565" y="66828"/>
                      <a:pt x="12634" y="66897"/>
                      <a:pt x="12703" y="66966"/>
                    </a:cubicBezTo>
                    <a:cubicBezTo>
                      <a:pt x="14084" y="67933"/>
                      <a:pt x="15464" y="68968"/>
                      <a:pt x="16845" y="70004"/>
                    </a:cubicBezTo>
                    <a:cubicBezTo>
                      <a:pt x="16983" y="70142"/>
                      <a:pt x="17121" y="70211"/>
                      <a:pt x="17259" y="70349"/>
                    </a:cubicBezTo>
                    <a:cubicBezTo>
                      <a:pt x="18571" y="71385"/>
                      <a:pt x="19883" y="72489"/>
                      <a:pt x="21125" y="73663"/>
                    </a:cubicBezTo>
                    <a:cubicBezTo>
                      <a:pt x="21264" y="73801"/>
                      <a:pt x="21402" y="73939"/>
                      <a:pt x="21540" y="74077"/>
                    </a:cubicBezTo>
                    <a:cubicBezTo>
                      <a:pt x="22782" y="75251"/>
                      <a:pt x="24025" y="76424"/>
                      <a:pt x="25268" y="77736"/>
                    </a:cubicBezTo>
                    <a:cubicBezTo>
                      <a:pt x="25406" y="77874"/>
                      <a:pt x="25544" y="78012"/>
                      <a:pt x="25682" y="78150"/>
                    </a:cubicBezTo>
                    <a:cubicBezTo>
                      <a:pt x="26856" y="79393"/>
                      <a:pt x="28098" y="80705"/>
                      <a:pt x="29203" y="82085"/>
                    </a:cubicBezTo>
                    <a:cubicBezTo>
                      <a:pt x="29341" y="82224"/>
                      <a:pt x="29479" y="82431"/>
                      <a:pt x="29617" y="82569"/>
                    </a:cubicBezTo>
                    <a:cubicBezTo>
                      <a:pt x="30722" y="83880"/>
                      <a:pt x="31895" y="85261"/>
                      <a:pt x="32931" y="86711"/>
                    </a:cubicBezTo>
                    <a:cubicBezTo>
                      <a:pt x="33069" y="86918"/>
                      <a:pt x="33276" y="87125"/>
                      <a:pt x="33414" y="87332"/>
                    </a:cubicBezTo>
                    <a:cubicBezTo>
                      <a:pt x="34519" y="88782"/>
                      <a:pt x="35623" y="90301"/>
                      <a:pt x="36659" y="91820"/>
                    </a:cubicBezTo>
                    <a:cubicBezTo>
                      <a:pt x="37832" y="93615"/>
                      <a:pt x="39006" y="95410"/>
                      <a:pt x="40111" y="97205"/>
                    </a:cubicBezTo>
                    <a:cubicBezTo>
                      <a:pt x="41422" y="99414"/>
                      <a:pt x="42596" y="101623"/>
                      <a:pt x="43701" y="103763"/>
                    </a:cubicBezTo>
                    <a:cubicBezTo>
                      <a:pt x="43701" y="103763"/>
                      <a:pt x="43701" y="103832"/>
                      <a:pt x="43770" y="103901"/>
                    </a:cubicBezTo>
                    <a:cubicBezTo>
                      <a:pt x="44805" y="106041"/>
                      <a:pt x="45772" y="108182"/>
                      <a:pt x="46669" y="110322"/>
                    </a:cubicBezTo>
                    <a:cubicBezTo>
                      <a:pt x="46669" y="110391"/>
                      <a:pt x="46738" y="110529"/>
                      <a:pt x="46807" y="110598"/>
                    </a:cubicBezTo>
                    <a:cubicBezTo>
                      <a:pt x="47636" y="112669"/>
                      <a:pt x="48395" y="114809"/>
                      <a:pt x="49086" y="116880"/>
                    </a:cubicBezTo>
                    <a:cubicBezTo>
                      <a:pt x="49086" y="117018"/>
                      <a:pt x="49086" y="117087"/>
                      <a:pt x="49155" y="117226"/>
                    </a:cubicBezTo>
                    <a:cubicBezTo>
                      <a:pt x="49776" y="119297"/>
                      <a:pt x="50397" y="121368"/>
                      <a:pt x="50812" y="123439"/>
                    </a:cubicBezTo>
                    <a:cubicBezTo>
                      <a:pt x="50812" y="123577"/>
                      <a:pt x="50812" y="123646"/>
                      <a:pt x="50881" y="123784"/>
                    </a:cubicBezTo>
                    <a:cubicBezTo>
                      <a:pt x="51364" y="125855"/>
                      <a:pt x="51709" y="127857"/>
                      <a:pt x="51985" y="129859"/>
                    </a:cubicBezTo>
                    <a:cubicBezTo>
                      <a:pt x="51985" y="129997"/>
                      <a:pt x="51985" y="130066"/>
                      <a:pt x="51985" y="130204"/>
                    </a:cubicBezTo>
                    <a:cubicBezTo>
                      <a:pt x="52261" y="132207"/>
                      <a:pt x="52468" y="134140"/>
                      <a:pt x="52537" y="136073"/>
                    </a:cubicBezTo>
                    <a:cubicBezTo>
                      <a:pt x="52537" y="136211"/>
                      <a:pt x="52537" y="136349"/>
                      <a:pt x="52537" y="136487"/>
                    </a:cubicBezTo>
                    <a:cubicBezTo>
                      <a:pt x="52606" y="138420"/>
                      <a:pt x="52606" y="140284"/>
                      <a:pt x="52537" y="142148"/>
                    </a:cubicBezTo>
                    <a:cubicBezTo>
                      <a:pt x="52537" y="142286"/>
                      <a:pt x="52537" y="142355"/>
                      <a:pt x="52537" y="142493"/>
                    </a:cubicBezTo>
                    <a:cubicBezTo>
                      <a:pt x="52399" y="144426"/>
                      <a:pt x="52261" y="146290"/>
                      <a:pt x="51985" y="148085"/>
                    </a:cubicBezTo>
                    <a:lnTo>
                      <a:pt x="155610" y="87885"/>
                    </a:lnTo>
                    <a:cubicBezTo>
                      <a:pt x="155679" y="87332"/>
                      <a:pt x="155748" y="86711"/>
                      <a:pt x="155886" y="86159"/>
                    </a:cubicBezTo>
                    <a:cubicBezTo>
                      <a:pt x="155955" y="85399"/>
                      <a:pt x="156094" y="84571"/>
                      <a:pt x="156163" y="83811"/>
                    </a:cubicBezTo>
                    <a:cubicBezTo>
                      <a:pt x="156163" y="83328"/>
                      <a:pt x="156163" y="82845"/>
                      <a:pt x="156232" y="82362"/>
                    </a:cubicBezTo>
                    <a:cubicBezTo>
                      <a:pt x="156232" y="82224"/>
                      <a:pt x="156232" y="82085"/>
                      <a:pt x="156232" y="82016"/>
                    </a:cubicBezTo>
                    <a:cubicBezTo>
                      <a:pt x="156232" y="81878"/>
                      <a:pt x="156232" y="81740"/>
                      <a:pt x="156232" y="815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39"/>
              <p:cNvSpPr/>
              <p:nvPr/>
            </p:nvSpPr>
            <p:spPr>
              <a:xfrm>
                <a:off x="6894290" y="282441"/>
                <a:ext cx="168132" cy="171082"/>
              </a:xfrm>
              <a:custGeom>
                <a:rect b="b" l="l" r="r" t="t"/>
                <a:pathLst>
                  <a:path extrusionOk="0" h="260201" w="255714">
                    <a:moveTo>
                      <a:pt x="255231" y="192752"/>
                    </a:moveTo>
                    <a:cubicBezTo>
                      <a:pt x="255231" y="192338"/>
                      <a:pt x="255231" y="191855"/>
                      <a:pt x="255231" y="191441"/>
                    </a:cubicBezTo>
                    <a:cubicBezTo>
                      <a:pt x="255231" y="190888"/>
                      <a:pt x="255231" y="190267"/>
                      <a:pt x="255231" y="189715"/>
                    </a:cubicBezTo>
                    <a:cubicBezTo>
                      <a:pt x="255231" y="188196"/>
                      <a:pt x="255093" y="186608"/>
                      <a:pt x="255024" y="185020"/>
                    </a:cubicBezTo>
                    <a:cubicBezTo>
                      <a:pt x="255024" y="184813"/>
                      <a:pt x="255024" y="184606"/>
                      <a:pt x="255024" y="184399"/>
                    </a:cubicBezTo>
                    <a:cubicBezTo>
                      <a:pt x="255024" y="184054"/>
                      <a:pt x="255024" y="183708"/>
                      <a:pt x="254955" y="183363"/>
                    </a:cubicBezTo>
                    <a:cubicBezTo>
                      <a:pt x="254886" y="182328"/>
                      <a:pt x="254817" y="181292"/>
                      <a:pt x="254679" y="180257"/>
                    </a:cubicBezTo>
                    <a:cubicBezTo>
                      <a:pt x="254541" y="178945"/>
                      <a:pt x="254403" y="177633"/>
                      <a:pt x="254265" y="176321"/>
                    </a:cubicBezTo>
                    <a:cubicBezTo>
                      <a:pt x="254265" y="176114"/>
                      <a:pt x="254265" y="175838"/>
                      <a:pt x="254196" y="175631"/>
                    </a:cubicBezTo>
                    <a:cubicBezTo>
                      <a:pt x="254196" y="175493"/>
                      <a:pt x="254196" y="175424"/>
                      <a:pt x="254196" y="175286"/>
                    </a:cubicBezTo>
                    <a:cubicBezTo>
                      <a:pt x="253988" y="173560"/>
                      <a:pt x="253712" y="171834"/>
                      <a:pt x="253436" y="170108"/>
                    </a:cubicBezTo>
                    <a:cubicBezTo>
                      <a:pt x="253367" y="169487"/>
                      <a:pt x="253229" y="168796"/>
                      <a:pt x="253091" y="168175"/>
                    </a:cubicBezTo>
                    <a:cubicBezTo>
                      <a:pt x="253022" y="167623"/>
                      <a:pt x="252884" y="167070"/>
                      <a:pt x="252815" y="166518"/>
                    </a:cubicBezTo>
                    <a:cubicBezTo>
                      <a:pt x="252746" y="165966"/>
                      <a:pt x="252608" y="165344"/>
                      <a:pt x="252539" y="164792"/>
                    </a:cubicBezTo>
                    <a:cubicBezTo>
                      <a:pt x="252194" y="162928"/>
                      <a:pt x="251848" y="161133"/>
                      <a:pt x="251434" y="159269"/>
                    </a:cubicBezTo>
                    <a:cubicBezTo>
                      <a:pt x="251434" y="159131"/>
                      <a:pt x="251434" y="159062"/>
                      <a:pt x="251365" y="158924"/>
                    </a:cubicBezTo>
                    <a:cubicBezTo>
                      <a:pt x="251365" y="158648"/>
                      <a:pt x="251227" y="158303"/>
                      <a:pt x="251158" y="158027"/>
                    </a:cubicBezTo>
                    <a:cubicBezTo>
                      <a:pt x="250813" y="156577"/>
                      <a:pt x="250468" y="155058"/>
                      <a:pt x="250122" y="153608"/>
                    </a:cubicBezTo>
                    <a:cubicBezTo>
                      <a:pt x="249915" y="152780"/>
                      <a:pt x="249639" y="151882"/>
                      <a:pt x="249432" y="151054"/>
                    </a:cubicBezTo>
                    <a:cubicBezTo>
                      <a:pt x="249294" y="150432"/>
                      <a:pt x="249087" y="149811"/>
                      <a:pt x="248949" y="149190"/>
                    </a:cubicBezTo>
                    <a:cubicBezTo>
                      <a:pt x="248811" y="148707"/>
                      <a:pt x="248742" y="148292"/>
                      <a:pt x="248604" y="147809"/>
                    </a:cubicBezTo>
                    <a:cubicBezTo>
                      <a:pt x="248051" y="145876"/>
                      <a:pt x="247499" y="143943"/>
                      <a:pt x="246878" y="142010"/>
                    </a:cubicBezTo>
                    <a:cubicBezTo>
                      <a:pt x="246878" y="141803"/>
                      <a:pt x="246740" y="141665"/>
                      <a:pt x="246671" y="141458"/>
                    </a:cubicBezTo>
                    <a:cubicBezTo>
                      <a:pt x="246532" y="141043"/>
                      <a:pt x="246394" y="140698"/>
                      <a:pt x="246325" y="140284"/>
                    </a:cubicBezTo>
                    <a:cubicBezTo>
                      <a:pt x="245911" y="138972"/>
                      <a:pt x="245497" y="137592"/>
                      <a:pt x="245014" y="136280"/>
                    </a:cubicBezTo>
                    <a:cubicBezTo>
                      <a:pt x="244668" y="135313"/>
                      <a:pt x="244323" y="134278"/>
                      <a:pt x="243978" y="133311"/>
                    </a:cubicBezTo>
                    <a:cubicBezTo>
                      <a:pt x="243771" y="132759"/>
                      <a:pt x="243633" y="132276"/>
                      <a:pt x="243426" y="131723"/>
                    </a:cubicBezTo>
                    <a:cubicBezTo>
                      <a:pt x="243288" y="131378"/>
                      <a:pt x="243219" y="131033"/>
                      <a:pt x="243081" y="130688"/>
                    </a:cubicBezTo>
                    <a:cubicBezTo>
                      <a:pt x="242390" y="128893"/>
                      <a:pt x="241769" y="127029"/>
                      <a:pt x="241010" y="125234"/>
                    </a:cubicBezTo>
                    <a:cubicBezTo>
                      <a:pt x="240871" y="124820"/>
                      <a:pt x="240664" y="124474"/>
                      <a:pt x="240526" y="124060"/>
                    </a:cubicBezTo>
                    <a:cubicBezTo>
                      <a:pt x="240319" y="123577"/>
                      <a:pt x="240112" y="123094"/>
                      <a:pt x="239905" y="122610"/>
                    </a:cubicBezTo>
                    <a:cubicBezTo>
                      <a:pt x="239560" y="121713"/>
                      <a:pt x="239214" y="120884"/>
                      <a:pt x="238869" y="119987"/>
                    </a:cubicBezTo>
                    <a:cubicBezTo>
                      <a:pt x="238110" y="118261"/>
                      <a:pt x="237420" y="116466"/>
                      <a:pt x="236660" y="114740"/>
                    </a:cubicBezTo>
                    <a:cubicBezTo>
                      <a:pt x="236660" y="114740"/>
                      <a:pt x="236660" y="114740"/>
                      <a:pt x="236660" y="114740"/>
                    </a:cubicBezTo>
                    <a:cubicBezTo>
                      <a:pt x="236660" y="114740"/>
                      <a:pt x="236660" y="114671"/>
                      <a:pt x="236660" y="114602"/>
                    </a:cubicBezTo>
                    <a:cubicBezTo>
                      <a:pt x="235901" y="112876"/>
                      <a:pt x="235141" y="111219"/>
                      <a:pt x="234313" y="109493"/>
                    </a:cubicBezTo>
                    <a:cubicBezTo>
                      <a:pt x="233899" y="108665"/>
                      <a:pt x="233484" y="107767"/>
                      <a:pt x="233070" y="106939"/>
                    </a:cubicBezTo>
                    <a:cubicBezTo>
                      <a:pt x="232794" y="106387"/>
                      <a:pt x="232518" y="105834"/>
                      <a:pt x="232311" y="105351"/>
                    </a:cubicBezTo>
                    <a:cubicBezTo>
                      <a:pt x="232104" y="104937"/>
                      <a:pt x="231897" y="104523"/>
                      <a:pt x="231689" y="104108"/>
                    </a:cubicBezTo>
                    <a:cubicBezTo>
                      <a:pt x="230654" y="102037"/>
                      <a:pt x="229618" y="100035"/>
                      <a:pt x="228514" y="97964"/>
                    </a:cubicBezTo>
                    <a:cubicBezTo>
                      <a:pt x="228514" y="97895"/>
                      <a:pt x="228445" y="97757"/>
                      <a:pt x="228376" y="97688"/>
                    </a:cubicBezTo>
                    <a:cubicBezTo>
                      <a:pt x="226788" y="94719"/>
                      <a:pt x="225200" y="91820"/>
                      <a:pt x="223474" y="88920"/>
                    </a:cubicBezTo>
                    <a:cubicBezTo>
                      <a:pt x="223474" y="88920"/>
                      <a:pt x="223474" y="88920"/>
                      <a:pt x="223474" y="88920"/>
                    </a:cubicBezTo>
                    <a:cubicBezTo>
                      <a:pt x="223474" y="88920"/>
                      <a:pt x="223474" y="88851"/>
                      <a:pt x="223405" y="88782"/>
                    </a:cubicBezTo>
                    <a:cubicBezTo>
                      <a:pt x="221058" y="84778"/>
                      <a:pt x="218572" y="80843"/>
                      <a:pt x="216018" y="76977"/>
                    </a:cubicBezTo>
                    <a:cubicBezTo>
                      <a:pt x="215742" y="76493"/>
                      <a:pt x="215466" y="76010"/>
                      <a:pt x="215120" y="75596"/>
                    </a:cubicBezTo>
                    <a:cubicBezTo>
                      <a:pt x="214775" y="75182"/>
                      <a:pt x="214499" y="74698"/>
                      <a:pt x="214154" y="74215"/>
                    </a:cubicBezTo>
                    <a:cubicBezTo>
                      <a:pt x="213187" y="72834"/>
                      <a:pt x="212221" y="71454"/>
                      <a:pt x="211254" y="70073"/>
                    </a:cubicBezTo>
                    <a:cubicBezTo>
                      <a:pt x="210633" y="69244"/>
                      <a:pt x="210081" y="68347"/>
                      <a:pt x="209459" y="67519"/>
                    </a:cubicBezTo>
                    <a:cubicBezTo>
                      <a:pt x="208838" y="66690"/>
                      <a:pt x="208217" y="65862"/>
                      <a:pt x="207595" y="65033"/>
                    </a:cubicBezTo>
                    <a:cubicBezTo>
                      <a:pt x="206836" y="63998"/>
                      <a:pt x="206008" y="62962"/>
                      <a:pt x="205248" y="61996"/>
                    </a:cubicBezTo>
                    <a:cubicBezTo>
                      <a:pt x="204005" y="60408"/>
                      <a:pt x="202763" y="58889"/>
                      <a:pt x="201520" y="57370"/>
                    </a:cubicBezTo>
                    <a:cubicBezTo>
                      <a:pt x="201520" y="57370"/>
                      <a:pt x="201451" y="57232"/>
                      <a:pt x="201382" y="57232"/>
                    </a:cubicBezTo>
                    <a:cubicBezTo>
                      <a:pt x="201244" y="57094"/>
                      <a:pt x="201175" y="56956"/>
                      <a:pt x="201037" y="56818"/>
                    </a:cubicBezTo>
                    <a:cubicBezTo>
                      <a:pt x="199932" y="55506"/>
                      <a:pt x="198897" y="54263"/>
                      <a:pt x="197792" y="53021"/>
                    </a:cubicBezTo>
                    <a:cubicBezTo>
                      <a:pt x="196964" y="52054"/>
                      <a:pt x="196135" y="51157"/>
                      <a:pt x="195307" y="50259"/>
                    </a:cubicBezTo>
                    <a:cubicBezTo>
                      <a:pt x="195031" y="49914"/>
                      <a:pt x="194754" y="49638"/>
                      <a:pt x="194409" y="49293"/>
                    </a:cubicBezTo>
                    <a:cubicBezTo>
                      <a:pt x="194202" y="49086"/>
                      <a:pt x="194064" y="48878"/>
                      <a:pt x="193857" y="48671"/>
                    </a:cubicBezTo>
                    <a:cubicBezTo>
                      <a:pt x="192476" y="47222"/>
                      <a:pt x="191095" y="45772"/>
                      <a:pt x="189715" y="44322"/>
                    </a:cubicBezTo>
                    <a:cubicBezTo>
                      <a:pt x="189300" y="43908"/>
                      <a:pt x="188886" y="43494"/>
                      <a:pt x="188472" y="43079"/>
                    </a:cubicBezTo>
                    <a:cubicBezTo>
                      <a:pt x="187989" y="42596"/>
                      <a:pt x="187506" y="42182"/>
                      <a:pt x="187091" y="41699"/>
                    </a:cubicBezTo>
                    <a:cubicBezTo>
                      <a:pt x="186470" y="41146"/>
                      <a:pt x="185918" y="40525"/>
                      <a:pt x="185296" y="39973"/>
                    </a:cubicBezTo>
                    <a:cubicBezTo>
                      <a:pt x="183916" y="38661"/>
                      <a:pt x="182466" y="37349"/>
                      <a:pt x="181085" y="36038"/>
                    </a:cubicBezTo>
                    <a:cubicBezTo>
                      <a:pt x="181016" y="35969"/>
                      <a:pt x="180878" y="35830"/>
                      <a:pt x="180809" y="35761"/>
                    </a:cubicBezTo>
                    <a:cubicBezTo>
                      <a:pt x="180809" y="35761"/>
                      <a:pt x="180809" y="35761"/>
                      <a:pt x="180740" y="35692"/>
                    </a:cubicBezTo>
                    <a:cubicBezTo>
                      <a:pt x="179152" y="34312"/>
                      <a:pt x="177564" y="32931"/>
                      <a:pt x="175976" y="31550"/>
                    </a:cubicBezTo>
                    <a:cubicBezTo>
                      <a:pt x="175493" y="31136"/>
                      <a:pt x="174941" y="30722"/>
                      <a:pt x="174457" y="30307"/>
                    </a:cubicBezTo>
                    <a:cubicBezTo>
                      <a:pt x="173905" y="29893"/>
                      <a:pt x="173422" y="29410"/>
                      <a:pt x="172870" y="28996"/>
                    </a:cubicBezTo>
                    <a:cubicBezTo>
                      <a:pt x="172317" y="28512"/>
                      <a:pt x="171765" y="28098"/>
                      <a:pt x="171213" y="27615"/>
                    </a:cubicBezTo>
                    <a:cubicBezTo>
                      <a:pt x="169625" y="26372"/>
                      <a:pt x="168037" y="25199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6449" y="24025"/>
                      <a:pt x="166449" y="24025"/>
                      <a:pt x="166449" y="24025"/>
                    </a:cubicBezTo>
                    <a:cubicBezTo>
                      <a:pt x="164930" y="22920"/>
                      <a:pt x="163411" y="21816"/>
                      <a:pt x="161893" y="20780"/>
                    </a:cubicBezTo>
                    <a:cubicBezTo>
                      <a:pt x="161271" y="20366"/>
                      <a:pt x="160581" y="19952"/>
                      <a:pt x="159960" y="19538"/>
                    </a:cubicBezTo>
                    <a:cubicBezTo>
                      <a:pt x="159476" y="19192"/>
                      <a:pt x="158993" y="18916"/>
                      <a:pt x="158579" y="18640"/>
                    </a:cubicBezTo>
                    <a:cubicBezTo>
                      <a:pt x="158165" y="18364"/>
                      <a:pt x="157750" y="18088"/>
                      <a:pt x="157336" y="17812"/>
                    </a:cubicBezTo>
                    <a:cubicBezTo>
                      <a:pt x="155817" y="16845"/>
                      <a:pt x="154368" y="15948"/>
                      <a:pt x="152849" y="15050"/>
                    </a:cubicBezTo>
                    <a:cubicBezTo>
                      <a:pt x="152504" y="14843"/>
                      <a:pt x="152158" y="14636"/>
                      <a:pt x="151813" y="14429"/>
                    </a:cubicBezTo>
                    <a:cubicBezTo>
                      <a:pt x="150709" y="13807"/>
                      <a:pt x="149535" y="13117"/>
                      <a:pt x="148430" y="12565"/>
                    </a:cubicBezTo>
                    <a:cubicBezTo>
                      <a:pt x="147740" y="12220"/>
                      <a:pt x="147119" y="11874"/>
                      <a:pt x="146428" y="11529"/>
                    </a:cubicBezTo>
                    <a:cubicBezTo>
                      <a:pt x="145945" y="11253"/>
                      <a:pt x="145462" y="11046"/>
                      <a:pt x="144978" y="10770"/>
                    </a:cubicBezTo>
                    <a:cubicBezTo>
                      <a:pt x="144702" y="10632"/>
                      <a:pt x="144357" y="10425"/>
                      <a:pt x="144081" y="10287"/>
                    </a:cubicBezTo>
                    <a:cubicBezTo>
                      <a:pt x="142631" y="9596"/>
                      <a:pt x="141181" y="8906"/>
                      <a:pt x="139801" y="8284"/>
                    </a:cubicBezTo>
                    <a:cubicBezTo>
                      <a:pt x="139732" y="8284"/>
                      <a:pt x="139594" y="8215"/>
                      <a:pt x="139524" y="8146"/>
                    </a:cubicBezTo>
                    <a:cubicBezTo>
                      <a:pt x="139248" y="8008"/>
                      <a:pt x="138972" y="7939"/>
                      <a:pt x="138696" y="7801"/>
                    </a:cubicBezTo>
                    <a:cubicBezTo>
                      <a:pt x="137661" y="7318"/>
                      <a:pt x="136556" y="6904"/>
                      <a:pt x="135520" y="6421"/>
                    </a:cubicBezTo>
                    <a:cubicBezTo>
                      <a:pt x="134968" y="6213"/>
                      <a:pt x="134416" y="6006"/>
                      <a:pt x="133932" y="5799"/>
                    </a:cubicBezTo>
                    <a:cubicBezTo>
                      <a:pt x="133449" y="5592"/>
                      <a:pt x="132966" y="5454"/>
                      <a:pt x="132483" y="5247"/>
                    </a:cubicBezTo>
                    <a:cubicBezTo>
                      <a:pt x="132069" y="5109"/>
                      <a:pt x="131654" y="4902"/>
                      <a:pt x="131309" y="4764"/>
                    </a:cubicBezTo>
                    <a:cubicBezTo>
                      <a:pt x="129859" y="4280"/>
                      <a:pt x="128479" y="3797"/>
                      <a:pt x="127098" y="3383"/>
                    </a:cubicBezTo>
                    <a:cubicBezTo>
                      <a:pt x="127098" y="3383"/>
                      <a:pt x="127098" y="3383"/>
                      <a:pt x="127098" y="3383"/>
                    </a:cubicBezTo>
                    <a:cubicBezTo>
                      <a:pt x="127098" y="3383"/>
                      <a:pt x="127029" y="3383"/>
                      <a:pt x="126960" y="3383"/>
                    </a:cubicBezTo>
                    <a:cubicBezTo>
                      <a:pt x="125579" y="2969"/>
                      <a:pt x="124267" y="2623"/>
                      <a:pt x="122887" y="2278"/>
                    </a:cubicBezTo>
                    <a:cubicBezTo>
                      <a:pt x="122472" y="2209"/>
                      <a:pt x="122127" y="2140"/>
                      <a:pt x="121713" y="2002"/>
                    </a:cubicBezTo>
                    <a:cubicBezTo>
                      <a:pt x="121230" y="1864"/>
                      <a:pt x="120677" y="1795"/>
                      <a:pt x="120194" y="1657"/>
                    </a:cubicBezTo>
                    <a:cubicBezTo>
                      <a:pt x="119642" y="1519"/>
                      <a:pt x="119089" y="1381"/>
                      <a:pt x="118606" y="1312"/>
                    </a:cubicBezTo>
                    <a:cubicBezTo>
                      <a:pt x="117709" y="1174"/>
                      <a:pt x="116880" y="1036"/>
                      <a:pt x="115983" y="898"/>
                    </a:cubicBezTo>
                    <a:cubicBezTo>
                      <a:pt x="115569" y="898"/>
                      <a:pt x="115154" y="759"/>
                      <a:pt x="114740" y="690"/>
                    </a:cubicBezTo>
                    <a:cubicBezTo>
                      <a:pt x="114602" y="690"/>
                      <a:pt x="114395" y="690"/>
                      <a:pt x="114257" y="621"/>
                    </a:cubicBezTo>
                    <a:cubicBezTo>
                      <a:pt x="112738" y="414"/>
                      <a:pt x="111288" y="276"/>
                      <a:pt x="109838" y="138"/>
                    </a:cubicBezTo>
                    <a:cubicBezTo>
                      <a:pt x="109769" y="138"/>
                      <a:pt x="109631" y="138"/>
                      <a:pt x="109562" y="138"/>
                    </a:cubicBezTo>
                    <a:cubicBezTo>
                      <a:pt x="109148" y="138"/>
                      <a:pt x="108734" y="138"/>
                      <a:pt x="108320" y="138"/>
                    </a:cubicBezTo>
                    <a:cubicBezTo>
                      <a:pt x="107284" y="138"/>
                      <a:pt x="106249" y="0"/>
                      <a:pt x="105213" y="0"/>
                    </a:cubicBezTo>
                    <a:cubicBezTo>
                      <a:pt x="104661" y="0"/>
                      <a:pt x="104177" y="0"/>
                      <a:pt x="103625" y="0"/>
                    </a:cubicBezTo>
                    <a:lnTo>
                      <a:pt x="0" y="60201"/>
                    </a:lnTo>
                    <a:cubicBezTo>
                      <a:pt x="1519" y="60201"/>
                      <a:pt x="3107" y="60201"/>
                      <a:pt x="4625" y="60270"/>
                    </a:cubicBezTo>
                    <a:cubicBezTo>
                      <a:pt x="5040" y="60270"/>
                      <a:pt x="5454" y="60270"/>
                      <a:pt x="5868" y="60270"/>
                    </a:cubicBezTo>
                    <a:cubicBezTo>
                      <a:pt x="7594" y="60408"/>
                      <a:pt x="9320" y="60546"/>
                      <a:pt x="11115" y="60822"/>
                    </a:cubicBezTo>
                    <a:cubicBezTo>
                      <a:pt x="11529" y="60822"/>
                      <a:pt x="11943" y="60960"/>
                      <a:pt x="12358" y="61029"/>
                    </a:cubicBezTo>
                    <a:cubicBezTo>
                      <a:pt x="13738" y="61236"/>
                      <a:pt x="15119" y="61512"/>
                      <a:pt x="16569" y="61788"/>
                    </a:cubicBezTo>
                    <a:cubicBezTo>
                      <a:pt x="17052" y="61927"/>
                      <a:pt x="17605" y="61996"/>
                      <a:pt x="18088" y="62134"/>
                    </a:cubicBezTo>
                    <a:cubicBezTo>
                      <a:pt x="19814" y="62548"/>
                      <a:pt x="21540" y="62962"/>
                      <a:pt x="23335" y="63514"/>
                    </a:cubicBezTo>
                    <a:cubicBezTo>
                      <a:pt x="23335" y="63514"/>
                      <a:pt x="23404" y="63514"/>
                      <a:pt x="23473" y="63514"/>
                    </a:cubicBezTo>
                    <a:cubicBezTo>
                      <a:pt x="25268" y="64067"/>
                      <a:pt x="27132" y="64688"/>
                      <a:pt x="28927" y="65378"/>
                    </a:cubicBezTo>
                    <a:cubicBezTo>
                      <a:pt x="29410" y="65586"/>
                      <a:pt x="29893" y="65724"/>
                      <a:pt x="30376" y="65931"/>
                    </a:cubicBezTo>
                    <a:cubicBezTo>
                      <a:pt x="31964" y="66552"/>
                      <a:pt x="33552" y="67173"/>
                      <a:pt x="35209" y="67864"/>
                    </a:cubicBezTo>
                    <a:cubicBezTo>
                      <a:pt x="35485" y="68002"/>
                      <a:pt x="35761" y="68071"/>
                      <a:pt x="36038" y="68209"/>
                    </a:cubicBezTo>
                    <a:cubicBezTo>
                      <a:pt x="37832" y="69037"/>
                      <a:pt x="39696" y="69935"/>
                      <a:pt x="41561" y="70832"/>
                    </a:cubicBezTo>
                    <a:cubicBezTo>
                      <a:pt x="42044" y="71109"/>
                      <a:pt x="42527" y="71316"/>
                      <a:pt x="43010" y="71592"/>
                    </a:cubicBezTo>
                    <a:cubicBezTo>
                      <a:pt x="44805" y="72558"/>
                      <a:pt x="46600" y="73456"/>
                      <a:pt x="48395" y="74491"/>
                    </a:cubicBezTo>
                    <a:cubicBezTo>
                      <a:pt x="50673" y="75803"/>
                      <a:pt x="52883" y="77184"/>
                      <a:pt x="55161" y="78634"/>
                    </a:cubicBezTo>
                    <a:cubicBezTo>
                      <a:pt x="55644" y="78910"/>
                      <a:pt x="56058" y="79255"/>
                      <a:pt x="56542" y="79531"/>
                    </a:cubicBezTo>
                    <a:cubicBezTo>
                      <a:pt x="58751" y="80981"/>
                      <a:pt x="60891" y="82500"/>
                      <a:pt x="63031" y="84088"/>
                    </a:cubicBezTo>
                    <a:cubicBezTo>
                      <a:pt x="63031" y="84088"/>
                      <a:pt x="63031" y="84088"/>
                      <a:pt x="63031" y="84088"/>
                    </a:cubicBezTo>
                    <a:cubicBezTo>
                      <a:pt x="65171" y="85675"/>
                      <a:pt x="67311" y="87332"/>
                      <a:pt x="69452" y="89058"/>
                    </a:cubicBezTo>
                    <a:cubicBezTo>
                      <a:pt x="70004" y="89472"/>
                      <a:pt x="70487" y="89887"/>
                      <a:pt x="71039" y="90370"/>
                    </a:cubicBezTo>
                    <a:cubicBezTo>
                      <a:pt x="73180" y="92096"/>
                      <a:pt x="75320" y="93960"/>
                      <a:pt x="77391" y="95824"/>
                    </a:cubicBezTo>
                    <a:cubicBezTo>
                      <a:pt x="77460" y="95893"/>
                      <a:pt x="77598" y="96031"/>
                      <a:pt x="77667" y="96100"/>
                    </a:cubicBezTo>
                    <a:cubicBezTo>
                      <a:pt x="79669" y="97964"/>
                      <a:pt x="81671" y="99828"/>
                      <a:pt x="83673" y="101761"/>
                    </a:cubicBezTo>
                    <a:cubicBezTo>
                      <a:pt x="84157" y="102244"/>
                      <a:pt x="84571" y="102659"/>
                      <a:pt x="85054" y="103142"/>
                    </a:cubicBezTo>
                    <a:cubicBezTo>
                      <a:pt x="87056" y="105144"/>
                      <a:pt x="89058" y="107215"/>
                      <a:pt x="90991" y="109286"/>
                    </a:cubicBezTo>
                    <a:cubicBezTo>
                      <a:pt x="91267" y="109562"/>
                      <a:pt x="91544" y="109907"/>
                      <a:pt x="91820" y="110253"/>
                    </a:cubicBezTo>
                    <a:cubicBezTo>
                      <a:pt x="93753" y="112393"/>
                      <a:pt x="95686" y="114602"/>
                      <a:pt x="97619" y="116880"/>
                    </a:cubicBezTo>
                    <a:cubicBezTo>
                      <a:pt x="97757" y="117018"/>
                      <a:pt x="97826" y="117156"/>
                      <a:pt x="97964" y="117295"/>
                    </a:cubicBezTo>
                    <a:cubicBezTo>
                      <a:pt x="100104" y="119849"/>
                      <a:pt x="102175" y="122472"/>
                      <a:pt x="104246" y="125165"/>
                    </a:cubicBezTo>
                    <a:cubicBezTo>
                      <a:pt x="105489" y="126822"/>
                      <a:pt x="106663" y="128479"/>
                      <a:pt x="107905" y="130135"/>
                    </a:cubicBezTo>
                    <a:cubicBezTo>
                      <a:pt x="108872" y="131516"/>
                      <a:pt x="109907" y="132897"/>
                      <a:pt x="110874" y="134278"/>
                    </a:cubicBezTo>
                    <a:cubicBezTo>
                      <a:pt x="111495" y="135175"/>
                      <a:pt x="112117" y="136073"/>
                      <a:pt x="112669" y="137039"/>
                    </a:cubicBezTo>
                    <a:cubicBezTo>
                      <a:pt x="115223" y="140905"/>
                      <a:pt x="117709" y="144840"/>
                      <a:pt x="120125" y="148845"/>
                    </a:cubicBezTo>
                    <a:cubicBezTo>
                      <a:pt x="120125" y="148845"/>
                      <a:pt x="120125" y="148914"/>
                      <a:pt x="120194" y="148983"/>
                    </a:cubicBezTo>
                    <a:cubicBezTo>
                      <a:pt x="121851" y="151882"/>
                      <a:pt x="123508" y="154782"/>
                      <a:pt x="125096" y="157750"/>
                    </a:cubicBezTo>
                    <a:cubicBezTo>
                      <a:pt x="126476" y="160305"/>
                      <a:pt x="127719" y="162859"/>
                      <a:pt x="129031" y="165414"/>
                    </a:cubicBezTo>
                    <a:cubicBezTo>
                      <a:pt x="129307" y="165966"/>
                      <a:pt x="129514" y="166449"/>
                      <a:pt x="129790" y="167001"/>
                    </a:cubicBezTo>
                    <a:cubicBezTo>
                      <a:pt x="131033" y="169556"/>
                      <a:pt x="132207" y="172110"/>
                      <a:pt x="133380" y="174665"/>
                    </a:cubicBezTo>
                    <a:cubicBezTo>
                      <a:pt x="133380" y="174665"/>
                      <a:pt x="133380" y="174734"/>
                      <a:pt x="133380" y="174803"/>
                    </a:cubicBezTo>
                    <a:cubicBezTo>
                      <a:pt x="134554" y="177426"/>
                      <a:pt x="135658" y="180049"/>
                      <a:pt x="136694" y="182742"/>
                    </a:cubicBezTo>
                    <a:cubicBezTo>
                      <a:pt x="136901" y="183225"/>
                      <a:pt x="137108" y="183708"/>
                      <a:pt x="137315" y="184192"/>
                    </a:cubicBezTo>
                    <a:cubicBezTo>
                      <a:pt x="138351" y="186746"/>
                      <a:pt x="139317" y="189300"/>
                      <a:pt x="140215" y="191855"/>
                    </a:cubicBezTo>
                    <a:cubicBezTo>
                      <a:pt x="140422" y="192407"/>
                      <a:pt x="140560" y="192890"/>
                      <a:pt x="140767" y="193443"/>
                    </a:cubicBezTo>
                    <a:cubicBezTo>
                      <a:pt x="141596" y="195790"/>
                      <a:pt x="142355" y="198068"/>
                      <a:pt x="143114" y="200415"/>
                    </a:cubicBezTo>
                    <a:cubicBezTo>
                      <a:pt x="143253" y="200830"/>
                      <a:pt x="143391" y="201244"/>
                      <a:pt x="143529" y="201658"/>
                    </a:cubicBezTo>
                    <a:cubicBezTo>
                      <a:pt x="144357" y="204213"/>
                      <a:pt x="145047" y="206836"/>
                      <a:pt x="145738" y="209390"/>
                    </a:cubicBezTo>
                    <a:cubicBezTo>
                      <a:pt x="145876" y="210012"/>
                      <a:pt x="146083" y="210633"/>
                      <a:pt x="146221" y="211254"/>
                    </a:cubicBezTo>
                    <a:cubicBezTo>
                      <a:pt x="146843" y="213602"/>
                      <a:pt x="147395" y="215880"/>
                      <a:pt x="147947" y="218227"/>
                    </a:cubicBezTo>
                    <a:cubicBezTo>
                      <a:pt x="147947" y="218503"/>
                      <a:pt x="148085" y="218848"/>
                      <a:pt x="148154" y="219125"/>
                    </a:cubicBezTo>
                    <a:cubicBezTo>
                      <a:pt x="148706" y="221679"/>
                      <a:pt x="149190" y="224233"/>
                      <a:pt x="149673" y="226719"/>
                    </a:cubicBezTo>
                    <a:cubicBezTo>
                      <a:pt x="149742" y="227271"/>
                      <a:pt x="149880" y="227823"/>
                      <a:pt x="149949" y="228376"/>
                    </a:cubicBezTo>
                    <a:cubicBezTo>
                      <a:pt x="150363" y="230861"/>
                      <a:pt x="150778" y="233346"/>
                      <a:pt x="151054" y="235832"/>
                    </a:cubicBezTo>
                    <a:cubicBezTo>
                      <a:pt x="151054" y="236108"/>
                      <a:pt x="151054" y="236315"/>
                      <a:pt x="151123" y="236591"/>
                    </a:cubicBezTo>
                    <a:cubicBezTo>
                      <a:pt x="151399" y="238938"/>
                      <a:pt x="151606" y="241286"/>
                      <a:pt x="151813" y="243633"/>
                    </a:cubicBezTo>
                    <a:cubicBezTo>
                      <a:pt x="151813" y="243978"/>
                      <a:pt x="151813" y="244323"/>
                      <a:pt x="151882" y="244668"/>
                    </a:cubicBezTo>
                    <a:cubicBezTo>
                      <a:pt x="152020" y="247016"/>
                      <a:pt x="152158" y="249363"/>
                      <a:pt x="152158" y="251710"/>
                    </a:cubicBezTo>
                    <a:cubicBezTo>
                      <a:pt x="152158" y="252124"/>
                      <a:pt x="152158" y="252608"/>
                      <a:pt x="152158" y="253022"/>
                    </a:cubicBezTo>
                    <a:cubicBezTo>
                      <a:pt x="152158" y="255438"/>
                      <a:pt x="152158" y="257855"/>
                      <a:pt x="152020" y="260202"/>
                    </a:cubicBezTo>
                    <a:lnTo>
                      <a:pt x="255645" y="200001"/>
                    </a:lnTo>
                    <a:cubicBezTo>
                      <a:pt x="255645" y="199587"/>
                      <a:pt x="255645" y="199173"/>
                      <a:pt x="255645" y="198828"/>
                    </a:cubicBezTo>
                    <a:cubicBezTo>
                      <a:pt x="255645" y="197378"/>
                      <a:pt x="255714" y="195859"/>
                      <a:pt x="255714" y="194409"/>
                    </a:cubicBezTo>
                    <a:cubicBezTo>
                      <a:pt x="255714" y="193926"/>
                      <a:pt x="255714" y="193374"/>
                      <a:pt x="255714" y="1928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39"/>
              <p:cNvSpPr/>
              <p:nvPr/>
            </p:nvSpPr>
            <p:spPr>
              <a:xfrm>
                <a:off x="6636544" y="187807"/>
                <a:ext cx="391750" cy="323353"/>
              </a:xfrm>
              <a:custGeom>
                <a:rect b="b" l="l" r="r" t="t"/>
                <a:pathLst>
                  <a:path extrusionOk="0" h="491791" w="595818">
                    <a:moveTo>
                      <a:pt x="258943" y="18540"/>
                    </a:moveTo>
                    <a:cubicBezTo>
                      <a:pt x="284902" y="33521"/>
                      <a:pt x="310860" y="56787"/>
                      <a:pt x="333021" y="85230"/>
                    </a:cubicBezTo>
                    <a:cubicBezTo>
                      <a:pt x="360566" y="120577"/>
                      <a:pt x="380725" y="162690"/>
                      <a:pt x="391288" y="203906"/>
                    </a:cubicBezTo>
                    <a:cubicBezTo>
                      <a:pt x="406131" y="203491"/>
                      <a:pt x="422838" y="208669"/>
                      <a:pt x="439545" y="218334"/>
                    </a:cubicBezTo>
                    <a:cubicBezTo>
                      <a:pt x="459221" y="229726"/>
                      <a:pt x="478897" y="247261"/>
                      <a:pt x="495466" y="269077"/>
                    </a:cubicBezTo>
                    <a:cubicBezTo>
                      <a:pt x="526118" y="309326"/>
                      <a:pt x="545380" y="363382"/>
                      <a:pt x="543239" y="404045"/>
                    </a:cubicBezTo>
                    <a:cubicBezTo>
                      <a:pt x="545932" y="405011"/>
                      <a:pt x="548693" y="406323"/>
                      <a:pt x="551455" y="407911"/>
                    </a:cubicBezTo>
                    <a:cubicBezTo>
                      <a:pt x="563191" y="414677"/>
                      <a:pt x="574928" y="426758"/>
                      <a:pt x="583281" y="440980"/>
                    </a:cubicBezTo>
                    <a:cubicBezTo>
                      <a:pt x="593637" y="458653"/>
                      <a:pt x="597503" y="476672"/>
                      <a:pt x="595155" y="491791"/>
                    </a:cubicBezTo>
                    <a:lnTo>
                      <a:pt x="468" y="148469"/>
                    </a:lnTo>
                    <a:cubicBezTo>
                      <a:pt x="-1742" y="130105"/>
                      <a:pt x="3988" y="114709"/>
                      <a:pt x="15311" y="109739"/>
                    </a:cubicBezTo>
                    <a:cubicBezTo>
                      <a:pt x="24216" y="105803"/>
                      <a:pt x="38024" y="107253"/>
                      <a:pt x="50589" y="114502"/>
                    </a:cubicBezTo>
                    <a:cubicBezTo>
                      <a:pt x="53902" y="116435"/>
                      <a:pt x="57078" y="118713"/>
                      <a:pt x="60116" y="121406"/>
                    </a:cubicBezTo>
                    <a:cubicBezTo>
                      <a:pt x="60116" y="99590"/>
                      <a:pt x="71093" y="84540"/>
                      <a:pt x="87800" y="83642"/>
                    </a:cubicBezTo>
                    <a:cubicBezTo>
                      <a:pt x="95877" y="83159"/>
                      <a:pt x="105266" y="85921"/>
                      <a:pt x="114655" y="91306"/>
                    </a:cubicBezTo>
                    <a:cubicBezTo>
                      <a:pt x="124459" y="96967"/>
                      <a:pt x="134193" y="105527"/>
                      <a:pt x="142408" y="116228"/>
                    </a:cubicBezTo>
                    <a:cubicBezTo>
                      <a:pt x="130327" y="73908"/>
                      <a:pt x="136747" y="35454"/>
                      <a:pt x="156285" y="16055"/>
                    </a:cubicBezTo>
                    <a:cubicBezTo>
                      <a:pt x="175892" y="-3345"/>
                      <a:pt x="207373" y="-4587"/>
                      <a:pt x="240165" y="9220"/>
                    </a:cubicBezTo>
                    <a:cubicBezTo>
                      <a:pt x="246448" y="11844"/>
                      <a:pt x="252799" y="15019"/>
                      <a:pt x="259082" y="186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2" name="Google Shape;882;p39"/>
            <p:cNvGrpSpPr/>
            <p:nvPr/>
          </p:nvGrpSpPr>
          <p:grpSpPr>
            <a:xfrm>
              <a:off x="8826417" y="3995957"/>
              <a:ext cx="109101" cy="128711"/>
              <a:chOff x="6262229" y="306105"/>
              <a:chExt cx="40588" cy="47882"/>
            </a:xfrm>
          </p:grpSpPr>
          <p:sp>
            <p:nvSpPr>
              <p:cNvPr id="883" name="Google Shape;883;p39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9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5" name="Google Shape;885;p39"/>
            <p:cNvGrpSpPr/>
            <p:nvPr/>
          </p:nvGrpSpPr>
          <p:grpSpPr>
            <a:xfrm>
              <a:off x="478111" y="3625215"/>
              <a:ext cx="108978" cy="128833"/>
              <a:chOff x="6497095" y="450085"/>
              <a:chExt cx="40542" cy="47927"/>
            </a:xfrm>
          </p:grpSpPr>
          <p:grpSp>
            <p:nvGrpSpPr>
              <p:cNvPr id="886" name="Google Shape;886;p39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887" name="Google Shape;887;p39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8" name="Google Shape;888;p39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" name="Google Shape;889;p39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39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1" name="Google Shape;891;p39"/>
            <p:cNvGrpSpPr/>
            <p:nvPr/>
          </p:nvGrpSpPr>
          <p:grpSpPr>
            <a:xfrm>
              <a:off x="103214" y="3182643"/>
              <a:ext cx="109222" cy="128711"/>
              <a:chOff x="6395264" y="541833"/>
              <a:chExt cx="40633" cy="47882"/>
            </a:xfrm>
          </p:grpSpPr>
          <p:sp>
            <p:nvSpPr>
              <p:cNvPr id="892" name="Google Shape;892;p39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39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4" name="Google Shape;894;p39"/>
            <p:cNvGrpSpPr/>
            <p:nvPr/>
          </p:nvGrpSpPr>
          <p:grpSpPr>
            <a:xfrm>
              <a:off x="8875157" y="2847402"/>
              <a:ext cx="109100" cy="128739"/>
              <a:chOff x="6702665" y="517851"/>
              <a:chExt cx="40588" cy="47892"/>
            </a:xfrm>
          </p:grpSpPr>
          <p:sp>
            <p:nvSpPr>
              <p:cNvPr id="895" name="Google Shape;895;p39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39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7" name="Google Shape;897;p39"/>
            <p:cNvGrpSpPr/>
            <p:nvPr/>
          </p:nvGrpSpPr>
          <p:grpSpPr>
            <a:xfrm>
              <a:off x="368993" y="2176911"/>
              <a:ext cx="109100" cy="128589"/>
              <a:chOff x="6585891" y="729779"/>
              <a:chExt cx="40588" cy="47836"/>
            </a:xfrm>
          </p:grpSpPr>
          <p:sp>
            <p:nvSpPr>
              <p:cNvPr id="898" name="Google Shape;898;p39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39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0" name="Google Shape;900;p39"/>
            <p:cNvGrpSpPr/>
            <p:nvPr/>
          </p:nvGrpSpPr>
          <p:grpSpPr>
            <a:xfrm>
              <a:off x="8717193" y="3384805"/>
              <a:ext cx="109222" cy="128711"/>
              <a:chOff x="6555868" y="600606"/>
              <a:chExt cx="40633" cy="47882"/>
            </a:xfrm>
          </p:grpSpPr>
          <p:sp>
            <p:nvSpPr>
              <p:cNvPr id="901" name="Google Shape;901;p39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39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3" name="Google Shape;903;p39"/>
            <p:cNvGrpSpPr/>
            <p:nvPr/>
          </p:nvGrpSpPr>
          <p:grpSpPr>
            <a:xfrm>
              <a:off x="8655838" y="2300898"/>
              <a:ext cx="109100" cy="128587"/>
              <a:chOff x="6857364" y="533158"/>
              <a:chExt cx="40588" cy="47836"/>
            </a:xfrm>
          </p:grpSpPr>
          <p:sp>
            <p:nvSpPr>
              <p:cNvPr id="904" name="Google Shape;904;p39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39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6" name="Google Shape;906;p39"/>
            <p:cNvGrpSpPr/>
            <p:nvPr/>
          </p:nvGrpSpPr>
          <p:grpSpPr>
            <a:xfrm>
              <a:off x="170154" y="1841653"/>
              <a:ext cx="109102" cy="128833"/>
              <a:chOff x="6244107" y="519805"/>
              <a:chExt cx="40588" cy="47927"/>
            </a:xfrm>
          </p:grpSpPr>
          <p:grpSp>
            <p:nvGrpSpPr>
              <p:cNvPr id="907" name="Google Shape;907;p39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908" name="Google Shape;908;p39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9" name="Google Shape;909;p39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10" name="Google Shape;910;p39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9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2" name="Google Shape;912;p39"/>
            <p:cNvGrpSpPr/>
            <p:nvPr/>
          </p:nvGrpSpPr>
          <p:grpSpPr>
            <a:xfrm>
              <a:off x="279252" y="2614941"/>
              <a:ext cx="109102" cy="128833"/>
              <a:chOff x="6344757" y="429555"/>
              <a:chExt cx="40588" cy="47927"/>
            </a:xfrm>
          </p:grpSpPr>
          <p:grpSp>
            <p:nvGrpSpPr>
              <p:cNvPr id="913" name="Google Shape;913;p39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914" name="Google Shape;914;p39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39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16" name="Google Shape;916;p39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9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8" name="Google Shape;918;p39"/>
            <p:cNvGrpSpPr/>
            <p:nvPr/>
          </p:nvGrpSpPr>
          <p:grpSpPr>
            <a:xfrm>
              <a:off x="8481944" y="1246524"/>
              <a:ext cx="1383092" cy="1182943"/>
              <a:chOff x="6107743" y="29317"/>
              <a:chExt cx="514543" cy="440067"/>
            </a:xfrm>
          </p:grpSpPr>
          <p:sp>
            <p:nvSpPr>
              <p:cNvPr id="919" name="Google Shape;919;p39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39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39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39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39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9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5" name="Google Shape;925;p39"/>
            <p:cNvSpPr/>
            <p:nvPr/>
          </p:nvSpPr>
          <p:spPr>
            <a:xfrm rot="5400000">
              <a:off x="8495960" y="4490879"/>
              <a:ext cx="670055" cy="626015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9"/>
            <p:cNvSpPr/>
            <p:nvPr/>
          </p:nvSpPr>
          <p:spPr>
            <a:xfrm rot="5400000">
              <a:off x="-453876" y="3842311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0"/>
          <p:cNvSpPr txBox="1"/>
          <p:nvPr>
            <p:ph idx="1" type="body"/>
          </p:nvPr>
        </p:nvSpPr>
        <p:spPr>
          <a:xfrm>
            <a:off x="720000" y="1589275"/>
            <a:ext cx="40623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9" name="Google Shape;929;p40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930" name="Google Shape;930;p40"/>
          <p:cNvGrpSpPr/>
          <p:nvPr/>
        </p:nvGrpSpPr>
        <p:grpSpPr>
          <a:xfrm>
            <a:off x="5680437" y="4525767"/>
            <a:ext cx="536863" cy="423483"/>
            <a:chOff x="6636544" y="148135"/>
            <a:chExt cx="460392" cy="363161"/>
          </a:xfrm>
        </p:grpSpPr>
        <p:sp>
          <p:nvSpPr>
            <p:cNvPr id="931" name="Google Shape;931;p40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7" name="Google Shape;937;p40"/>
          <p:cNvGrpSpPr/>
          <p:nvPr/>
        </p:nvGrpSpPr>
        <p:grpSpPr>
          <a:xfrm>
            <a:off x="7843271" y="710263"/>
            <a:ext cx="1264799" cy="2398239"/>
            <a:chOff x="7843271" y="710263"/>
            <a:chExt cx="1264799" cy="2398239"/>
          </a:xfrm>
        </p:grpSpPr>
        <p:grpSp>
          <p:nvGrpSpPr>
            <p:cNvPr id="938" name="Google Shape;938;p40"/>
            <p:cNvGrpSpPr/>
            <p:nvPr/>
          </p:nvGrpSpPr>
          <p:grpSpPr>
            <a:xfrm>
              <a:off x="8359024" y="710263"/>
              <a:ext cx="600009" cy="513162"/>
              <a:chOff x="6107743" y="29317"/>
              <a:chExt cx="514543" cy="440067"/>
            </a:xfrm>
          </p:grpSpPr>
          <p:sp>
            <p:nvSpPr>
              <p:cNvPr id="939" name="Google Shape;939;p40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5" name="Google Shape;945;p40"/>
            <p:cNvGrpSpPr/>
            <p:nvPr/>
          </p:nvGrpSpPr>
          <p:grpSpPr>
            <a:xfrm>
              <a:off x="7843271" y="1709564"/>
              <a:ext cx="1264799" cy="1081728"/>
              <a:chOff x="6107743" y="29317"/>
              <a:chExt cx="514543" cy="440067"/>
            </a:xfrm>
          </p:grpSpPr>
          <p:sp>
            <p:nvSpPr>
              <p:cNvPr id="946" name="Google Shape;946;p40"/>
              <p:cNvSpPr/>
              <p:nvPr/>
            </p:nvSpPr>
            <p:spPr>
              <a:xfrm>
                <a:off x="6126660" y="108938"/>
                <a:ext cx="127688" cy="59690"/>
              </a:xfrm>
              <a:custGeom>
                <a:rect b="b" l="l" r="r" t="t"/>
                <a:pathLst>
                  <a:path extrusionOk="0" h="90784" w="194202">
                    <a:moveTo>
                      <a:pt x="74837" y="81050"/>
                    </a:moveTo>
                    <a:cubicBezTo>
                      <a:pt x="74837" y="81050"/>
                      <a:pt x="75182" y="81326"/>
                      <a:pt x="75320" y="81464"/>
                    </a:cubicBezTo>
                    <a:cubicBezTo>
                      <a:pt x="76908" y="82638"/>
                      <a:pt x="78495" y="83949"/>
                      <a:pt x="80152" y="85192"/>
                    </a:cubicBezTo>
                    <a:cubicBezTo>
                      <a:pt x="80636" y="85537"/>
                      <a:pt x="81050" y="85952"/>
                      <a:pt x="81533" y="86297"/>
                    </a:cubicBezTo>
                    <a:cubicBezTo>
                      <a:pt x="83259" y="87746"/>
                      <a:pt x="85054" y="89265"/>
                      <a:pt x="86780" y="90784"/>
                    </a:cubicBezTo>
                    <a:lnTo>
                      <a:pt x="194202" y="28374"/>
                    </a:lnTo>
                    <a:cubicBezTo>
                      <a:pt x="192890" y="27132"/>
                      <a:pt x="191510" y="25958"/>
                      <a:pt x="190129" y="24853"/>
                    </a:cubicBezTo>
                    <a:cubicBezTo>
                      <a:pt x="189715" y="24508"/>
                      <a:pt x="189370" y="24232"/>
                      <a:pt x="188955" y="23887"/>
                    </a:cubicBezTo>
                    <a:cubicBezTo>
                      <a:pt x="188472" y="23473"/>
                      <a:pt x="188058" y="23128"/>
                      <a:pt x="187575" y="22713"/>
                    </a:cubicBezTo>
                    <a:cubicBezTo>
                      <a:pt x="187091" y="22299"/>
                      <a:pt x="186539" y="21885"/>
                      <a:pt x="186056" y="21471"/>
                    </a:cubicBezTo>
                    <a:cubicBezTo>
                      <a:pt x="184951" y="20642"/>
                      <a:pt x="183847" y="19814"/>
                      <a:pt x="182742" y="18985"/>
                    </a:cubicBezTo>
                    <a:cubicBezTo>
                      <a:pt x="182604" y="18847"/>
                      <a:pt x="182397" y="18709"/>
                      <a:pt x="182259" y="18571"/>
                    </a:cubicBezTo>
                    <a:cubicBezTo>
                      <a:pt x="182259" y="18571"/>
                      <a:pt x="182121" y="18502"/>
                      <a:pt x="182121" y="18433"/>
                    </a:cubicBezTo>
                    <a:cubicBezTo>
                      <a:pt x="180878" y="17535"/>
                      <a:pt x="179566" y="16638"/>
                      <a:pt x="178324" y="15741"/>
                    </a:cubicBezTo>
                    <a:cubicBezTo>
                      <a:pt x="177909" y="15464"/>
                      <a:pt x="177426" y="15119"/>
                      <a:pt x="177012" y="14843"/>
                    </a:cubicBezTo>
                    <a:cubicBezTo>
                      <a:pt x="176667" y="14567"/>
                      <a:pt x="176252" y="14360"/>
                      <a:pt x="175907" y="14084"/>
                    </a:cubicBezTo>
                    <a:cubicBezTo>
                      <a:pt x="175493" y="13807"/>
                      <a:pt x="175148" y="13531"/>
                      <a:pt x="174734" y="13324"/>
                    </a:cubicBezTo>
                    <a:cubicBezTo>
                      <a:pt x="173560" y="12565"/>
                      <a:pt x="172386" y="11874"/>
                      <a:pt x="171213" y="11184"/>
                    </a:cubicBezTo>
                    <a:cubicBezTo>
                      <a:pt x="170937" y="11046"/>
                      <a:pt x="170660" y="10908"/>
                      <a:pt x="170453" y="10701"/>
                    </a:cubicBezTo>
                    <a:cubicBezTo>
                      <a:pt x="169625" y="10218"/>
                      <a:pt x="168727" y="9734"/>
                      <a:pt x="167899" y="9251"/>
                    </a:cubicBezTo>
                    <a:cubicBezTo>
                      <a:pt x="166794" y="8630"/>
                      <a:pt x="165690" y="8077"/>
                      <a:pt x="164654" y="7594"/>
                    </a:cubicBezTo>
                    <a:cubicBezTo>
                      <a:pt x="163826" y="7180"/>
                      <a:pt x="163066" y="6835"/>
                      <a:pt x="162238" y="6490"/>
                    </a:cubicBezTo>
                    <a:cubicBezTo>
                      <a:pt x="162100" y="6490"/>
                      <a:pt x="161962" y="6351"/>
                      <a:pt x="161893" y="6282"/>
                    </a:cubicBezTo>
                    <a:cubicBezTo>
                      <a:pt x="161755" y="6282"/>
                      <a:pt x="161616" y="6144"/>
                      <a:pt x="161478" y="6075"/>
                    </a:cubicBezTo>
                    <a:cubicBezTo>
                      <a:pt x="160443" y="5592"/>
                      <a:pt x="159407" y="5178"/>
                      <a:pt x="158372" y="4764"/>
                    </a:cubicBezTo>
                    <a:cubicBezTo>
                      <a:pt x="157336" y="4349"/>
                      <a:pt x="156370" y="4004"/>
                      <a:pt x="155334" y="3590"/>
                    </a:cubicBezTo>
                    <a:cubicBezTo>
                      <a:pt x="154851" y="3452"/>
                      <a:pt x="154437" y="3314"/>
                      <a:pt x="153953" y="3107"/>
                    </a:cubicBezTo>
                    <a:cubicBezTo>
                      <a:pt x="153746" y="3107"/>
                      <a:pt x="153608" y="2969"/>
                      <a:pt x="153401" y="2900"/>
                    </a:cubicBezTo>
                    <a:cubicBezTo>
                      <a:pt x="153056" y="2761"/>
                      <a:pt x="152711" y="2623"/>
                      <a:pt x="152296" y="2554"/>
                    </a:cubicBezTo>
                    <a:cubicBezTo>
                      <a:pt x="151261" y="2278"/>
                      <a:pt x="150294" y="2002"/>
                      <a:pt x="149328" y="1726"/>
                    </a:cubicBezTo>
                    <a:cubicBezTo>
                      <a:pt x="148292" y="1450"/>
                      <a:pt x="147326" y="1243"/>
                      <a:pt x="146359" y="1036"/>
                    </a:cubicBezTo>
                    <a:cubicBezTo>
                      <a:pt x="146152" y="1036"/>
                      <a:pt x="145945" y="1036"/>
                      <a:pt x="145738" y="898"/>
                    </a:cubicBezTo>
                    <a:cubicBezTo>
                      <a:pt x="145600" y="898"/>
                      <a:pt x="145462" y="898"/>
                      <a:pt x="145255" y="828"/>
                    </a:cubicBezTo>
                    <a:cubicBezTo>
                      <a:pt x="144633" y="690"/>
                      <a:pt x="143943" y="621"/>
                      <a:pt x="143322" y="483"/>
                    </a:cubicBezTo>
                    <a:cubicBezTo>
                      <a:pt x="142286" y="345"/>
                      <a:pt x="141250" y="207"/>
                      <a:pt x="140215" y="138"/>
                    </a:cubicBezTo>
                    <a:cubicBezTo>
                      <a:pt x="139317" y="138"/>
                      <a:pt x="138489" y="69"/>
                      <a:pt x="137661" y="0"/>
                    </a:cubicBezTo>
                    <a:cubicBezTo>
                      <a:pt x="137246" y="0"/>
                      <a:pt x="136763" y="0"/>
                      <a:pt x="136349" y="0"/>
                    </a:cubicBezTo>
                    <a:cubicBezTo>
                      <a:pt x="134140" y="0"/>
                      <a:pt x="132068" y="69"/>
                      <a:pt x="129997" y="276"/>
                    </a:cubicBezTo>
                    <a:cubicBezTo>
                      <a:pt x="129790" y="276"/>
                      <a:pt x="129583" y="276"/>
                      <a:pt x="129376" y="345"/>
                    </a:cubicBezTo>
                    <a:cubicBezTo>
                      <a:pt x="128617" y="414"/>
                      <a:pt x="127926" y="552"/>
                      <a:pt x="127167" y="690"/>
                    </a:cubicBezTo>
                    <a:cubicBezTo>
                      <a:pt x="125855" y="898"/>
                      <a:pt x="124543" y="967"/>
                      <a:pt x="123301" y="1243"/>
                    </a:cubicBezTo>
                    <a:cubicBezTo>
                      <a:pt x="122887" y="1312"/>
                      <a:pt x="122541" y="1450"/>
                      <a:pt x="122127" y="1588"/>
                    </a:cubicBezTo>
                    <a:cubicBezTo>
                      <a:pt x="120746" y="1864"/>
                      <a:pt x="119504" y="2278"/>
                      <a:pt x="118261" y="2623"/>
                    </a:cubicBezTo>
                    <a:cubicBezTo>
                      <a:pt x="117433" y="2900"/>
                      <a:pt x="116535" y="3038"/>
                      <a:pt x="115776" y="3314"/>
                    </a:cubicBezTo>
                    <a:cubicBezTo>
                      <a:pt x="115500" y="3383"/>
                      <a:pt x="115292" y="3590"/>
                      <a:pt x="114947" y="3659"/>
                    </a:cubicBezTo>
                    <a:cubicBezTo>
                      <a:pt x="112255" y="4625"/>
                      <a:pt x="109769" y="5799"/>
                      <a:pt x="107422" y="7111"/>
                    </a:cubicBezTo>
                    <a:lnTo>
                      <a:pt x="0" y="69521"/>
                    </a:lnTo>
                    <a:cubicBezTo>
                      <a:pt x="2347" y="68140"/>
                      <a:pt x="4902" y="67035"/>
                      <a:pt x="7525" y="66069"/>
                    </a:cubicBezTo>
                    <a:cubicBezTo>
                      <a:pt x="8561" y="65655"/>
                      <a:pt x="9734" y="65378"/>
                      <a:pt x="10839" y="65033"/>
                    </a:cubicBezTo>
                    <a:cubicBezTo>
                      <a:pt x="12082" y="64619"/>
                      <a:pt x="13393" y="64274"/>
                      <a:pt x="14774" y="63998"/>
                    </a:cubicBezTo>
                    <a:cubicBezTo>
                      <a:pt x="16362" y="63652"/>
                      <a:pt x="18088" y="63376"/>
                      <a:pt x="19814" y="63100"/>
                    </a:cubicBezTo>
                    <a:cubicBezTo>
                      <a:pt x="20573" y="63031"/>
                      <a:pt x="21264" y="62893"/>
                      <a:pt x="22023" y="62755"/>
                    </a:cubicBezTo>
                    <a:cubicBezTo>
                      <a:pt x="24646" y="62479"/>
                      <a:pt x="27408" y="62341"/>
                      <a:pt x="30307" y="62410"/>
                    </a:cubicBezTo>
                    <a:cubicBezTo>
                      <a:pt x="32793" y="62410"/>
                      <a:pt x="35347" y="62686"/>
                      <a:pt x="37902" y="63169"/>
                    </a:cubicBezTo>
                    <a:cubicBezTo>
                      <a:pt x="38040" y="63169"/>
                      <a:pt x="38178" y="63169"/>
                      <a:pt x="38385" y="63238"/>
                    </a:cubicBezTo>
                    <a:cubicBezTo>
                      <a:pt x="40939" y="63721"/>
                      <a:pt x="43494" y="64343"/>
                      <a:pt x="46117" y="65171"/>
                    </a:cubicBezTo>
                    <a:cubicBezTo>
                      <a:pt x="46324" y="65171"/>
                      <a:pt x="46462" y="65309"/>
                      <a:pt x="46669" y="65378"/>
                    </a:cubicBezTo>
                    <a:cubicBezTo>
                      <a:pt x="49293" y="66276"/>
                      <a:pt x="51916" y="67242"/>
                      <a:pt x="54609" y="68485"/>
                    </a:cubicBezTo>
                    <a:cubicBezTo>
                      <a:pt x="54747" y="68485"/>
                      <a:pt x="54885" y="68623"/>
                      <a:pt x="54954" y="68692"/>
                    </a:cubicBezTo>
                    <a:cubicBezTo>
                      <a:pt x="57715" y="69935"/>
                      <a:pt x="60408" y="71385"/>
                      <a:pt x="63169" y="72972"/>
                    </a:cubicBezTo>
                    <a:cubicBezTo>
                      <a:pt x="64964" y="74008"/>
                      <a:pt x="66828" y="75182"/>
                      <a:pt x="68623" y="76355"/>
                    </a:cubicBezTo>
                    <a:cubicBezTo>
                      <a:pt x="68968" y="76562"/>
                      <a:pt x="69383" y="76839"/>
                      <a:pt x="69728" y="77115"/>
                    </a:cubicBezTo>
                    <a:cubicBezTo>
                      <a:pt x="71523" y="78288"/>
                      <a:pt x="73249" y="79531"/>
                      <a:pt x="75044" y="808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0"/>
              <p:cNvSpPr/>
              <p:nvPr/>
            </p:nvSpPr>
            <p:spPr>
              <a:xfrm>
                <a:off x="6190747" y="111391"/>
                <a:ext cx="99408" cy="55741"/>
              </a:xfrm>
              <a:custGeom>
                <a:rect b="b" l="l" r="r" t="t"/>
                <a:pathLst>
                  <a:path extrusionOk="0" h="84777" w="151191">
                    <a:moveTo>
                      <a:pt x="34312" y="74560"/>
                    </a:moveTo>
                    <a:cubicBezTo>
                      <a:pt x="34312" y="74560"/>
                      <a:pt x="34312" y="74560"/>
                      <a:pt x="34312" y="74560"/>
                    </a:cubicBezTo>
                    <a:cubicBezTo>
                      <a:pt x="35968" y="76079"/>
                      <a:pt x="37625" y="77667"/>
                      <a:pt x="39213" y="79393"/>
                    </a:cubicBezTo>
                    <a:cubicBezTo>
                      <a:pt x="39213" y="79393"/>
                      <a:pt x="39213" y="79393"/>
                      <a:pt x="39213" y="79393"/>
                    </a:cubicBezTo>
                    <a:cubicBezTo>
                      <a:pt x="40801" y="81119"/>
                      <a:pt x="42320" y="82914"/>
                      <a:pt x="43770" y="84778"/>
                    </a:cubicBezTo>
                    <a:lnTo>
                      <a:pt x="151192" y="22368"/>
                    </a:lnTo>
                    <a:cubicBezTo>
                      <a:pt x="151192" y="22368"/>
                      <a:pt x="150916" y="22023"/>
                      <a:pt x="150778" y="21816"/>
                    </a:cubicBezTo>
                    <a:cubicBezTo>
                      <a:pt x="150363" y="21264"/>
                      <a:pt x="149880" y="20711"/>
                      <a:pt x="149397" y="20159"/>
                    </a:cubicBezTo>
                    <a:cubicBezTo>
                      <a:pt x="148914" y="19607"/>
                      <a:pt x="148499" y="19054"/>
                      <a:pt x="148016" y="18571"/>
                    </a:cubicBezTo>
                    <a:cubicBezTo>
                      <a:pt x="147533" y="18019"/>
                      <a:pt x="147119" y="17536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635" y="16983"/>
                      <a:pt x="146635" y="16983"/>
                      <a:pt x="146635" y="16983"/>
                    </a:cubicBezTo>
                    <a:cubicBezTo>
                      <a:pt x="146152" y="16431"/>
                      <a:pt x="145600" y="15879"/>
                      <a:pt x="145117" y="15395"/>
                    </a:cubicBezTo>
                    <a:cubicBezTo>
                      <a:pt x="144564" y="14843"/>
                      <a:pt x="144012" y="14291"/>
                      <a:pt x="143460" y="13807"/>
                    </a:cubicBezTo>
                    <a:cubicBezTo>
                      <a:pt x="142907" y="13255"/>
                      <a:pt x="142355" y="12772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734" y="12220"/>
                      <a:pt x="141734" y="12220"/>
                      <a:pt x="141734" y="12220"/>
                    </a:cubicBezTo>
                    <a:cubicBezTo>
                      <a:pt x="141181" y="11736"/>
                      <a:pt x="140629" y="11253"/>
                      <a:pt x="140077" y="10770"/>
                    </a:cubicBezTo>
                    <a:cubicBezTo>
                      <a:pt x="139525" y="10287"/>
                      <a:pt x="138903" y="9803"/>
                      <a:pt x="138351" y="9320"/>
                    </a:cubicBezTo>
                    <a:cubicBezTo>
                      <a:pt x="137799" y="8906"/>
                      <a:pt x="137246" y="8423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625" y="8008"/>
                      <a:pt x="136625" y="8008"/>
                      <a:pt x="136625" y="8008"/>
                    </a:cubicBezTo>
                    <a:cubicBezTo>
                      <a:pt x="136073" y="7594"/>
                      <a:pt x="135520" y="7180"/>
                      <a:pt x="134968" y="6835"/>
                    </a:cubicBezTo>
                    <a:cubicBezTo>
                      <a:pt x="134416" y="6490"/>
                      <a:pt x="133863" y="6075"/>
                      <a:pt x="133380" y="5730"/>
                    </a:cubicBezTo>
                    <a:cubicBezTo>
                      <a:pt x="132828" y="5385"/>
                      <a:pt x="132345" y="5109"/>
                      <a:pt x="131792" y="4764"/>
                    </a:cubicBezTo>
                    <a:cubicBezTo>
                      <a:pt x="131654" y="4695"/>
                      <a:pt x="131585" y="4625"/>
                      <a:pt x="131447" y="4556"/>
                    </a:cubicBezTo>
                    <a:cubicBezTo>
                      <a:pt x="131033" y="4349"/>
                      <a:pt x="130688" y="4142"/>
                      <a:pt x="130274" y="3935"/>
                    </a:cubicBezTo>
                    <a:cubicBezTo>
                      <a:pt x="129790" y="3659"/>
                      <a:pt x="129307" y="3383"/>
                      <a:pt x="128755" y="3176"/>
                    </a:cubicBezTo>
                    <a:cubicBezTo>
                      <a:pt x="128271" y="2969"/>
                      <a:pt x="127788" y="2692"/>
                      <a:pt x="127305" y="2485"/>
                    </a:cubicBezTo>
                    <a:cubicBezTo>
                      <a:pt x="127305" y="2485"/>
                      <a:pt x="127236" y="2485"/>
                      <a:pt x="127167" y="2485"/>
                    </a:cubicBezTo>
                    <a:cubicBezTo>
                      <a:pt x="127167" y="2485"/>
                      <a:pt x="127167" y="2485"/>
                      <a:pt x="127098" y="2485"/>
                    </a:cubicBezTo>
                    <a:cubicBezTo>
                      <a:pt x="126684" y="2278"/>
                      <a:pt x="126269" y="2140"/>
                      <a:pt x="125855" y="2002"/>
                    </a:cubicBezTo>
                    <a:cubicBezTo>
                      <a:pt x="125372" y="1795"/>
                      <a:pt x="124958" y="1657"/>
                      <a:pt x="124474" y="1450"/>
                    </a:cubicBezTo>
                    <a:cubicBezTo>
                      <a:pt x="123991" y="1312"/>
                      <a:pt x="123577" y="1105"/>
                      <a:pt x="123094" y="967"/>
                    </a:cubicBezTo>
                    <a:cubicBezTo>
                      <a:pt x="123094" y="967"/>
                      <a:pt x="123094" y="967"/>
                      <a:pt x="123025" y="967"/>
                    </a:cubicBezTo>
                    <a:cubicBezTo>
                      <a:pt x="123025" y="967"/>
                      <a:pt x="123025" y="967"/>
                      <a:pt x="122956" y="967"/>
                    </a:cubicBezTo>
                    <a:cubicBezTo>
                      <a:pt x="122541" y="829"/>
                      <a:pt x="122196" y="759"/>
                      <a:pt x="121782" y="621"/>
                    </a:cubicBezTo>
                    <a:cubicBezTo>
                      <a:pt x="121299" y="483"/>
                      <a:pt x="120884" y="414"/>
                      <a:pt x="120401" y="345"/>
                    </a:cubicBezTo>
                    <a:cubicBezTo>
                      <a:pt x="119918" y="276"/>
                      <a:pt x="119504" y="207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9020" y="138"/>
                      <a:pt x="119020" y="138"/>
                      <a:pt x="119020" y="138"/>
                    </a:cubicBezTo>
                    <a:cubicBezTo>
                      <a:pt x="118606" y="138"/>
                      <a:pt x="118192" y="69"/>
                      <a:pt x="117709" y="0"/>
                    </a:cubicBezTo>
                    <a:cubicBezTo>
                      <a:pt x="117225" y="0"/>
                      <a:pt x="116742" y="0"/>
                      <a:pt x="116259" y="0"/>
                    </a:cubicBezTo>
                    <a:cubicBezTo>
                      <a:pt x="115914" y="0"/>
                      <a:pt x="115569" y="0"/>
                      <a:pt x="115223" y="0"/>
                    </a:cubicBezTo>
                    <a:cubicBezTo>
                      <a:pt x="115016" y="0"/>
                      <a:pt x="114878" y="0"/>
                      <a:pt x="114671" y="0"/>
                    </a:cubicBezTo>
                    <a:cubicBezTo>
                      <a:pt x="113981" y="0"/>
                      <a:pt x="113359" y="138"/>
                      <a:pt x="112669" y="276"/>
                    </a:cubicBezTo>
                    <a:cubicBezTo>
                      <a:pt x="112255" y="345"/>
                      <a:pt x="111910" y="483"/>
                      <a:pt x="111495" y="621"/>
                    </a:cubicBezTo>
                    <a:cubicBezTo>
                      <a:pt x="111288" y="621"/>
                      <a:pt x="111081" y="759"/>
                      <a:pt x="110874" y="829"/>
                    </a:cubicBezTo>
                    <a:cubicBezTo>
                      <a:pt x="110667" y="829"/>
                      <a:pt x="110529" y="898"/>
                      <a:pt x="110322" y="967"/>
                    </a:cubicBezTo>
                    <a:cubicBezTo>
                      <a:pt x="109286" y="1312"/>
                      <a:pt x="108389" y="1795"/>
                      <a:pt x="107422" y="2278"/>
                    </a:cubicBezTo>
                    <a:lnTo>
                      <a:pt x="0" y="64688"/>
                    </a:lnTo>
                    <a:cubicBezTo>
                      <a:pt x="1036" y="64067"/>
                      <a:pt x="2209" y="63583"/>
                      <a:pt x="3452" y="63238"/>
                    </a:cubicBezTo>
                    <a:cubicBezTo>
                      <a:pt x="3659" y="63238"/>
                      <a:pt x="3866" y="63100"/>
                      <a:pt x="4073" y="63031"/>
                    </a:cubicBezTo>
                    <a:cubicBezTo>
                      <a:pt x="5247" y="62686"/>
                      <a:pt x="6490" y="62479"/>
                      <a:pt x="7801" y="62410"/>
                    </a:cubicBezTo>
                    <a:cubicBezTo>
                      <a:pt x="9044" y="62341"/>
                      <a:pt x="10287" y="62410"/>
                      <a:pt x="11598" y="62548"/>
                    </a:cubicBezTo>
                    <a:cubicBezTo>
                      <a:pt x="11598" y="62548"/>
                      <a:pt x="11598" y="62548"/>
                      <a:pt x="11598" y="62548"/>
                    </a:cubicBezTo>
                    <a:cubicBezTo>
                      <a:pt x="12910" y="62686"/>
                      <a:pt x="14222" y="63031"/>
                      <a:pt x="15533" y="63376"/>
                    </a:cubicBezTo>
                    <a:cubicBezTo>
                      <a:pt x="15533" y="63376"/>
                      <a:pt x="15533" y="63376"/>
                      <a:pt x="15602" y="63376"/>
                    </a:cubicBezTo>
                    <a:cubicBezTo>
                      <a:pt x="16914" y="63791"/>
                      <a:pt x="18295" y="64274"/>
                      <a:pt x="19676" y="64895"/>
                    </a:cubicBezTo>
                    <a:cubicBezTo>
                      <a:pt x="19676" y="64895"/>
                      <a:pt x="19676" y="64895"/>
                      <a:pt x="19745" y="64895"/>
                    </a:cubicBezTo>
                    <a:cubicBezTo>
                      <a:pt x="21125" y="65516"/>
                      <a:pt x="22575" y="66207"/>
                      <a:pt x="23956" y="67035"/>
                    </a:cubicBezTo>
                    <a:cubicBezTo>
                      <a:pt x="25682" y="68071"/>
                      <a:pt x="27477" y="69175"/>
                      <a:pt x="29203" y="70487"/>
                    </a:cubicBezTo>
                    <a:cubicBezTo>
                      <a:pt x="29203" y="70487"/>
                      <a:pt x="29203" y="70487"/>
                      <a:pt x="29203" y="70487"/>
                    </a:cubicBezTo>
                    <a:cubicBezTo>
                      <a:pt x="30929" y="71730"/>
                      <a:pt x="32655" y="73180"/>
                      <a:pt x="34312" y="7462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0"/>
              <p:cNvSpPr/>
              <p:nvPr/>
            </p:nvSpPr>
            <p:spPr>
              <a:xfrm>
                <a:off x="6435468" y="238157"/>
                <a:ext cx="120788" cy="115523"/>
              </a:xfrm>
              <a:custGeom>
                <a:rect b="b" l="l" r="r" t="t"/>
                <a:pathLst>
                  <a:path extrusionOk="0" h="175700" w="183708">
                    <a:moveTo>
                      <a:pt x="183708" y="107146"/>
                    </a:moveTo>
                    <a:cubicBezTo>
                      <a:pt x="183708" y="106594"/>
                      <a:pt x="183708" y="106041"/>
                      <a:pt x="183639" y="105558"/>
                    </a:cubicBezTo>
                    <a:cubicBezTo>
                      <a:pt x="183639" y="105558"/>
                      <a:pt x="183639" y="105489"/>
                      <a:pt x="183639" y="105420"/>
                    </a:cubicBezTo>
                    <a:cubicBezTo>
                      <a:pt x="183639" y="105351"/>
                      <a:pt x="183639" y="105282"/>
                      <a:pt x="183639" y="105213"/>
                    </a:cubicBezTo>
                    <a:cubicBezTo>
                      <a:pt x="183639" y="104523"/>
                      <a:pt x="183570" y="103832"/>
                      <a:pt x="183501" y="103142"/>
                    </a:cubicBezTo>
                    <a:cubicBezTo>
                      <a:pt x="183501" y="102451"/>
                      <a:pt x="183363" y="101692"/>
                      <a:pt x="183294" y="101002"/>
                    </a:cubicBezTo>
                    <a:cubicBezTo>
                      <a:pt x="183225" y="100242"/>
                      <a:pt x="183087" y="99483"/>
                      <a:pt x="182949" y="98723"/>
                    </a:cubicBezTo>
                    <a:cubicBezTo>
                      <a:pt x="182880" y="98240"/>
                      <a:pt x="182742" y="97688"/>
                      <a:pt x="182673" y="97205"/>
                    </a:cubicBezTo>
                    <a:cubicBezTo>
                      <a:pt x="182673" y="97136"/>
                      <a:pt x="182673" y="96998"/>
                      <a:pt x="182673" y="96929"/>
                    </a:cubicBezTo>
                    <a:cubicBezTo>
                      <a:pt x="182673" y="96721"/>
                      <a:pt x="182673" y="96583"/>
                      <a:pt x="182604" y="96376"/>
                    </a:cubicBezTo>
                    <a:cubicBezTo>
                      <a:pt x="182466" y="95548"/>
                      <a:pt x="182259" y="94719"/>
                      <a:pt x="182121" y="93891"/>
                    </a:cubicBezTo>
                    <a:cubicBezTo>
                      <a:pt x="181913" y="92993"/>
                      <a:pt x="181706" y="92096"/>
                      <a:pt x="181499" y="91198"/>
                    </a:cubicBezTo>
                    <a:cubicBezTo>
                      <a:pt x="181292" y="90232"/>
                      <a:pt x="181016" y="89334"/>
                      <a:pt x="180740" y="88368"/>
                    </a:cubicBezTo>
                    <a:cubicBezTo>
                      <a:pt x="180740" y="88368"/>
                      <a:pt x="180740" y="88368"/>
                      <a:pt x="180740" y="88299"/>
                    </a:cubicBezTo>
                    <a:cubicBezTo>
                      <a:pt x="180740" y="88230"/>
                      <a:pt x="180740" y="88299"/>
                      <a:pt x="180740" y="88230"/>
                    </a:cubicBezTo>
                    <a:cubicBezTo>
                      <a:pt x="180464" y="87332"/>
                      <a:pt x="180188" y="86366"/>
                      <a:pt x="179911" y="85468"/>
                    </a:cubicBezTo>
                    <a:cubicBezTo>
                      <a:pt x="179635" y="84433"/>
                      <a:pt x="179290" y="83466"/>
                      <a:pt x="178945" y="82431"/>
                    </a:cubicBezTo>
                    <a:cubicBezTo>
                      <a:pt x="178600" y="81395"/>
                      <a:pt x="178255" y="80359"/>
                      <a:pt x="177840" y="79324"/>
                    </a:cubicBezTo>
                    <a:cubicBezTo>
                      <a:pt x="177840" y="79324"/>
                      <a:pt x="177840" y="79324"/>
                      <a:pt x="177840" y="79255"/>
                    </a:cubicBezTo>
                    <a:cubicBezTo>
                      <a:pt x="177840" y="79186"/>
                      <a:pt x="177840" y="79255"/>
                      <a:pt x="177840" y="79186"/>
                    </a:cubicBezTo>
                    <a:cubicBezTo>
                      <a:pt x="177495" y="78219"/>
                      <a:pt x="177081" y="77184"/>
                      <a:pt x="176736" y="76217"/>
                    </a:cubicBezTo>
                    <a:cubicBezTo>
                      <a:pt x="176321" y="75182"/>
                      <a:pt x="175907" y="74077"/>
                      <a:pt x="175424" y="73042"/>
                    </a:cubicBezTo>
                    <a:cubicBezTo>
                      <a:pt x="175010" y="72144"/>
                      <a:pt x="174665" y="71178"/>
                      <a:pt x="174250" y="70280"/>
                    </a:cubicBezTo>
                    <a:cubicBezTo>
                      <a:pt x="174250" y="70211"/>
                      <a:pt x="174181" y="70073"/>
                      <a:pt x="174112" y="70004"/>
                    </a:cubicBezTo>
                    <a:cubicBezTo>
                      <a:pt x="174112" y="69935"/>
                      <a:pt x="174043" y="69797"/>
                      <a:pt x="173974" y="69728"/>
                    </a:cubicBezTo>
                    <a:cubicBezTo>
                      <a:pt x="173491" y="68554"/>
                      <a:pt x="172939" y="67450"/>
                      <a:pt x="172386" y="66276"/>
                    </a:cubicBezTo>
                    <a:cubicBezTo>
                      <a:pt x="171765" y="65033"/>
                      <a:pt x="171144" y="63721"/>
                      <a:pt x="170522" y="62479"/>
                    </a:cubicBezTo>
                    <a:cubicBezTo>
                      <a:pt x="170384" y="62134"/>
                      <a:pt x="170177" y="61788"/>
                      <a:pt x="169970" y="61443"/>
                    </a:cubicBezTo>
                    <a:cubicBezTo>
                      <a:pt x="169832" y="61098"/>
                      <a:pt x="169625" y="60753"/>
                      <a:pt x="169487" y="60477"/>
                    </a:cubicBezTo>
                    <a:cubicBezTo>
                      <a:pt x="169073" y="59648"/>
                      <a:pt x="168658" y="58889"/>
                      <a:pt x="168244" y="58060"/>
                    </a:cubicBezTo>
                    <a:cubicBezTo>
                      <a:pt x="167485" y="56542"/>
                      <a:pt x="166587" y="55092"/>
                      <a:pt x="165759" y="53642"/>
                    </a:cubicBezTo>
                    <a:cubicBezTo>
                      <a:pt x="165414" y="53021"/>
                      <a:pt x="165068" y="52399"/>
                      <a:pt x="164723" y="51847"/>
                    </a:cubicBezTo>
                    <a:cubicBezTo>
                      <a:pt x="164654" y="51709"/>
                      <a:pt x="164516" y="51502"/>
                      <a:pt x="164447" y="51295"/>
                    </a:cubicBezTo>
                    <a:cubicBezTo>
                      <a:pt x="162928" y="48740"/>
                      <a:pt x="161409" y="46186"/>
                      <a:pt x="159822" y="43770"/>
                    </a:cubicBezTo>
                    <a:cubicBezTo>
                      <a:pt x="159269" y="42941"/>
                      <a:pt x="158717" y="42044"/>
                      <a:pt x="158165" y="41215"/>
                    </a:cubicBezTo>
                    <a:cubicBezTo>
                      <a:pt x="157612" y="40456"/>
                      <a:pt x="157060" y="39696"/>
                      <a:pt x="156508" y="38937"/>
                    </a:cubicBezTo>
                    <a:cubicBezTo>
                      <a:pt x="156163" y="38454"/>
                      <a:pt x="155817" y="37971"/>
                      <a:pt x="155472" y="37487"/>
                    </a:cubicBezTo>
                    <a:cubicBezTo>
                      <a:pt x="155334" y="37280"/>
                      <a:pt x="155196" y="37073"/>
                      <a:pt x="155058" y="36866"/>
                    </a:cubicBezTo>
                    <a:cubicBezTo>
                      <a:pt x="154299" y="35830"/>
                      <a:pt x="153470" y="34795"/>
                      <a:pt x="152711" y="33759"/>
                    </a:cubicBezTo>
                    <a:cubicBezTo>
                      <a:pt x="152435" y="33414"/>
                      <a:pt x="152089" y="33069"/>
                      <a:pt x="151813" y="32655"/>
                    </a:cubicBezTo>
                    <a:cubicBezTo>
                      <a:pt x="151606" y="32448"/>
                      <a:pt x="151468" y="32171"/>
                      <a:pt x="151261" y="31964"/>
                    </a:cubicBezTo>
                    <a:cubicBezTo>
                      <a:pt x="150985" y="31619"/>
                      <a:pt x="150778" y="31343"/>
                      <a:pt x="150502" y="30998"/>
                    </a:cubicBezTo>
                    <a:cubicBezTo>
                      <a:pt x="149742" y="30100"/>
                      <a:pt x="149052" y="29272"/>
                      <a:pt x="148292" y="28443"/>
                    </a:cubicBezTo>
                    <a:cubicBezTo>
                      <a:pt x="147947" y="28098"/>
                      <a:pt x="147602" y="27684"/>
                      <a:pt x="147326" y="27339"/>
                    </a:cubicBezTo>
                    <a:cubicBezTo>
                      <a:pt x="147119" y="27132"/>
                      <a:pt x="146981" y="26925"/>
                      <a:pt x="146773" y="26717"/>
                    </a:cubicBezTo>
                    <a:cubicBezTo>
                      <a:pt x="146497" y="26441"/>
                      <a:pt x="146290" y="26165"/>
                      <a:pt x="146014" y="25889"/>
                    </a:cubicBezTo>
                    <a:cubicBezTo>
                      <a:pt x="145186" y="25061"/>
                      <a:pt x="144426" y="24163"/>
                      <a:pt x="143598" y="23335"/>
                    </a:cubicBezTo>
                    <a:cubicBezTo>
                      <a:pt x="143253" y="22989"/>
                      <a:pt x="142976" y="22713"/>
                      <a:pt x="142631" y="22368"/>
                    </a:cubicBezTo>
                    <a:cubicBezTo>
                      <a:pt x="142424" y="22161"/>
                      <a:pt x="142217" y="21954"/>
                      <a:pt x="141941" y="21678"/>
                    </a:cubicBezTo>
                    <a:cubicBezTo>
                      <a:pt x="141665" y="21402"/>
                      <a:pt x="141320" y="21056"/>
                      <a:pt x="141043" y="20780"/>
                    </a:cubicBezTo>
                    <a:cubicBezTo>
                      <a:pt x="140146" y="19952"/>
                      <a:pt x="139317" y="19123"/>
                      <a:pt x="138420" y="18295"/>
                    </a:cubicBezTo>
                    <a:cubicBezTo>
                      <a:pt x="138213" y="18088"/>
                      <a:pt x="137937" y="17881"/>
                      <a:pt x="137730" y="17674"/>
                    </a:cubicBezTo>
                    <a:cubicBezTo>
                      <a:pt x="137522" y="17466"/>
                      <a:pt x="137315" y="17259"/>
                      <a:pt x="137039" y="17121"/>
                    </a:cubicBezTo>
                    <a:cubicBezTo>
                      <a:pt x="136625" y="16707"/>
                      <a:pt x="136142" y="16362"/>
                      <a:pt x="135728" y="15948"/>
                    </a:cubicBezTo>
                    <a:cubicBezTo>
                      <a:pt x="134830" y="15188"/>
                      <a:pt x="133933" y="14498"/>
                      <a:pt x="133035" y="13738"/>
                    </a:cubicBezTo>
                    <a:cubicBezTo>
                      <a:pt x="132897" y="13669"/>
                      <a:pt x="132759" y="13531"/>
                      <a:pt x="132621" y="13462"/>
                    </a:cubicBezTo>
                    <a:cubicBezTo>
                      <a:pt x="132483" y="13324"/>
                      <a:pt x="132276" y="13186"/>
                      <a:pt x="132138" y="13048"/>
                    </a:cubicBezTo>
                    <a:cubicBezTo>
                      <a:pt x="131585" y="12634"/>
                      <a:pt x="130964" y="12151"/>
                      <a:pt x="130412" y="11736"/>
                    </a:cubicBezTo>
                    <a:cubicBezTo>
                      <a:pt x="129583" y="11115"/>
                      <a:pt x="128686" y="10494"/>
                      <a:pt x="127857" y="9941"/>
                    </a:cubicBezTo>
                    <a:cubicBezTo>
                      <a:pt x="127788" y="9941"/>
                      <a:pt x="127650" y="9803"/>
                      <a:pt x="127581" y="9734"/>
                    </a:cubicBezTo>
                    <a:cubicBezTo>
                      <a:pt x="127443" y="9665"/>
                      <a:pt x="127305" y="9596"/>
                      <a:pt x="127236" y="9458"/>
                    </a:cubicBezTo>
                    <a:cubicBezTo>
                      <a:pt x="126615" y="9044"/>
                      <a:pt x="125993" y="8630"/>
                      <a:pt x="125372" y="8215"/>
                    </a:cubicBezTo>
                    <a:cubicBezTo>
                      <a:pt x="124543" y="7732"/>
                      <a:pt x="123784" y="7180"/>
                      <a:pt x="122956" y="6697"/>
                    </a:cubicBezTo>
                    <a:cubicBezTo>
                      <a:pt x="122748" y="6559"/>
                      <a:pt x="122610" y="6490"/>
                      <a:pt x="122403" y="6351"/>
                    </a:cubicBezTo>
                    <a:cubicBezTo>
                      <a:pt x="121782" y="6006"/>
                      <a:pt x="121161" y="5661"/>
                      <a:pt x="120608" y="5316"/>
                    </a:cubicBezTo>
                    <a:cubicBezTo>
                      <a:pt x="119849" y="4902"/>
                      <a:pt x="119089" y="4487"/>
                      <a:pt x="118261" y="4142"/>
                    </a:cubicBezTo>
                    <a:cubicBezTo>
                      <a:pt x="117502" y="3797"/>
                      <a:pt x="116742" y="3383"/>
                      <a:pt x="115983" y="3038"/>
                    </a:cubicBezTo>
                    <a:cubicBezTo>
                      <a:pt x="115638" y="2900"/>
                      <a:pt x="115361" y="2762"/>
                      <a:pt x="115016" y="2623"/>
                    </a:cubicBezTo>
                    <a:cubicBezTo>
                      <a:pt x="114878" y="2623"/>
                      <a:pt x="114809" y="2554"/>
                      <a:pt x="114671" y="2485"/>
                    </a:cubicBezTo>
                    <a:cubicBezTo>
                      <a:pt x="114326" y="2347"/>
                      <a:pt x="114050" y="2209"/>
                      <a:pt x="113705" y="2071"/>
                    </a:cubicBezTo>
                    <a:cubicBezTo>
                      <a:pt x="112945" y="1795"/>
                      <a:pt x="112186" y="1519"/>
                      <a:pt x="111495" y="1243"/>
                    </a:cubicBezTo>
                    <a:cubicBezTo>
                      <a:pt x="110736" y="967"/>
                      <a:pt x="109977" y="759"/>
                      <a:pt x="109286" y="483"/>
                    </a:cubicBezTo>
                    <a:cubicBezTo>
                      <a:pt x="108665" y="276"/>
                      <a:pt x="108044" y="138"/>
                      <a:pt x="107422" y="0"/>
                    </a:cubicBezTo>
                    <a:lnTo>
                      <a:pt x="0" y="62410"/>
                    </a:lnTo>
                    <a:cubicBezTo>
                      <a:pt x="2416" y="63031"/>
                      <a:pt x="4833" y="63860"/>
                      <a:pt x="7249" y="64895"/>
                    </a:cubicBezTo>
                    <a:cubicBezTo>
                      <a:pt x="7387" y="64895"/>
                      <a:pt x="7456" y="64964"/>
                      <a:pt x="7594" y="65033"/>
                    </a:cubicBezTo>
                    <a:cubicBezTo>
                      <a:pt x="10010" y="66069"/>
                      <a:pt x="12496" y="67311"/>
                      <a:pt x="14981" y="68761"/>
                    </a:cubicBezTo>
                    <a:cubicBezTo>
                      <a:pt x="16569" y="69659"/>
                      <a:pt x="18226" y="70694"/>
                      <a:pt x="19814" y="71799"/>
                    </a:cubicBezTo>
                    <a:cubicBezTo>
                      <a:pt x="19952" y="71868"/>
                      <a:pt x="20090" y="71937"/>
                      <a:pt x="20159" y="72075"/>
                    </a:cubicBezTo>
                    <a:cubicBezTo>
                      <a:pt x="21678" y="73111"/>
                      <a:pt x="23197" y="74215"/>
                      <a:pt x="24715" y="75389"/>
                    </a:cubicBezTo>
                    <a:cubicBezTo>
                      <a:pt x="24922" y="75527"/>
                      <a:pt x="25061" y="75665"/>
                      <a:pt x="25268" y="75803"/>
                    </a:cubicBezTo>
                    <a:cubicBezTo>
                      <a:pt x="26717" y="76977"/>
                      <a:pt x="28236" y="78150"/>
                      <a:pt x="29686" y="79462"/>
                    </a:cubicBezTo>
                    <a:cubicBezTo>
                      <a:pt x="29893" y="79669"/>
                      <a:pt x="30169" y="79876"/>
                      <a:pt x="30376" y="80083"/>
                    </a:cubicBezTo>
                    <a:cubicBezTo>
                      <a:pt x="31826" y="81326"/>
                      <a:pt x="33207" y="82638"/>
                      <a:pt x="34588" y="84018"/>
                    </a:cubicBezTo>
                    <a:cubicBezTo>
                      <a:pt x="34795" y="84226"/>
                      <a:pt x="35071" y="84433"/>
                      <a:pt x="35278" y="84709"/>
                    </a:cubicBezTo>
                    <a:cubicBezTo>
                      <a:pt x="36659" y="86090"/>
                      <a:pt x="38040" y="87539"/>
                      <a:pt x="39351" y="88989"/>
                    </a:cubicBezTo>
                    <a:cubicBezTo>
                      <a:pt x="39558" y="89196"/>
                      <a:pt x="39696" y="89403"/>
                      <a:pt x="39904" y="89610"/>
                    </a:cubicBezTo>
                    <a:cubicBezTo>
                      <a:pt x="41215" y="91129"/>
                      <a:pt x="42596" y="92648"/>
                      <a:pt x="43839" y="94236"/>
                    </a:cubicBezTo>
                    <a:cubicBezTo>
                      <a:pt x="44046" y="94443"/>
                      <a:pt x="44184" y="94719"/>
                      <a:pt x="44391" y="94926"/>
                    </a:cubicBezTo>
                    <a:cubicBezTo>
                      <a:pt x="45634" y="96514"/>
                      <a:pt x="46876" y="98102"/>
                      <a:pt x="48050" y="99759"/>
                    </a:cubicBezTo>
                    <a:cubicBezTo>
                      <a:pt x="48395" y="100242"/>
                      <a:pt x="48740" y="100725"/>
                      <a:pt x="49086" y="101209"/>
                    </a:cubicBezTo>
                    <a:cubicBezTo>
                      <a:pt x="50190" y="102797"/>
                      <a:pt x="51364" y="104384"/>
                      <a:pt x="52399" y="106110"/>
                    </a:cubicBezTo>
                    <a:cubicBezTo>
                      <a:pt x="54056" y="108734"/>
                      <a:pt x="55713" y="111426"/>
                      <a:pt x="57301" y="114188"/>
                    </a:cubicBezTo>
                    <a:cubicBezTo>
                      <a:pt x="57646" y="114809"/>
                      <a:pt x="57991" y="115361"/>
                      <a:pt x="58268" y="115983"/>
                    </a:cubicBezTo>
                    <a:cubicBezTo>
                      <a:pt x="59579" y="118261"/>
                      <a:pt x="60822" y="120539"/>
                      <a:pt x="61996" y="122818"/>
                    </a:cubicBezTo>
                    <a:cubicBezTo>
                      <a:pt x="62134" y="123163"/>
                      <a:pt x="62341" y="123439"/>
                      <a:pt x="62479" y="123784"/>
                    </a:cubicBezTo>
                    <a:cubicBezTo>
                      <a:pt x="63929" y="126615"/>
                      <a:pt x="65309" y="129445"/>
                      <a:pt x="66552" y="132345"/>
                    </a:cubicBezTo>
                    <a:cubicBezTo>
                      <a:pt x="66552" y="132414"/>
                      <a:pt x="66621" y="132552"/>
                      <a:pt x="66690" y="132621"/>
                    </a:cubicBezTo>
                    <a:cubicBezTo>
                      <a:pt x="68002" y="135589"/>
                      <a:pt x="69175" y="138558"/>
                      <a:pt x="70280" y="141527"/>
                    </a:cubicBezTo>
                    <a:cubicBezTo>
                      <a:pt x="70280" y="141527"/>
                      <a:pt x="70280" y="141527"/>
                      <a:pt x="70280" y="141596"/>
                    </a:cubicBezTo>
                    <a:cubicBezTo>
                      <a:pt x="71385" y="144633"/>
                      <a:pt x="72351" y="147602"/>
                      <a:pt x="73180" y="150570"/>
                    </a:cubicBezTo>
                    <a:cubicBezTo>
                      <a:pt x="73180" y="150570"/>
                      <a:pt x="73180" y="150570"/>
                      <a:pt x="73180" y="150640"/>
                    </a:cubicBezTo>
                    <a:cubicBezTo>
                      <a:pt x="74008" y="153539"/>
                      <a:pt x="74629" y="156439"/>
                      <a:pt x="75182" y="159269"/>
                    </a:cubicBezTo>
                    <a:cubicBezTo>
                      <a:pt x="75182" y="159338"/>
                      <a:pt x="75182" y="159476"/>
                      <a:pt x="75182" y="159545"/>
                    </a:cubicBezTo>
                    <a:cubicBezTo>
                      <a:pt x="75665" y="162376"/>
                      <a:pt x="76010" y="165137"/>
                      <a:pt x="76217" y="167761"/>
                    </a:cubicBezTo>
                    <a:cubicBezTo>
                      <a:pt x="76217" y="167761"/>
                      <a:pt x="76217" y="167830"/>
                      <a:pt x="76217" y="167899"/>
                    </a:cubicBezTo>
                    <a:cubicBezTo>
                      <a:pt x="76355" y="170591"/>
                      <a:pt x="76355" y="173215"/>
                      <a:pt x="76079" y="175700"/>
                    </a:cubicBezTo>
                    <a:lnTo>
                      <a:pt x="183501" y="113290"/>
                    </a:lnTo>
                    <a:cubicBezTo>
                      <a:pt x="183501" y="113290"/>
                      <a:pt x="183501" y="112945"/>
                      <a:pt x="183501" y="112738"/>
                    </a:cubicBezTo>
                    <a:cubicBezTo>
                      <a:pt x="183501" y="112117"/>
                      <a:pt x="183570" y="111495"/>
                      <a:pt x="183639" y="110874"/>
                    </a:cubicBezTo>
                    <a:cubicBezTo>
                      <a:pt x="183639" y="110253"/>
                      <a:pt x="183639" y="109631"/>
                      <a:pt x="183639" y="109010"/>
                    </a:cubicBezTo>
                    <a:cubicBezTo>
                      <a:pt x="183639" y="108389"/>
                      <a:pt x="183639" y="107767"/>
                      <a:pt x="183639" y="1070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0"/>
              <p:cNvSpPr/>
              <p:nvPr/>
            </p:nvSpPr>
            <p:spPr>
              <a:xfrm>
                <a:off x="6485475" y="312736"/>
                <a:ext cx="136811" cy="156648"/>
              </a:xfrm>
              <a:custGeom>
                <a:rect b="b" l="l" r="r" t="t"/>
                <a:pathLst>
                  <a:path extrusionOk="0" h="238248" w="208078">
                    <a:moveTo>
                      <a:pt x="208079" y="164654"/>
                    </a:moveTo>
                    <a:cubicBezTo>
                      <a:pt x="208079" y="164654"/>
                      <a:pt x="208079" y="164171"/>
                      <a:pt x="208079" y="163964"/>
                    </a:cubicBezTo>
                    <a:cubicBezTo>
                      <a:pt x="208079" y="163619"/>
                      <a:pt x="208079" y="163342"/>
                      <a:pt x="208079" y="162997"/>
                    </a:cubicBezTo>
                    <a:cubicBezTo>
                      <a:pt x="208079" y="161478"/>
                      <a:pt x="207941" y="159960"/>
                      <a:pt x="207871" y="158372"/>
                    </a:cubicBezTo>
                    <a:cubicBezTo>
                      <a:pt x="207802" y="156784"/>
                      <a:pt x="207664" y="155196"/>
                      <a:pt x="207457" y="153539"/>
                    </a:cubicBezTo>
                    <a:cubicBezTo>
                      <a:pt x="207457" y="153125"/>
                      <a:pt x="207388" y="152711"/>
                      <a:pt x="207319" y="152227"/>
                    </a:cubicBezTo>
                    <a:cubicBezTo>
                      <a:pt x="207319" y="151951"/>
                      <a:pt x="207319" y="151606"/>
                      <a:pt x="207250" y="151330"/>
                    </a:cubicBezTo>
                    <a:cubicBezTo>
                      <a:pt x="207181" y="150363"/>
                      <a:pt x="207043" y="149466"/>
                      <a:pt x="206905" y="148499"/>
                    </a:cubicBezTo>
                    <a:cubicBezTo>
                      <a:pt x="206698" y="146774"/>
                      <a:pt x="206422" y="145048"/>
                      <a:pt x="206146" y="143322"/>
                    </a:cubicBezTo>
                    <a:cubicBezTo>
                      <a:pt x="205938" y="142010"/>
                      <a:pt x="205662" y="140629"/>
                      <a:pt x="205455" y="139248"/>
                    </a:cubicBezTo>
                    <a:cubicBezTo>
                      <a:pt x="205455" y="139041"/>
                      <a:pt x="205386" y="138834"/>
                      <a:pt x="205317" y="138627"/>
                    </a:cubicBezTo>
                    <a:cubicBezTo>
                      <a:pt x="205317" y="138420"/>
                      <a:pt x="205248" y="138213"/>
                      <a:pt x="205179" y="138006"/>
                    </a:cubicBezTo>
                    <a:cubicBezTo>
                      <a:pt x="204834" y="136211"/>
                      <a:pt x="204489" y="134347"/>
                      <a:pt x="204075" y="132483"/>
                    </a:cubicBezTo>
                    <a:cubicBezTo>
                      <a:pt x="203660" y="130619"/>
                      <a:pt x="203246" y="128755"/>
                      <a:pt x="202763" y="126891"/>
                    </a:cubicBezTo>
                    <a:cubicBezTo>
                      <a:pt x="202694" y="126546"/>
                      <a:pt x="202556" y="126200"/>
                      <a:pt x="202487" y="125855"/>
                    </a:cubicBezTo>
                    <a:cubicBezTo>
                      <a:pt x="202418" y="125579"/>
                      <a:pt x="202349" y="125234"/>
                      <a:pt x="202279" y="124958"/>
                    </a:cubicBezTo>
                    <a:cubicBezTo>
                      <a:pt x="201934" y="123715"/>
                      <a:pt x="201658" y="122541"/>
                      <a:pt x="201313" y="121299"/>
                    </a:cubicBezTo>
                    <a:cubicBezTo>
                      <a:pt x="200830" y="119504"/>
                      <a:pt x="200277" y="117640"/>
                      <a:pt x="199725" y="115845"/>
                    </a:cubicBezTo>
                    <a:cubicBezTo>
                      <a:pt x="199380" y="114740"/>
                      <a:pt x="199035" y="113566"/>
                      <a:pt x="198621" y="112462"/>
                    </a:cubicBezTo>
                    <a:cubicBezTo>
                      <a:pt x="198552" y="112186"/>
                      <a:pt x="198413" y="111910"/>
                      <a:pt x="198344" y="111633"/>
                    </a:cubicBezTo>
                    <a:cubicBezTo>
                      <a:pt x="198206" y="111288"/>
                      <a:pt x="198137" y="110943"/>
                      <a:pt x="197999" y="110598"/>
                    </a:cubicBezTo>
                    <a:cubicBezTo>
                      <a:pt x="197447" y="108941"/>
                      <a:pt x="196826" y="107215"/>
                      <a:pt x="196273" y="105558"/>
                    </a:cubicBezTo>
                    <a:cubicBezTo>
                      <a:pt x="195721" y="103970"/>
                      <a:pt x="195100" y="102382"/>
                      <a:pt x="194478" y="100795"/>
                    </a:cubicBezTo>
                    <a:cubicBezTo>
                      <a:pt x="194202" y="100173"/>
                      <a:pt x="193995" y="99483"/>
                      <a:pt x="193719" y="98862"/>
                    </a:cubicBezTo>
                    <a:cubicBezTo>
                      <a:pt x="193650" y="98585"/>
                      <a:pt x="193512" y="98378"/>
                      <a:pt x="193443" y="98102"/>
                    </a:cubicBezTo>
                    <a:cubicBezTo>
                      <a:pt x="193167" y="97481"/>
                      <a:pt x="192959" y="96859"/>
                      <a:pt x="192683" y="96307"/>
                    </a:cubicBezTo>
                    <a:cubicBezTo>
                      <a:pt x="192062" y="94857"/>
                      <a:pt x="191441" y="93408"/>
                      <a:pt x="190819" y="92027"/>
                    </a:cubicBezTo>
                    <a:cubicBezTo>
                      <a:pt x="190198" y="90646"/>
                      <a:pt x="189577" y="89196"/>
                      <a:pt x="188886" y="87816"/>
                    </a:cubicBezTo>
                    <a:cubicBezTo>
                      <a:pt x="188541" y="87125"/>
                      <a:pt x="188196" y="86435"/>
                      <a:pt x="187851" y="85744"/>
                    </a:cubicBezTo>
                    <a:cubicBezTo>
                      <a:pt x="187713" y="85537"/>
                      <a:pt x="187644" y="85261"/>
                      <a:pt x="187505" y="85054"/>
                    </a:cubicBezTo>
                    <a:cubicBezTo>
                      <a:pt x="187229" y="84571"/>
                      <a:pt x="187022" y="84018"/>
                      <a:pt x="186746" y="83535"/>
                    </a:cubicBezTo>
                    <a:cubicBezTo>
                      <a:pt x="185918" y="81947"/>
                      <a:pt x="185158" y="80359"/>
                      <a:pt x="184261" y="78772"/>
                    </a:cubicBezTo>
                    <a:cubicBezTo>
                      <a:pt x="183156" y="76701"/>
                      <a:pt x="182052" y="74698"/>
                      <a:pt x="180878" y="72696"/>
                    </a:cubicBezTo>
                    <a:cubicBezTo>
                      <a:pt x="180878" y="72627"/>
                      <a:pt x="180809" y="72558"/>
                      <a:pt x="180740" y="72420"/>
                    </a:cubicBezTo>
                    <a:cubicBezTo>
                      <a:pt x="180464" y="72006"/>
                      <a:pt x="180188" y="71592"/>
                      <a:pt x="179911" y="71178"/>
                    </a:cubicBezTo>
                    <a:cubicBezTo>
                      <a:pt x="177840" y="67726"/>
                      <a:pt x="175700" y="64274"/>
                      <a:pt x="173491" y="60960"/>
                    </a:cubicBezTo>
                    <a:cubicBezTo>
                      <a:pt x="173284" y="60684"/>
                      <a:pt x="173146" y="60408"/>
                      <a:pt x="172939" y="60132"/>
                    </a:cubicBezTo>
                    <a:cubicBezTo>
                      <a:pt x="171282" y="57646"/>
                      <a:pt x="169556" y="55230"/>
                      <a:pt x="167761" y="52883"/>
                    </a:cubicBezTo>
                    <a:cubicBezTo>
                      <a:pt x="167554" y="52607"/>
                      <a:pt x="167347" y="52330"/>
                      <a:pt x="167139" y="52054"/>
                    </a:cubicBezTo>
                    <a:cubicBezTo>
                      <a:pt x="166863" y="51709"/>
                      <a:pt x="166587" y="51364"/>
                      <a:pt x="166380" y="51019"/>
                    </a:cubicBezTo>
                    <a:cubicBezTo>
                      <a:pt x="165552" y="49914"/>
                      <a:pt x="164723" y="48809"/>
                      <a:pt x="163895" y="47705"/>
                    </a:cubicBezTo>
                    <a:cubicBezTo>
                      <a:pt x="162721" y="46186"/>
                      <a:pt x="161547" y="44736"/>
                      <a:pt x="160305" y="43286"/>
                    </a:cubicBezTo>
                    <a:cubicBezTo>
                      <a:pt x="160029" y="42941"/>
                      <a:pt x="159752" y="42596"/>
                      <a:pt x="159476" y="42251"/>
                    </a:cubicBezTo>
                    <a:cubicBezTo>
                      <a:pt x="159269" y="41975"/>
                      <a:pt x="158993" y="41699"/>
                      <a:pt x="158786" y="41422"/>
                    </a:cubicBezTo>
                    <a:cubicBezTo>
                      <a:pt x="158096" y="40663"/>
                      <a:pt x="157474" y="39835"/>
                      <a:pt x="156784" y="39075"/>
                    </a:cubicBezTo>
                    <a:cubicBezTo>
                      <a:pt x="155541" y="37694"/>
                      <a:pt x="154299" y="36314"/>
                      <a:pt x="153056" y="34933"/>
                    </a:cubicBezTo>
                    <a:cubicBezTo>
                      <a:pt x="152504" y="34381"/>
                      <a:pt x="152020" y="33828"/>
                      <a:pt x="151468" y="33276"/>
                    </a:cubicBezTo>
                    <a:cubicBezTo>
                      <a:pt x="151192" y="32931"/>
                      <a:pt x="150847" y="32655"/>
                      <a:pt x="150571" y="32310"/>
                    </a:cubicBezTo>
                    <a:cubicBezTo>
                      <a:pt x="150087" y="31826"/>
                      <a:pt x="149673" y="31343"/>
                      <a:pt x="149190" y="30860"/>
                    </a:cubicBezTo>
                    <a:cubicBezTo>
                      <a:pt x="147878" y="29479"/>
                      <a:pt x="146497" y="28167"/>
                      <a:pt x="145117" y="26856"/>
                    </a:cubicBezTo>
                    <a:cubicBezTo>
                      <a:pt x="144426" y="26234"/>
                      <a:pt x="143736" y="25613"/>
                      <a:pt x="143114" y="24992"/>
                    </a:cubicBezTo>
                    <a:cubicBezTo>
                      <a:pt x="142769" y="24715"/>
                      <a:pt x="142424" y="24370"/>
                      <a:pt x="142148" y="24094"/>
                    </a:cubicBezTo>
                    <a:cubicBezTo>
                      <a:pt x="141734" y="23749"/>
                      <a:pt x="141389" y="23335"/>
                      <a:pt x="140974" y="22989"/>
                    </a:cubicBezTo>
                    <a:cubicBezTo>
                      <a:pt x="139594" y="21747"/>
                      <a:pt x="138144" y="20504"/>
                      <a:pt x="136694" y="19261"/>
                    </a:cubicBezTo>
                    <a:cubicBezTo>
                      <a:pt x="135935" y="18571"/>
                      <a:pt x="135106" y="17950"/>
                      <a:pt x="134347" y="17328"/>
                    </a:cubicBezTo>
                    <a:cubicBezTo>
                      <a:pt x="134071" y="17121"/>
                      <a:pt x="133725" y="16845"/>
                      <a:pt x="133449" y="16569"/>
                    </a:cubicBezTo>
                    <a:cubicBezTo>
                      <a:pt x="133104" y="16293"/>
                      <a:pt x="132828" y="16017"/>
                      <a:pt x="132483" y="15741"/>
                    </a:cubicBezTo>
                    <a:cubicBezTo>
                      <a:pt x="131102" y="14636"/>
                      <a:pt x="129721" y="13600"/>
                      <a:pt x="128340" y="12634"/>
                    </a:cubicBezTo>
                    <a:cubicBezTo>
                      <a:pt x="127305" y="11874"/>
                      <a:pt x="126269" y="11115"/>
                      <a:pt x="125165" y="10425"/>
                    </a:cubicBezTo>
                    <a:cubicBezTo>
                      <a:pt x="125027" y="10287"/>
                      <a:pt x="124889" y="10218"/>
                      <a:pt x="124681" y="10080"/>
                    </a:cubicBezTo>
                    <a:cubicBezTo>
                      <a:pt x="124543" y="10010"/>
                      <a:pt x="124405" y="9872"/>
                      <a:pt x="124267" y="9803"/>
                    </a:cubicBezTo>
                    <a:cubicBezTo>
                      <a:pt x="122956" y="8906"/>
                      <a:pt x="121713" y="8077"/>
                      <a:pt x="120401" y="7249"/>
                    </a:cubicBezTo>
                    <a:cubicBezTo>
                      <a:pt x="119159" y="6421"/>
                      <a:pt x="117916" y="5661"/>
                      <a:pt x="116673" y="4971"/>
                    </a:cubicBezTo>
                    <a:cubicBezTo>
                      <a:pt x="116397" y="4833"/>
                      <a:pt x="116121" y="4625"/>
                      <a:pt x="115845" y="4487"/>
                    </a:cubicBezTo>
                    <a:cubicBezTo>
                      <a:pt x="114947" y="3935"/>
                      <a:pt x="113981" y="3452"/>
                      <a:pt x="113083" y="2900"/>
                    </a:cubicBezTo>
                    <a:cubicBezTo>
                      <a:pt x="111910" y="2278"/>
                      <a:pt x="110736" y="1657"/>
                      <a:pt x="109562" y="1036"/>
                    </a:cubicBezTo>
                    <a:cubicBezTo>
                      <a:pt x="108872" y="690"/>
                      <a:pt x="108182" y="345"/>
                      <a:pt x="107422" y="0"/>
                    </a:cubicBezTo>
                    <a:lnTo>
                      <a:pt x="0" y="62410"/>
                    </a:lnTo>
                    <a:cubicBezTo>
                      <a:pt x="2831" y="63722"/>
                      <a:pt x="5661" y="65171"/>
                      <a:pt x="8423" y="66828"/>
                    </a:cubicBezTo>
                    <a:cubicBezTo>
                      <a:pt x="11391" y="68554"/>
                      <a:pt x="14360" y="70418"/>
                      <a:pt x="17259" y="72420"/>
                    </a:cubicBezTo>
                    <a:cubicBezTo>
                      <a:pt x="17397" y="72558"/>
                      <a:pt x="17535" y="72627"/>
                      <a:pt x="17743" y="72765"/>
                    </a:cubicBezTo>
                    <a:cubicBezTo>
                      <a:pt x="20504" y="74698"/>
                      <a:pt x="23266" y="76770"/>
                      <a:pt x="25958" y="78910"/>
                    </a:cubicBezTo>
                    <a:cubicBezTo>
                      <a:pt x="26234" y="79186"/>
                      <a:pt x="26579" y="79393"/>
                      <a:pt x="26856" y="79669"/>
                    </a:cubicBezTo>
                    <a:cubicBezTo>
                      <a:pt x="29479" y="81809"/>
                      <a:pt x="32102" y="84018"/>
                      <a:pt x="34657" y="86366"/>
                    </a:cubicBezTo>
                    <a:cubicBezTo>
                      <a:pt x="35002" y="86642"/>
                      <a:pt x="35347" y="86987"/>
                      <a:pt x="35623" y="87263"/>
                    </a:cubicBezTo>
                    <a:cubicBezTo>
                      <a:pt x="38178" y="89611"/>
                      <a:pt x="40663" y="92096"/>
                      <a:pt x="43148" y="94650"/>
                    </a:cubicBezTo>
                    <a:cubicBezTo>
                      <a:pt x="43425" y="94926"/>
                      <a:pt x="43770" y="95272"/>
                      <a:pt x="44046" y="95548"/>
                    </a:cubicBezTo>
                    <a:cubicBezTo>
                      <a:pt x="46531" y="98171"/>
                      <a:pt x="48947" y="100864"/>
                      <a:pt x="51364" y="103694"/>
                    </a:cubicBezTo>
                    <a:cubicBezTo>
                      <a:pt x="51571" y="103970"/>
                      <a:pt x="51847" y="104246"/>
                      <a:pt x="52054" y="104523"/>
                    </a:cubicBezTo>
                    <a:cubicBezTo>
                      <a:pt x="54470" y="107353"/>
                      <a:pt x="56749" y="110253"/>
                      <a:pt x="59027" y="113290"/>
                    </a:cubicBezTo>
                    <a:cubicBezTo>
                      <a:pt x="59303" y="113636"/>
                      <a:pt x="59579" y="113981"/>
                      <a:pt x="59786" y="114326"/>
                    </a:cubicBezTo>
                    <a:cubicBezTo>
                      <a:pt x="61996" y="117226"/>
                      <a:pt x="64067" y="120263"/>
                      <a:pt x="66138" y="123301"/>
                    </a:cubicBezTo>
                    <a:cubicBezTo>
                      <a:pt x="68416" y="126684"/>
                      <a:pt x="70556" y="130066"/>
                      <a:pt x="72627" y="133587"/>
                    </a:cubicBezTo>
                    <a:cubicBezTo>
                      <a:pt x="72903" y="134071"/>
                      <a:pt x="73249" y="134554"/>
                      <a:pt x="73525" y="135037"/>
                    </a:cubicBezTo>
                    <a:cubicBezTo>
                      <a:pt x="75872" y="139041"/>
                      <a:pt x="78012" y="143184"/>
                      <a:pt x="80083" y="147395"/>
                    </a:cubicBezTo>
                    <a:cubicBezTo>
                      <a:pt x="80221" y="147602"/>
                      <a:pt x="80290" y="147878"/>
                      <a:pt x="80429" y="148085"/>
                    </a:cubicBezTo>
                    <a:cubicBezTo>
                      <a:pt x="82362" y="152158"/>
                      <a:pt x="84226" y="156301"/>
                      <a:pt x="85952" y="160512"/>
                    </a:cubicBezTo>
                    <a:cubicBezTo>
                      <a:pt x="86021" y="160788"/>
                      <a:pt x="86159" y="160995"/>
                      <a:pt x="86228" y="161271"/>
                    </a:cubicBezTo>
                    <a:cubicBezTo>
                      <a:pt x="87885" y="165483"/>
                      <a:pt x="89472" y="169763"/>
                      <a:pt x="90853" y="174043"/>
                    </a:cubicBezTo>
                    <a:cubicBezTo>
                      <a:pt x="90922" y="174319"/>
                      <a:pt x="91060" y="174596"/>
                      <a:pt x="91129" y="174872"/>
                    </a:cubicBezTo>
                    <a:cubicBezTo>
                      <a:pt x="92510" y="179014"/>
                      <a:pt x="93684" y="183225"/>
                      <a:pt x="94788" y="187367"/>
                    </a:cubicBezTo>
                    <a:cubicBezTo>
                      <a:pt x="94857" y="187644"/>
                      <a:pt x="94926" y="187989"/>
                      <a:pt x="94995" y="188265"/>
                    </a:cubicBezTo>
                    <a:cubicBezTo>
                      <a:pt x="96100" y="192545"/>
                      <a:pt x="96997" y="196826"/>
                      <a:pt x="97826" y="201037"/>
                    </a:cubicBezTo>
                    <a:cubicBezTo>
                      <a:pt x="97826" y="201244"/>
                      <a:pt x="97895" y="201451"/>
                      <a:pt x="97964" y="201658"/>
                    </a:cubicBezTo>
                    <a:cubicBezTo>
                      <a:pt x="98723" y="205731"/>
                      <a:pt x="99276" y="209805"/>
                      <a:pt x="99690" y="213740"/>
                    </a:cubicBezTo>
                    <a:cubicBezTo>
                      <a:pt x="99690" y="214016"/>
                      <a:pt x="99759" y="214361"/>
                      <a:pt x="99759" y="214637"/>
                    </a:cubicBezTo>
                    <a:cubicBezTo>
                      <a:pt x="100173" y="218641"/>
                      <a:pt x="100449" y="222577"/>
                      <a:pt x="100518" y="226374"/>
                    </a:cubicBezTo>
                    <a:cubicBezTo>
                      <a:pt x="100518" y="226581"/>
                      <a:pt x="100518" y="226857"/>
                      <a:pt x="100518" y="227064"/>
                    </a:cubicBezTo>
                    <a:cubicBezTo>
                      <a:pt x="100518" y="230930"/>
                      <a:pt x="100518" y="234658"/>
                      <a:pt x="100173" y="238248"/>
                    </a:cubicBezTo>
                    <a:lnTo>
                      <a:pt x="207595" y="175838"/>
                    </a:lnTo>
                    <a:cubicBezTo>
                      <a:pt x="207595" y="175838"/>
                      <a:pt x="207595" y="175838"/>
                      <a:pt x="207595" y="175838"/>
                    </a:cubicBezTo>
                    <a:cubicBezTo>
                      <a:pt x="207733" y="174526"/>
                      <a:pt x="207802" y="173146"/>
                      <a:pt x="207871" y="171765"/>
                    </a:cubicBezTo>
                    <a:cubicBezTo>
                      <a:pt x="207871" y="170384"/>
                      <a:pt x="207941" y="168934"/>
                      <a:pt x="207941" y="167485"/>
                    </a:cubicBezTo>
                    <a:cubicBezTo>
                      <a:pt x="207941" y="166587"/>
                      <a:pt x="207941" y="165621"/>
                      <a:pt x="207941" y="1647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40"/>
              <p:cNvSpPr/>
              <p:nvPr/>
            </p:nvSpPr>
            <p:spPr>
              <a:xfrm>
                <a:off x="6245297" y="29317"/>
                <a:ext cx="260913" cy="250064"/>
              </a:xfrm>
              <a:custGeom>
                <a:rect b="b" l="l" r="r" t="t"/>
                <a:pathLst>
                  <a:path extrusionOk="0" h="380326" w="396826">
                    <a:moveTo>
                      <a:pt x="396827" y="307976"/>
                    </a:moveTo>
                    <a:cubicBezTo>
                      <a:pt x="396827" y="307562"/>
                      <a:pt x="396827" y="307078"/>
                      <a:pt x="396827" y="306664"/>
                    </a:cubicBezTo>
                    <a:cubicBezTo>
                      <a:pt x="396827" y="304800"/>
                      <a:pt x="396827" y="302936"/>
                      <a:pt x="396758" y="301072"/>
                    </a:cubicBezTo>
                    <a:cubicBezTo>
                      <a:pt x="396758" y="300658"/>
                      <a:pt x="396758" y="300243"/>
                      <a:pt x="396758" y="299829"/>
                    </a:cubicBezTo>
                    <a:cubicBezTo>
                      <a:pt x="396758" y="299346"/>
                      <a:pt x="396758" y="298794"/>
                      <a:pt x="396689" y="298241"/>
                    </a:cubicBezTo>
                    <a:cubicBezTo>
                      <a:pt x="396689" y="297206"/>
                      <a:pt x="396620" y="296239"/>
                      <a:pt x="396551" y="295204"/>
                    </a:cubicBezTo>
                    <a:cubicBezTo>
                      <a:pt x="396413" y="293478"/>
                      <a:pt x="396275" y="291752"/>
                      <a:pt x="396136" y="289957"/>
                    </a:cubicBezTo>
                    <a:cubicBezTo>
                      <a:pt x="396136" y="289750"/>
                      <a:pt x="396136" y="289543"/>
                      <a:pt x="396136" y="289405"/>
                    </a:cubicBezTo>
                    <a:cubicBezTo>
                      <a:pt x="396136" y="289336"/>
                      <a:pt x="396136" y="289267"/>
                      <a:pt x="396136" y="289129"/>
                    </a:cubicBezTo>
                    <a:cubicBezTo>
                      <a:pt x="395929" y="287057"/>
                      <a:pt x="395722" y="284917"/>
                      <a:pt x="395446" y="282777"/>
                    </a:cubicBezTo>
                    <a:cubicBezTo>
                      <a:pt x="395377" y="282087"/>
                      <a:pt x="395239" y="281327"/>
                      <a:pt x="395170" y="280637"/>
                    </a:cubicBezTo>
                    <a:cubicBezTo>
                      <a:pt x="395101" y="279877"/>
                      <a:pt x="394963" y="279187"/>
                      <a:pt x="394825" y="278428"/>
                    </a:cubicBezTo>
                    <a:cubicBezTo>
                      <a:pt x="394687" y="277668"/>
                      <a:pt x="394618" y="276909"/>
                      <a:pt x="394480" y="276149"/>
                    </a:cubicBezTo>
                    <a:cubicBezTo>
                      <a:pt x="394134" y="274078"/>
                      <a:pt x="393789" y="271938"/>
                      <a:pt x="393375" y="269798"/>
                    </a:cubicBezTo>
                    <a:cubicBezTo>
                      <a:pt x="393375" y="269660"/>
                      <a:pt x="393375" y="269453"/>
                      <a:pt x="393306" y="269315"/>
                    </a:cubicBezTo>
                    <a:cubicBezTo>
                      <a:pt x="393306" y="269315"/>
                      <a:pt x="393306" y="269246"/>
                      <a:pt x="393306" y="269177"/>
                    </a:cubicBezTo>
                    <a:cubicBezTo>
                      <a:pt x="392823" y="266760"/>
                      <a:pt x="392339" y="264275"/>
                      <a:pt x="391787" y="261859"/>
                    </a:cubicBezTo>
                    <a:cubicBezTo>
                      <a:pt x="391649" y="261306"/>
                      <a:pt x="391511" y="260685"/>
                      <a:pt x="391373" y="260133"/>
                    </a:cubicBezTo>
                    <a:cubicBezTo>
                      <a:pt x="391166" y="259235"/>
                      <a:pt x="390959" y="258338"/>
                      <a:pt x="390752" y="257440"/>
                    </a:cubicBezTo>
                    <a:cubicBezTo>
                      <a:pt x="390475" y="256336"/>
                      <a:pt x="390268" y="255300"/>
                      <a:pt x="389992" y="254196"/>
                    </a:cubicBezTo>
                    <a:cubicBezTo>
                      <a:pt x="389647" y="252953"/>
                      <a:pt x="389302" y="251641"/>
                      <a:pt x="388957" y="250329"/>
                    </a:cubicBezTo>
                    <a:cubicBezTo>
                      <a:pt x="388749" y="249432"/>
                      <a:pt x="388473" y="248535"/>
                      <a:pt x="388266" y="247568"/>
                    </a:cubicBezTo>
                    <a:cubicBezTo>
                      <a:pt x="388128" y="247085"/>
                      <a:pt x="388059" y="246670"/>
                      <a:pt x="387921" y="246187"/>
                    </a:cubicBezTo>
                    <a:cubicBezTo>
                      <a:pt x="387162" y="243495"/>
                      <a:pt x="386402" y="240802"/>
                      <a:pt x="385574" y="238110"/>
                    </a:cubicBezTo>
                    <a:cubicBezTo>
                      <a:pt x="385574" y="238110"/>
                      <a:pt x="385574" y="238041"/>
                      <a:pt x="385574" y="237972"/>
                    </a:cubicBezTo>
                    <a:cubicBezTo>
                      <a:pt x="385505" y="237765"/>
                      <a:pt x="385436" y="237489"/>
                      <a:pt x="385367" y="237281"/>
                    </a:cubicBezTo>
                    <a:cubicBezTo>
                      <a:pt x="384607" y="234865"/>
                      <a:pt x="383848" y="232449"/>
                      <a:pt x="383019" y="229963"/>
                    </a:cubicBezTo>
                    <a:cubicBezTo>
                      <a:pt x="382812" y="229411"/>
                      <a:pt x="382605" y="228859"/>
                      <a:pt x="382467" y="228307"/>
                    </a:cubicBezTo>
                    <a:cubicBezTo>
                      <a:pt x="382122" y="227340"/>
                      <a:pt x="381777" y="226443"/>
                      <a:pt x="381501" y="225476"/>
                    </a:cubicBezTo>
                    <a:cubicBezTo>
                      <a:pt x="381086" y="224302"/>
                      <a:pt x="380741" y="223129"/>
                      <a:pt x="380258" y="222024"/>
                    </a:cubicBezTo>
                    <a:cubicBezTo>
                      <a:pt x="379775" y="220781"/>
                      <a:pt x="379360" y="219539"/>
                      <a:pt x="378877" y="218296"/>
                    </a:cubicBezTo>
                    <a:cubicBezTo>
                      <a:pt x="378532" y="217399"/>
                      <a:pt x="378187" y="216501"/>
                      <a:pt x="377911" y="215673"/>
                    </a:cubicBezTo>
                    <a:cubicBezTo>
                      <a:pt x="377704" y="215189"/>
                      <a:pt x="377565" y="214706"/>
                      <a:pt x="377358" y="214223"/>
                    </a:cubicBezTo>
                    <a:cubicBezTo>
                      <a:pt x="376392" y="211669"/>
                      <a:pt x="375356" y="209114"/>
                      <a:pt x="374252" y="206560"/>
                    </a:cubicBezTo>
                    <a:cubicBezTo>
                      <a:pt x="374252" y="206422"/>
                      <a:pt x="374183" y="206353"/>
                      <a:pt x="374114" y="206215"/>
                    </a:cubicBezTo>
                    <a:cubicBezTo>
                      <a:pt x="373975" y="205800"/>
                      <a:pt x="373768" y="205386"/>
                      <a:pt x="373561" y="204972"/>
                    </a:cubicBezTo>
                    <a:cubicBezTo>
                      <a:pt x="372733" y="202970"/>
                      <a:pt x="371835" y="200899"/>
                      <a:pt x="370938" y="198897"/>
                    </a:cubicBezTo>
                    <a:cubicBezTo>
                      <a:pt x="370593" y="198137"/>
                      <a:pt x="370247" y="197447"/>
                      <a:pt x="369971" y="196756"/>
                    </a:cubicBezTo>
                    <a:cubicBezTo>
                      <a:pt x="369557" y="195790"/>
                      <a:pt x="369143" y="194892"/>
                      <a:pt x="368660" y="193926"/>
                    </a:cubicBezTo>
                    <a:cubicBezTo>
                      <a:pt x="368245" y="193028"/>
                      <a:pt x="367831" y="192131"/>
                      <a:pt x="367417" y="191233"/>
                    </a:cubicBezTo>
                    <a:cubicBezTo>
                      <a:pt x="366727" y="189784"/>
                      <a:pt x="366036" y="188403"/>
                      <a:pt x="365346" y="186953"/>
                    </a:cubicBezTo>
                    <a:cubicBezTo>
                      <a:pt x="364932" y="186056"/>
                      <a:pt x="364448" y="185158"/>
                      <a:pt x="364034" y="184192"/>
                    </a:cubicBezTo>
                    <a:cubicBezTo>
                      <a:pt x="363827" y="183847"/>
                      <a:pt x="363689" y="183432"/>
                      <a:pt x="363482" y="183087"/>
                    </a:cubicBezTo>
                    <a:cubicBezTo>
                      <a:pt x="362515" y="181085"/>
                      <a:pt x="361480" y="179083"/>
                      <a:pt x="360444" y="177150"/>
                    </a:cubicBezTo>
                    <a:cubicBezTo>
                      <a:pt x="359961" y="176252"/>
                      <a:pt x="359478" y="175286"/>
                      <a:pt x="358994" y="174388"/>
                    </a:cubicBezTo>
                    <a:cubicBezTo>
                      <a:pt x="358925" y="174250"/>
                      <a:pt x="358856" y="174112"/>
                      <a:pt x="358787" y="173974"/>
                    </a:cubicBezTo>
                    <a:cubicBezTo>
                      <a:pt x="358511" y="173422"/>
                      <a:pt x="358166" y="172939"/>
                      <a:pt x="357890" y="172386"/>
                    </a:cubicBezTo>
                    <a:cubicBezTo>
                      <a:pt x="356095" y="169072"/>
                      <a:pt x="354300" y="165828"/>
                      <a:pt x="352436" y="162652"/>
                    </a:cubicBezTo>
                    <a:cubicBezTo>
                      <a:pt x="352160" y="162169"/>
                      <a:pt x="351883" y="161686"/>
                      <a:pt x="351607" y="161202"/>
                    </a:cubicBezTo>
                    <a:cubicBezTo>
                      <a:pt x="350365" y="159062"/>
                      <a:pt x="349122" y="156991"/>
                      <a:pt x="347810" y="154851"/>
                    </a:cubicBezTo>
                    <a:cubicBezTo>
                      <a:pt x="344566" y="149604"/>
                      <a:pt x="341252" y="144426"/>
                      <a:pt x="337800" y="139386"/>
                    </a:cubicBezTo>
                    <a:cubicBezTo>
                      <a:pt x="337317" y="138696"/>
                      <a:pt x="336833" y="138006"/>
                      <a:pt x="336350" y="137315"/>
                    </a:cubicBezTo>
                    <a:cubicBezTo>
                      <a:pt x="335315" y="135865"/>
                      <a:pt x="334279" y="134416"/>
                      <a:pt x="333312" y="133035"/>
                    </a:cubicBezTo>
                    <a:cubicBezTo>
                      <a:pt x="331656" y="130688"/>
                      <a:pt x="329999" y="128271"/>
                      <a:pt x="328342" y="125993"/>
                    </a:cubicBezTo>
                    <a:cubicBezTo>
                      <a:pt x="326547" y="123646"/>
                      <a:pt x="324752" y="121299"/>
                      <a:pt x="322957" y="118951"/>
                    </a:cubicBezTo>
                    <a:cubicBezTo>
                      <a:pt x="322543" y="118468"/>
                      <a:pt x="322197" y="117916"/>
                      <a:pt x="321783" y="117433"/>
                    </a:cubicBezTo>
                    <a:cubicBezTo>
                      <a:pt x="321507" y="117087"/>
                      <a:pt x="321300" y="116811"/>
                      <a:pt x="321024" y="116466"/>
                    </a:cubicBezTo>
                    <a:cubicBezTo>
                      <a:pt x="318746" y="113566"/>
                      <a:pt x="316467" y="110736"/>
                      <a:pt x="314120" y="107905"/>
                    </a:cubicBezTo>
                    <a:cubicBezTo>
                      <a:pt x="312325" y="105765"/>
                      <a:pt x="310530" y="103694"/>
                      <a:pt x="308735" y="101623"/>
                    </a:cubicBezTo>
                    <a:cubicBezTo>
                      <a:pt x="308390" y="101278"/>
                      <a:pt x="308114" y="100864"/>
                      <a:pt x="307769" y="100518"/>
                    </a:cubicBezTo>
                    <a:cubicBezTo>
                      <a:pt x="307562" y="100242"/>
                      <a:pt x="307354" y="99966"/>
                      <a:pt x="307078" y="99759"/>
                    </a:cubicBezTo>
                    <a:cubicBezTo>
                      <a:pt x="304662" y="96997"/>
                      <a:pt x="302177" y="94236"/>
                      <a:pt x="299691" y="91613"/>
                    </a:cubicBezTo>
                    <a:cubicBezTo>
                      <a:pt x="297896" y="89680"/>
                      <a:pt x="296101" y="87885"/>
                      <a:pt x="294375" y="86021"/>
                    </a:cubicBezTo>
                    <a:cubicBezTo>
                      <a:pt x="293892" y="85468"/>
                      <a:pt x="293340" y="84916"/>
                      <a:pt x="292857" y="84433"/>
                    </a:cubicBezTo>
                    <a:cubicBezTo>
                      <a:pt x="292511" y="84088"/>
                      <a:pt x="292166" y="83673"/>
                      <a:pt x="291752" y="83328"/>
                    </a:cubicBezTo>
                    <a:cubicBezTo>
                      <a:pt x="288921" y="80428"/>
                      <a:pt x="286091" y="77598"/>
                      <a:pt x="283191" y="74906"/>
                    </a:cubicBezTo>
                    <a:cubicBezTo>
                      <a:pt x="281949" y="73732"/>
                      <a:pt x="280706" y="72627"/>
                      <a:pt x="279532" y="71454"/>
                    </a:cubicBezTo>
                    <a:cubicBezTo>
                      <a:pt x="278635" y="70625"/>
                      <a:pt x="277806" y="69797"/>
                      <a:pt x="276909" y="69037"/>
                    </a:cubicBezTo>
                    <a:cubicBezTo>
                      <a:pt x="276011" y="68209"/>
                      <a:pt x="275045" y="67311"/>
                      <a:pt x="274147" y="66483"/>
                    </a:cubicBezTo>
                    <a:cubicBezTo>
                      <a:pt x="271041" y="63652"/>
                      <a:pt x="267865" y="60891"/>
                      <a:pt x="264689" y="58268"/>
                    </a:cubicBezTo>
                    <a:cubicBezTo>
                      <a:pt x="264206" y="57853"/>
                      <a:pt x="263723" y="57508"/>
                      <a:pt x="263240" y="57094"/>
                    </a:cubicBezTo>
                    <a:cubicBezTo>
                      <a:pt x="262480" y="56473"/>
                      <a:pt x="261721" y="55851"/>
                      <a:pt x="260961" y="55230"/>
                    </a:cubicBezTo>
                    <a:cubicBezTo>
                      <a:pt x="259028" y="53642"/>
                      <a:pt x="257026" y="51985"/>
                      <a:pt x="255093" y="50397"/>
                    </a:cubicBezTo>
                    <a:cubicBezTo>
                      <a:pt x="252677" y="48464"/>
                      <a:pt x="250191" y="46600"/>
                      <a:pt x="247775" y="44805"/>
                    </a:cubicBezTo>
                    <a:cubicBezTo>
                      <a:pt x="247292" y="44391"/>
                      <a:pt x="246740" y="43977"/>
                      <a:pt x="246256" y="43632"/>
                    </a:cubicBezTo>
                    <a:cubicBezTo>
                      <a:pt x="246049" y="43425"/>
                      <a:pt x="245773" y="43286"/>
                      <a:pt x="245566" y="43079"/>
                    </a:cubicBezTo>
                    <a:cubicBezTo>
                      <a:pt x="242390" y="40732"/>
                      <a:pt x="239214" y="38454"/>
                      <a:pt x="236039" y="36314"/>
                    </a:cubicBezTo>
                    <a:cubicBezTo>
                      <a:pt x="234244" y="35071"/>
                      <a:pt x="232449" y="33897"/>
                      <a:pt x="230654" y="32724"/>
                    </a:cubicBezTo>
                    <a:cubicBezTo>
                      <a:pt x="229411" y="31895"/>
                      <a:pt x="228238" y="31136"/>
                      <a:pt x="226995" y="30376"/>
                    </a:cubicBezTo>
                    <a:cubicBezTo>
                      <a:pt x="224026" y="28512"/>
                      <a:pt x="221058" y="26648"/>
                      <a:pt x="218020" y="24922"/>
                    </a:cubicBezTo>
                    <a:cubicBezTo>
                      <a:pt x="217330" y="24508"/>
                      <a:pt x="216708" y="24163"/>
                      <a:pt x="216018" y="23749"/>
                    </a:cubicBezTo>
                    <a:cubicBezTo>
                      <a:pt x="213878" y="22506"/>
                      <a:pt x="211738" y="21333"/>
                      <a:pt x="209597" y="20159"/>
                    </a:cubicBezTo>
                    <a:cubicBezTo>
                      <a:pt x="209114" y="19883"/>
                      <a:pt x="208631" y="19676"/>
                      <a:pt x="208148" y="19399"/>
                    </a:cubicBezTo>
                    <a:cubicBezTo>
                      <a:pt x="207043" y="18778"/>
                      <a:pt x="205938" y="18226"/>
                      <a:pt x="204834" y="17674"/>
                    </a:cubicBezTo>
                    <a:cubicBezTo>
                      <a:pt x="203798" y="17121"/>
                      <a:pt x="202763" y="16569"/>
                      <a:pt x="201727" y="16086"/>
                    </a:cubicBezTo>
                    <a:cubicBezTo>
                      <a:pt x="200968" y="15741"/>
                      <a:pt x="200277" y="15395"/>
                      <a:pt x="199518" y="15050"/>
                    </a:cubicBezTo>
                    <a:cubicBezTo>
                      <a:pt x="198482" y="14567"/>
                      <a:pt x="197516" y="14084"/>
                      <a:pt x="196480" y="13600"/>
                    </a:cubicBezTo>
                    <a:cubicBezTo>
                      <a:pt x="195790" y="13255"/>
                      <a:pt x="195031" y="12910"/>
                      <a:pt x="194340" y="12565"/>
                    </a:cubicBezTo>
                    <a:cubicBezTo>
                      <a:pt x="193167" y="12012"/>
                      <a:pt x="191924" y="11529"/>
                      <a:pt x="190750" y="11046"/>
                    </a:cubicBezTo>
                    <a:cubicBezTo>
                      <a:pt x="189922" y="10701"/>
                      <a:pt x="189093" y="10356"/>
                      <a:pt x="188265" y="10010"/>
                    </a:cubicBezTo>
                    <a:cubicBezTo>
                      <a:pt x="187920" y="9872"/>
                      <a:pt x="187575" y="9734"/>
                      <a:pt x="187229" y="9596"/>
                    </a:cubicBezTo>
                    <a:cubicBezTo>
                      <a:pt x="184951" y="8699"/>
                      <a:pt x="182742" y="7870"/>
                      <a:pt x="180464" y="7042"/>
                    </a:cubicBezTo>
                    <a:cubicBezTo>
                      <a:pt x="180395" y="7042"/>
                      <a:pt x="180326" y="7042"/>
                      <a:pt x="180188" y="6973"/>
                    </a:cubicBezTo>
                    <a:cubicBezTo>
                      <a:pt x="179842" y="6835"/>
                      <a:pt x="179497" y="6766"/>
                      <a:pt x="179221" y="6628"/>
                    </a:cubicBezTo>
                    <a:cubicBezTo>
                      <a:pt x="177495" y="6006"/>
                      <a:pt x="175700" y="5454"/>
                      <a:pt x="173974" y="4902"/>
                    </a:cubicBezTo>
                    <a:cubicBezTo>
                      <a:pt x="173422" y="4764"/>
                      <a:pt x="172870" y="4625"/>
                      <a:pt x="172317" y="4418"/>
                    </a:cubicBezTo>
                    <a:cubicBezTo>
                      <a:pt x="171558" y="4211"/>
                      <a:pt x="170798" y="4004"/>
                      <a:pt x="170039" y="3797"/>
                    </a:cubicBezTo>
                    <a:cubicBezTo>
                      <a:pt x="169280" y="3590"/>
                      <a:pt x="168451" y="3314"/>
                      <a:pt x="167692" y="3176"/>
                    </a:cubicBezTo>
                    <a:cubicBezTo>
                      <a:pt x="166449" y="2831"/>
                      <a:pt x="165137" y="2623"/>
                      <a:pt x="163895" y="2347"/>
                    </a:cubicBezTo>
                    <a:cubicBezTo>
                      <a:pt x="163342" y="2209"/>
                      <a:pt x="162790" y="2071"/>
                      <a:pt x="162169" y="2002"/>
                    </a:cubicBezTo>
                    <a:cubicBezTo>
                      <a:pt x="161962" y="2002"/>
                      <a:pt x="161686" y="1864"/>
                      <a:pt x="161478" y="1864"/>
                    </a:cubicBezTo>
                    <a:cubicBezTo>
                      <a:pt x="159407" y="1450"/>
                      <a:pt x="157405" y="1105"/>
                      <a:pt x="155334" y="828"/>
                    </a:cubicBezTo>
                    <a:cubicBezTo>
                      <a:pt x="155127" y="828"/>
                      <a:pt x="154851" y="828"/>
                      <a:pt x="154644" y="759"/>
                    </a:cubicBezTo>
                    <a:cubicBezTo>
                      <a:pt x="154022" y="690"/>
                      <a:pt x="153470" y="621"/>
                      <a:pt x="152849" y="552"/>
                    </a:cubicBezTo>
                    <a:cubicBezTo>
                      <a:pt x="151606" y="414"/>
                      <a:pt x="150432" y="276"/>
                      <a:pt x="149190" y="207"/>
                    </a:cubicBezTo>
                    <a:cubicBezTo>
                      <a:pt x="148085" y="138"/>
                      <a:pt x="146912" y="69"/>
                      <a:pt x="145807" y="0"/>
                    </a:cubicBezTo>
                    <a:cubicBezTo>
                      <a:pt x="144840" y="0"/>
                      <a:pt x="143874" y="0"/>
                      <a:pt x="142838" y="0"/>
                    </a:cubicBezTo>
                    <a:cubicBezTo>
                      <a:pt x="140560" y="0"/>
                      <a:pt x="138351" y="138"/>
                      <a:pt x="136142" y="276"/>
                    </a:cubicBezTo>
                    <a:cubicBezTo>
                      <a:pt x="136004" y="276"/>
                      <a:pt x="135866" y="276"/>
                      <a:pt x="135658" y="276"/>
                    </a:cubicBezTo>
                    <a:cubicBezTo>
                      <a:pt x="135106" y="276"/>
                      <a:pt x="134554" y="414"/>
                      <a:pt x="134002" y="483"/>
                    </a:cubicBezTo>
                    <a:cubicBezTo>
                      <a:pt x="132138" y="690"/>
                      <a:pt x="130343" y="897"/>
                      <a:pt x="128548" y="1243"/>
                    </a:cubicBezTo>
                    <a:cubicBezTo>
                      <a:pt x="127995" y="1381"/>
                      <a:pt x="127512" y="1519"/>
                      <a:pt x="127029" y="1657"/>
                    </a:cubicBezTo>
                    <a:cubicBezTo>
                      <a:pt x="125372" y="2002"/>
                      <a:pt x="123853" y="2485"/>
                      <a:pt x="122265" y="2969"/>
                    </a:cubicBezTo>
                    <a:cubicBezTo>
                      <a:pt x="121230" y="3314"/>
                      <a:pt x="120056" y="3452"/>
                      <a:pt x="119020" y="3866"/>
                    </a:cubicBezTo>
                    <a:cubicBezTo>
                      <a:pt x="118399" y="4073"/>
                      <a:pt x="117778" y="4418"/>
                      <a:pt x="117087" y="4625"/>
                    </a:cubicBezTo>
                    <a:cubicBezTo>
                      <a:pt x="116397" y="4902"/>
                      <a:pt x="115776" y="5109"/>
                      <a:pt x="115154" y="5385"/>
                    </a:cubicBezTo>
                    <a:cubicBezTo>
                      <a:pt x="112531" y="6489"/>
                      <a:pt x="109908" y="7732"/>
                      <a:pt x="107422" y="9182"/>
                    </a:cubicBezTo>
                    <a:lnTo>
                      <a:pt x="0" y="71592"/>
                    </a:lnTo>
                    <a:cubicBezTo>
                      <a:pt x="2485" y="70142"/>
                      <a:pt x="5040" y="68968"/>
                      <a:pt x="7732" y="67795"/>
                    </a:cubicBezTo>
                    <a:cubicBezTo>
                      <a:pt x="8354" y="67519"/>
                      <a:pt x="9044" y="67242"/>
                      <a:pt x="9665" y="67035"/>
                    </a:cubicBezTo>
                    <a:cubicBezTo>
                      <a:pt x="11322" y="66414"/>
                      <a:pt x="13048" y="65931"/>
                      <a:pt x="14774" y="65378"/>
                    </a:cubicBezTo>
                    <a:cubicBezTo>
                      <a:pt x="16362" y="64895"/>
                      <a:pt x="17950" y="64412"/>
                      <a:pt x="19538" y="64067"/>
                    </a:cubicBezTo>
                    <a:cubicBezTo>
                      <a:pt x="21816" y="63583"/>
                      <a:pt x="24163" y="63169"/>
                      <a:pt x="26510" y="62893"/>
                    </a:cubicBezTo>
                    <a:cubicBezTo>
                      <a:pt x="27063" y="62893"/>
                      <a:pt x="27615" y="62686"/>
                      <a:pt x="28167" y="62686"/>
                    </a:cubicBezTo>
                    <a:cubicBezTo>
                      <a:pt x="31481" y="62341"/>
                      <a:pt x="34795" y="62272"/>
                      <a:pt x="38247" y="62341"/>
                    </a:cubicBezTo>
                    <a:cubicBezTo>
                      <a:pt x="40525" y="62410"/>
                      <a:pt x="42941" y="62617"/>
                      <a:pt x="45289" y="62893"/>
                    </a:cubicBezTo>
                    <a:cubicBezTo>
                      <a:pt x="45910" y="62893"/>
                      <a:pt x="46462" y="63031"/>
                      <a:pt x="47014" y="63100"/>
                    </a:cubicBezTo>
                    <a:cubicBezTo>
                      <a:pt x="49500" y="63445"/>
                      <a:pt x="51985" y="63860"/>
                      <a:pt x="54540" y="64343"/>
                    </a:cubicBezTo>
                    <a:cubicBezTo>
                      <a:pt x="55092" y="64481"/>
                      <a:pt x="55644" y="64619"/>
                      <a:pt x="56196" y="64688"/>
                    </a:cubicBezTo>
                    <a:cubicBezTo>
                      <a:pt x="58268" y="65102"/>
                      <a:pt x="60270" y="65655"/>
                      <a:pt x="62341" y="66207"/>
                    </a:cubicBezTo>
                    <a:cubicBezTo>
                      <a:pt x="63100" y="66414"/>
                      <a:pt x="63860" y="66621"/>
                      <a:pt x="64619" y="66828"/>
                    </a:cubicBezTo>
                    <a:cubicBezTo>
                      <a:pt x="66897" y="67519"/>
                      <a:pt x="69244" y="68209"/>
                      <a:pt x="71523" y="69037"/>
                    </a:cubicBezTo>
                    <a:cubicBezTo>
                      <a:pt x="71868" y="69175"/>
                      <a:pt x="72213" y="69244"/>
                      <a:pt x="72489" y="69383"/>
                    </a:cubicBezTo>
                    <a:cubicBezTo>
                      <a:pt x="75113" y="70280"/>
                      <a:pt x="77805" y="71316"/>
                      <a:pt x="80498" y="72420"/>
                    </a:cubicBezTo>
                    <a:cubicBezTo>
                      <a:pt x="81326" y="72765"/>
                      <a:pt x="82154" y="73111"/>
                      <a:pt x="82983" y="73456"/>
                    </a:cubicBezTo>
                    <a:cubicBezTo>
                      <a:pt x="84916" y="74284"/>
                      <a:pt x="86849" y="75113"/>
                      <a:pt x="88713" y="76010"/>
                    </a:cubicBezTo>
                    <a:cubicBezTo>
                      <a:pt x="89749" y="76493"/>
                      <a:pt x="90784" y="76977"/>
                      <a:pt x="91751" y="77460"/>
                    </a:cubicBezTo>
                    <a:cubicBezTo>
                      <a:pt x="93546" y="78288"/>
                      <a:pt x="95272" y="79186"/>
                      <a:pt x="97067" y="80083"/>
                    </a:cubicBezTo>
                    <a:cubicBezTo>
                      <a:pt x="98171" y="80636"/>
                      <a:pt x="99276" y="81188"/>
                      <a:pt x="100380" y="81809"/>
                    </a:cubicBezTo>
                    <a:cubicBezTo>
                      <a:pt x="103004" y="83190"/>
                      <a:pt x="105627" y="84640"/>
                      <a:pt x="108182" y="86159"/>
                    </a:cubicBezTo>
                    <a:cubicBezTo>
                      <a:pt x="113083" y="88989"/>
                      <a:pt x="117916" y="92027"/>
                      <a:pt x="122817" y="95203"/>
                    </a:cubicBezTo>
                    <a:cubicBezTo>
                      <a:pt x="128064" y="98654"/>
                      <a:pt x="133242" y="102313"/>
                      <a:pt x="138420" y="106110"/>
                    </a:cubicBezTo>
                    <a:cubicBezTo>
                      <a:pt x="138903" y="106525"/>
                      <a:pt x="139456" y="106870"/>
                      <a:pt x="139939" y="107284"/>
                    </a:cubicBezTo>
                    <a:cubicBezTo>
                      <a:pt x="144357" y="110598"/>
                      <a:pt x="148776" y="114119"/>
                      <a:pt x="153194" y="117709"/>
                    </a:cubicBezTo>
                    <a:cubicBezTo>
                      <a:pt x="153953" y="118330"/>
                      <a:pt x="154713" y="118951"/>
                      <a:pt x="155472" y="119573"/>
                    </a:cubicBezTo>
                    <a:cubicBezTo>
                      <a:pt x="160029" y="123439"/>
                      <a:pt x="164585" y="127443"/>
                      <a:pt x="169142" y="131516"/>
                    </a:cubicBezTo>
                    <a:cubicBezTo>
                      <a:pt x="170039" y="132345"/>
                      <a:pt x="170868" y="133173"/>
                      <a:pt x="171765" y="133932"/>
                    </a:cubicBezTo>
                    <a:cubicBezTo>
                      <a:pt x="176252" y="138144"/>
                      <a:pt x="180740" y="142424"/>
                      <a:pt x="185089" y="146981"/>
                    </a:cubicBezTo>
                    <a:cubicBezTo>
                      <a:pt x="185572" y="147533"/>
                      <a:pt x="186125" y="148016"/>
                      <a:pt x="186608" y="148568"/>
                    </a:cubicBezTo>
                    <a:cubicBezTo>
                      <a:pt x="191164" y="153263"/>
                      <a:pt x="195652" y="158165"/>
                      <a:pt x="200001" y="163135"/>
                    </a:cubicBezTo>
                    <a:cubicBezTo>
                      <a:pt x="200346" y="163480"/>
                      <a:pt x="200623" y="163895"/>
                      <a:pt x="200968" y="164240"/>
                    </a:cubicBezTo>
                    <a:cubicBezTo>
                      <a:pt x="205386" y="169349"/>
                      <a:pt x="209736" y="174595"/>
                      <a:pt x="214016" y="180049"/>
                    </a:cubicBezTo>
                    <a:cubicBezTo>
                      <a:pt x="214430" y="180533"/>
                      <a:pt x="214775" y="181085"/>
                      <a:pt x="215190" y="181568"/>
                    </a:cubicBezTo>
                    <a:cubicBezTo>
                      <a:pt x="218710" y="186125"/>
                      <a:pt x="222162" y="190888"/>
                      <a:pt x="225545" y="195652"/>
                    </a:cubicBezTo>
                    <a:cubicBezTo>
                      <a:pt x="226581" y="197102"/>
                      <a:pt x="227616" y="198482"/>
                      <a:pt x="228583" y="199932"/>
                    </a:cubicBezTo>
                    <a:cubicBezTo>
                      <a:pt x="232518" y="205662"/>
                      <a:pt x="236384" y="211530"/>
                      <a:pt x="240043" y="217468"/>
                    </a:cubicBezTo>
                    <a:cubicBezTo>
                      <a:pt x="241631" y="220022"/>
                      <a:pt x="243150" y="222646"/>
                      <a:pt x="244599" y="225269"/>
                    </a:cubicBezTo>
                    <a:cubicBezTo>
                      <a:pt x="246463" y="228514"/>
                      <a:pt x="248258" y="231758"/>
                      <a:pt x="250053" y="235072"/>
                    </a:cubicBezTo>
                    <a:cubicBezTo>
                      <a:pt x="250399" y="235763"/>
                      <a:pt x="250813" y="236384"/>
                      <a:pt x="251158" y="237074"/>
                    </a:cubicBezTo>
                    <a:cubicBezTo>
                      <a:pt x="251641" y="237972"/>
                      <a:pt x="252124" y="238938"/>
                      <a:pt x="252608" y="239836"/>
                    </a:cubicBezTo>
                    <a:cubicBezTo>
                      <a:pt x="253850" y="242183"/>
                      <a:pt x="255024" y="244530"/>
                      <a:pt x="256198" y="246878"/>
                    </a:cubicBezTo>
                    <a:cubicBezTo>
                      <a:pt x="256681" y="247775"/>
                      <a:pt x="257095" y="248742"/>
                      <a:pt x="257578" y="249708"/>
                    </a:cubicBezTo>
                    <a:cubicBezTo>
                      <a:pt x="258683" y="251986"/>
                      <a:pt x="259788" y="254334"/>
                      <a:pt x="260823" y="256612"/>
                    </a:cubicBezTo>
                    <a:cubicBezTo>
                      <a:pt x="261237" y="257578"/>
                      <a:pt x="261721" y="258545"/>
                      <a:pt x="262135" y="259442"/>
                    </a:cubicBezTo>
                    <a:cubicBezTo>
                      <a:pt x="263378" y="262204"/>
                      <a:pt x="264551" y="264965"/>
                      <a:pt x="265725" y="267727"/>
                    </a:cubicBezTo>
                    <a:cubicBezTo>
                      <a:pt x="265863" y="268141"/>
                      <a:pt x="266070" y="268486"/>
                      <a:pt x="266208" y="268901"/>
                    </a:cubicBezTo>
                    <a:cubicBezTo>
                      <a:pt x="267520" y="272076"/>
                      <a:pt x="268762" y="275183"/>
                      <a:pt x="270005" y="278359"/>
                    </a:cubicBezTo>
                    <a:cubicBezTo>
                      <a:pt x="270350" y="279256"/>
                      <a:pt x="270696" y="280154"/>
                      <a:pt x="270972" y="280982"/>
                    </a:cubicBezTo>
                    <a:cubicBezTo>
                      <a:pt x="271869" y="283398"/>
                      <a:pt x="272767" y="285746"/>
                      <a:pt x="273595" y="288162"/>
                    </a:cubicBezTo>
                    <a:cubicBezTo>
                      <a:pt x="273940" y="289129"/>
                      <a:pt x="274285" y="290095"/>
                      <a:pt x="274631" y="291062"/>
                    </a:cubicBezTo>
                    <a:cubicBezTo>
                      <a:pt x="275666" y="294099"/>
                      <a:pt x="276633" y="297068"/>
                      <a:pt x="277599" y="300105"/>
                    </a:cubicBezTo>
                    <a:cubicBezTo>
                      <a:pt x="277599" y="300313"/>
                      <a:pt x="277737" y="300520"/>
                      <a:pt x="277806" y="300727"/>
                    </a:cubicBezTo>
                    <a:cubicBezTo>
                      <a:pt x="278773" y="303903"/>
                      <a:pt x="279670" y="307078"/>
                      <a:pt x="280568" y="310323"/>
                    </a:cubicBezTo>
                    <a:cubicBezTo>
                      <a:pt x="280844" y="311220"/>
                      <a:pt x="281051" y="312118"/>
                      <a:pt x="281258" y="313015"/>
                    </a:cubicBezTo>
                    <a:cubicBezTo>
                      <a:pt x="281880" y="315363"/>
                      <a:pt x="282501" y="317779"/>
                      <a:pt x="283053" y="320126"/>
                    </a:cubicBezTo>
                    <a:cubicBezTo>
                      <a:pt x="283260" y="321024"/>
                      <a:pt x="283467" y="321921"/>
                      <a:pt x="283675" y="322819"/>
                    </a:cubicBezTo>
                    <a:cubicBezTo>
                      <a:pt x="284365" y="325925"/>
                      <a:pt x="284986" y="328963"/>
                      <a:pt x="285608" y="332001"/>
                    </a:cubicBezTo>
                    <a:cubicBezTo>
                      <a:pt x="285608" y="332139"/>
                      <a:pt x="285608" y="332346"/>
                      <a:pt x="285677" y="332484"/>
                    </a:cubicBezTo>
                    <a:cubicBezTo>
                      <a:pt x="286229" y="335384"/>
                      <a:pt x="286643" y="338283"/>
                      <a:pt x="287126" y="341114"/>
                    </a:cubicBezTo>
                    <a:cubicBezTo>
                      <a:pt x="287265" y="341873"/>
                      <a:pt x="287334" y="342563"/>
                      <a:pt x="287472" y="343323"/>
                    </a:cubicBezTo>
                    <a:cubicBezTo>
                      <a:pt x="287886" y="346291"/>
                      <a:pt x="288231" y="349191"/>
                      <a:pt x="288507" y="352091"/>
                    </a:cubicBezTo>
                    <a:cubicBezTo>
                      <a:pt x="288507" y="352298"/>
                      <a:pt x="288507" y="352505"/>
                      <a:pt x="288507" y="352712"/>
                    </a:cubicBezTo>
                    <a:cubicBezTo>
                      <a:pt x="288783" y="355473"/>
                      <a:pt x="288921" y="358235"/>
                      <a:pt x="289059" y="360927"/>
                    </a:cubicBezTo>
                    <a:cubicBezTo>
                      <a:pt x="289059" y="361480"/>
                      <a:pt x="289059" y="361963"/>
                      <a:pt x="289129" y="362515"/>
                    </a:cubicBezTo>
                    <a:cubicBezTo>
                      <a:pt x="289198" y="365277"/>
                      <a:pt x="289267" y="367969"/>
                      <a:pt x="289198" y="370662"/>
                    </a:cubicBezTo>
                    <a:cubicBezTo>
                      <a:pt x="289198" y="371145"/>
                      <a:pt x="289198" y="371697"/>
                      <a:pt x="289198" y="372180"/>
                    </a:cubicBezTo>
                    <a:cubicBezTo>
                      <a:pt x="289198" y="374942"/>
                      <a:pt x="288990" y="377703"/>
                      <a:pt x="288783" y="380327"/>
                    </a:cubicBezTo>
                    <a:lnTo>
                      <a:pt x="396206" y="317917"/>
                    </a:lnTo>
                    <a:cubicBezTo>
                      <a:pt x="396206" y="317917"/>
                      <a:pt x="396206" y="317779"/>
                      <a:pt x="396206" y="317641"/>
                    </a:cubicBezTo>
                    <a:cubicBezTo>
                      <a:pt x="396344" y="315915"/>
                      <a:pt x="396482" y="314120"/>
                      <a:pt x="396551" y="312325"/>
                    </a:cubicBezTo>
                    <a:cubicBezTo>
                      <a:pt x="396551" y="311428"/>
                      <a:pt x="396551" y="310599"/>
                      <a:pt x="396551" y="309702"/>
                    </a:cubicBezTo>
                    <a:cubicBezTo>
                      <a:pt x="396551" y="309218"/>
                      <a:pt x="396551" y="308735"/>
                      <a:pt x="396551" y="3081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0"/>
              <p:cNvSpPr/>
              <p:nvPr/>
            </p:nvSpPr>
            <p:spPr>
              <a:xfrm>
                <a:off x="6107743" y="70258"/>
                <a:ext cx="443734" cy="399024"/>
              </a:xfrm>
              <a:custGeom>
                <a:rect b="b" l="l" r="r" t="t"/>
                <a:pathLst>
                  <a:path extrusionOk="0" h="606881" w="674881">
                    <a:moveTo>
                      <a:pt x="317398" y="23723"/>
                    </a:moveTo>
                    <a:cubicBezTo>
                      <a:pt x="322300" y="26553"/>
                      <a:pt x="327132" y="29591"/>
                      <a:pt x="332034" y="32766"/>
                    </a:cubicBezTo>
                    <a:cubicBezTo>
                      <a:pt x="374975" y="60934"/>
                      <a:pt x="417640" y="103392"/>
                      <a:pt x="449328" y="155170"/>
                    </a:cubicBezTo>
                    <a:cubicBezTo>
                      <a:pt x="480948" y="206879"/>
                      <a:pt x="501935" y="270807"/>
                      <a:pt x="498000" y="317891"/>
                    </a:cubicBezTo>
                    <a:cubicBezTo>
                      <a:pt x="502901" y="319133"/>
                      <a:pt x="507941" y="321343"/>
                      <a:pt x="512981" y="324242"/>
                    </a:cubicBezTo>
                    <a:cubicBezTo>
                      <a:pt x="526512" y="332044"/>
                      <a:pt x="540113" y="345299"/>
                      <a:pt x="550468" y="361384"/>
                    </a:cubicBezTo>
                    <a:cubicBezTo>
                      <a:pt x="564621" y="383338"/>
                      <a:pt x="576150" y="410815"/>
                      <a:pt x="574286" y="431043"/>
                    </a:cubicBezTo>
                    <a:cubicBezTo>
                      <a:pt x="577117" y="432355"/>
                      <a:pt x="579947" y="433805"/>
                      <a:pt x="582709" y="435461"/>
                    </a:cubicBezTo>
                    <a:cubicBezTo>
                      <a:pt x="606734" y="449338"/>
                      <a:pt x="630759" y="474330"/>
                      <a:pt x="647811" y="503670"/>
                    </a:cubicBezTo>
                    <a:cubicBezTo>
                      <a:pt x="666865" y="536532"/>
                      <a:pt x="676945" y="577402"/>
                      <a:pt x="674528" y="606881"/>
                    </a:cubicBezTo>
                    <a:lnTo>
                      <a:pt x="3899" y="219720"/>
                    </a:lnTo>
                    <a:cubicBezTo>
                      <a:pt x="-5835" y="187203"/>
                      <a:pt x="-726" y="120720"/>
                      <a:pt x="58853" y="121618"/>
                    </a:cubicBezTo>
                    <a:cubicBezTo>
                      <a:pt x="69140" y="121756"/>
                      <a:pt x="80393" y="125553"/>
                      <a:pt x="91715" y="132111"/>
                    </a:cubicBezTo>
                    <a:cubicBezTo>
                      <a:pt x="99723" y="136737"/>
                      <a:pt x="107801" y="142743"/>
                      <a:pt x="115533" y="149716"/>
                    </a:cubicBezTo>
                    <a:cubicBezTo>
                      <a:pt x="115533" y="135356"/>
                      <a:pt x="122851" y="125415"/>
                      <a:pt x="133828" y="124793"/>
                    </a:cubicBezTo>
                    <a:cubicBezTo>
                      <a:pt x="138729" y="124448"/>
                      <a:pt x="144390" y="126243"/>
                      <a:pt x="150120" y="129557"/>
                    </a:cubicBezTo>
                    <a:cubicBezTo>
                      <a:pt x="157093" y="133561"/>
                      <a:pt x="164135" y="139912"/>
                      <a:pt x="170003" y="147507"/>
                    </a:cubicBezTo>
                    <a:cubicBezTo>
                      <a:pt x="163099" y="106360"/>
                      <a:pt x="166206" y="68321"/>
                      <a:pt x="179737" y="41396"/>
                    </a:cubicBezTo>
                    <a:cubicBezTo>
                      <a:pt x="193338" y="14541"/>
                      <a:pt x="217432" y="-924"/>
                      <a:pt x="247394" y="43"/>
                    </a:cubicBezTo>
                    <a:cubicBezTo>
                      <a:pt x="269141" y="733"/>
                      <a:pt x="293373" y="9846"/>
                      <a:pt x="317467" y="2379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2" name="Google Shape;952;p40"/>
            <p:cNvGrpSpPr/>
            <p:nvPr/>
          </p:nvGrpSpPr>
          <p:grpSpPr>
            <a:xfrm>
              <a:off x="8548492" y="2988476"/>
              <a:ext cx="101839" cy="120026"/>
              <a:chOff x="6585891" y="729779"/>
              <a:chExt cx="40588" cy="47836"/>
            </a:xfrm>
          </p:grpSpPr>
          <p:sp>
            <p:nvSpPr>
              <p:cNvPr id="953" name="Google Shape;953;p40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5" name="Google Shape;955;p40"/>
          <p:cNvGrpSpPr/>
          <p:nvPr/>
        </p:nvGrpSpPr>
        <p:grpSpPr>
          <a:xfrm>
            <a:off x="4241594" y="4330555"/>
            <a:ext cx="1131689" cy="892687"/>
            <a:chOff x="6636544" y="148135"/>
            <a:chExt cx="460392" cy="363161"/>
          </a:xfrm>
        </p:grpSpPr>
        <p:sp>
          <p:nvSpPr>
            <p:cNvPr id="956" name="Google Shape;956;p40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2" name="Google Shape;962;p40"/>
          <p:cNvSpPr/>
          <p:nvPr/>
        </p:nvSpPr>
        <p:spPr>
          <a:xfrm rot="5400000">
            <a:off x="-320547" y="4225320"/>
            <a:ext cx="1238720" cy="597648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1"/>
          <p:cNvSpPr txBox="1"/>
          <p:nvPr>
            <p:ph type="title"/>
          </p:nvPr>
        </p:nvSpPr>
        <p:spPr>
          <a:xfrm>
            <a:off x="1064525" y="1134600"/>
            <a:ext cx="70149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65" name="Google Shape;965;p41"/>
          <p:cNvGrpSpPr/>
          <p:nvPr/>
        </p:nvGrpSpPr>
        <p:grpSpPr>
          <a:xfrm>
            <a:off x="-234" y="-4"/>
            <a:ext cx="9144225" cy="5262241"/>
            <a:chOff x="-234" y="-4"/>
            <a:chExt cx="9144225" cy="5262241"/>
          </a:xfrm>
        </p:grpSpPr>
        <p:sp>
          <p:nvSpPr>
            <p:cNvPr id="966" name="Google Shape;966;p41"/>
            <p:cNvSpPr/>
            <p:nvPr/>
          </p:nvSpPr>
          <p:spPr>
            <a:xfrm>
              <a:off x="6913752" y="3936615"/>
              <a:ext cx="1629344" cy="1325622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 rot="5400000">
              <a:off x="-705048" y="3125034"/>
              <a:ext cx="2723776" cy="13141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9" name="Google Shape;969;p41"/>
          <p:cNvGrpSpPr/>
          <p:nvPr/>
        </p:nvGrpSpPr>
        <p:grpSpPr>
          <a:xfrm>
            <a:off x="379234" y="798314"/>
            <a:ext cx="8607949" cy="4227389"/>
            <a:chOff x="379234" y="798314"/>
            <a:chExt cx="8607949" cy="4227389"/>
          </a:xfrm>
        </p:grpSpPr>
        <p:grpSp>
          <p:nvGrpSpPr>
            <p:cNvPr id="970" name="Google Shape;970;p41"/>
            <p:cNvGrpSpPr/>
            <p:nvPr/>
          </p:nvGrpSpPr>
          <p:grpSpPr>
            <a:xfrm>
              <a:off x="379234" y="798314"/>
              <a:ext cx="599425" cy="990105"/>
              <a:chOff x="678134" y="1109664"/>
              <a:chExt cx="599425" cy="990105"/>
            </a:xfrm>
          </p:grpSpPr>
          <p:sp>
            <p:nvSpPr>
              <p:cNvPr id="971" name="Google Shape;971;p41"/>
              <p:cNvSpPr/>
              <p:nvPr/>
            </p:nvSpPr>
            <p:spPr>
              <a:xfrm>
                <a:off x="723126" y="1528504"/>
                <a:ext cx="12546" cy="258478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957278" y="1568053"/>
                <a:ext cx="12546" cy="404532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840193" y="1720081"/>
                <a:ext cx="12546" cy="379688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1083082" y="1690841"/>
                <a:ext cx="12546" cy="32021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75" name="Google Shape;975;p41"/>
              <p:cNvGrpSpPr/>
              <p:nvPr/>
            </p:nvGrpSpPr>
            <p:grpSpPr>
              <a:xfrm>
                <a:off x="691863" y="1109664"/>
                <a:ext cx="585696" cy="468180"/>
                <a:chOff x="2513788" y="3192960"/>
                <a:chExt cx="322059" cy="257440"/>
              </a:xfrm>
            </p:grpSpPr>
            <p:sp>
              <p:nvSpPr>
                <p:cNvPr id="976" name="Google Shape;976;p41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41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41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79" name="Google Shape;979;p41"/>
              <p:cNvSpPr/>
              <p:nvPr/>
            </p:nvSpPr>
            <p:spPr>
              <a:xfrm>
                <a:off x="678134" y="1189708"/>
                <a:ext cx="461807" cy="387651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0" name="Google Shape;980;p41"/>
            <p:cNvGrpSpPr/>
            <p:nvPr/>
          </p:nvGrpSpPr>
          <p:grpSpPr>
            <a:xfrm>
              <a:off x="4614183" y="4906794"/>
              <a:ext cx="100797" cy="118909"/>
              <a:chOff x="6262229" y="306105"/>
              <a:chExt cx="40588" cy="47882"/>
            </a:xfrm>
          </p:grpSpPr>
          <p:sp>
            <p:nvSpPr>
              <p:cNvPr id="981" name="Google Shape;981;p41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3" name="Google Shape;983;p41"/>
            <p:cNvGrpSpPr/>
            <p:nvPr/>
          </p:nvGrpSpPr>
          <p:grpSpPr>
            <a:xfrm>
              <a:off x="8886448" y="4236904"/>
              <a:ext cx="100683" cy="119022"/>
              <a:chOff x="6497095" y="450085"/>
              <a:chExt cx="40542" cy="47927"/>
            </a:xfrm>
          </p:grpSpPr>
          <p:grpSp>
            <p:nvGrpSpPr>
              <p:cNvPr id="984" name="Google Shape;984;p41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985" name="Google Shape;985;p41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41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7" name="Google Shape;987;p41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9" name="Google Shape;989;p41"/>
            <p:cNvGrpSpPr/>
            <p:nvPr/>
          </p:nvGrpSpPr>
          <p:grpSpPr>
            <a:xfrm>
              <a:off x="612311" y="2945351"/>
              <a:ext cx="100908" cy="118909"/>
              <a:chOff x="6395264" y="541833"/>
              <a:chExt cx="40633" cy="47882"/>
            </a:xfrm>
          </p:grpSpPr>
          <p:sp>
            <p:nvSpPr>
              <p:cNvPr id="990" name="Google Shape;990;p41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2" name="Google Shape;992;p41"/>
            <p:cNvGrpSpPr/>
            <p:nvPr/>
          </p:nvGrpSpPr>
          <p:grpSpPr>
            <a:xfrm>
              <a:off x="408759" y="1788420"/>
              <a:ext cx="100795" cy="118936"/>
              <a:chOff x="6702665" y="517851"/>
              <a:chExt cx="40588" cy="47892"/>
            </a:xfrm>
          </p:grpSpPr>
          <p:sp>
            <p:nvSpPr>
              <p:cNvPr id="993" name="Google Shape;993;p41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5" name="Google Shape;995;p41"/>
            <p:cNvGrpSpPr/>
            <p:nvPr/>
          </p:nvGrpSpPr>
          <p:grpSpPr>
            <a:xfrm>
              <a:off x="8886388" y="3300022"/>
              <a:ext cx="100795" cy="118797"/>
              <a:chOff x="6585891" y="729779"/>
              <a:chExt cx="40588" cy="47836"/>
            </a:xfrm>
          </p:grpSpPr>
          <p:sp>
            <p:nvSpPr>
              <p:cNvPr id="996" name="Google Shape;996;p41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8" name="Google Shape;998;p41"/>
            <p:cNvGrpSpPr/>
            <p:nvPr/>
          </p:nvGrpSpPr>
          <p:grpSpPr>
            <a:xfrm>
              <a:off x="8688764" y="3808058"/>
              <a:ext cx="100795" cy="118795"/>
              <a:chOff x="6857364" y="533158"/>
              <a:chExt cx="40588" cy="47836"/>
            </a:xfrm>
          </p:grpSpPr>
          <p:sp>
            <p:nvSpPr>
              <p:cNvPr id="999" name="Google Shape;999;p41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2"/>
          <p:cNvSpPr txBox="1"/>
          <p:nvPr>
            <p:ph idx="1" type="subTitle"/>
          </p:nvPr>
        </p:nvSpPr>
        <p:spPr>
          <a:xfrm rot="214">
            <a:off x="713225" y="2112425"/>
            <a:ext cx="4822500" cy="68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03" name="Google Shape;1003;p42"/>
          <p:cNvSpPr txBox="1"/>
          <p:nvPr>
            <p:ph type="title"/>
          </p:nvPr>
        </p:nvSpPr>
        <p:spPr>
          <a:xfrm>
            <a:off x="714995" y="539500"/>
            <a:ext cx="4818900" cy="160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4" name="Google Shape;1004;p42"/>
          <p:cNvSpPr/>
          <p:nvPr/>
        </p:nvSpPr>
        <p:spPr>
          <a:xfrm flipH="1" rot="-5400000">
            <a:off x="-55361" y="3512599"/>
            <a:ext cx="1685089" cy="15743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43"/>
          <p:cNvSpPr txBox="1"/>
          <p:nvPr>
            <p:ph type="title"/>
          </p:nvPr>
        </p:nvSpPr>
        <p:spPr>
          <a:xfrm>
            <a:off x="713225" y="3552125"/>
            <a:ext cx="5315100" cy="104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pic>
        <p:nvPicPr>
          <p:cNvPr id="1008" name="Google Shape;100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2503" y="27976"/>
            <a:ext cx="720000" cy="22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4"/>
          <p:cNvSpPr txBox="1"/>
          <p:nvPr>
            <p:ph idx="1" type="subTitle"/>
          </p:nvPr>
        </p:nvSpPr>
        <p:spPr>
          <a:xfrm>
            <a:off x="713225" y="3068426"/>
            <a:ext cx="6191400" cy="440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11" name="Google Shape;1011;p44"/>
          <p:cNvSpPr txBox="1"/>
          <p:nvPr>
            <p:ph hasCustomPrompt="1" type="title"/>
          </p:nvPr>
        </p:nvSpPr>
        <p:spPr>
          <a:xfrm rot="333">
            <a:off x="713225" y="1634975"/>
            <a:ext cx="6191400" cy="13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grpSp>
        <p:nvGrpSpPr>
          <p:cNvPr id="1012" name="Google Shape;1012;p44"/>
          <p:cNvGrpSpPr/>
          <p:nvPr/>
        </p:nvGrpSpPr>
        <p:grpSpPr>
          <a:xfrm>
            <a:off x="1216069" y="-353411"/>
            <a:ext cx="7927929" cy="5496905"/>
            <a:chOff x="1216069" y="-353411"/>
            <a:chExt cx="7927929" cy="5496905"/>
          </a:xfrm>
        </p:grpSpPr>
        <p:sp>
          <p:nvSpPr>
            <p:cNvPr id="1013" name="Google Shape;1013;p44"/>
            <p:cNvSpPr/>
            <p:nvPr/>
          </p:nvSpPr>
          <p:spPr>
            <a:xfrm flipH="1" rot="10800000">
              <a:off x="1216069" y="-353411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4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4"/>
            <p:cNvSpPr/>
            <p:nvPr/>
          </p:nvSpPr>
          <p:spPr>
            <a:xfrm>
              <a:off x="7905278" y="45458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6" name="Google Shape;1016;p44"/>
          <p:cNvGrpSpPr/>
          <p:nvPr/>
        </p:nvGrpSpPr>
        <p:grpSpPr>
          <a:xfrm>
            <a:off x="6054983" y="4791270"/>
            <a:ext cx="363797" cy="215533"/>
            <a:chOff x="6054983" y="4791270"/>
            <a:chExt cx="363797" cy="215533"/>
          </a:xfrm>
        </p:grpSpPr>
        <p:grpSp>
          <p:nvGrpSpPr>
            <p:cNvPr id="1017" name="Google Shape;1017;p44"/>
            <p:cNvGrpSpPr/>
            <p:nvPr/>
          </p:nvGrpSpPr>
          <p:grpSpPr>
            <a:xfrm>
              <a:off x="6054983" y="4887894"/>
              <a:ext cx="100797" cy="118909"/>
              <a:chOff x="6262229" y="306105"/>
              <a:chExt cx="40588" cy="47882"/>
            </a:xfrm>
          </p:grpSpPr>
          <p:sp>
            <p:nvSpPr>
              <p:cNvPr id="1018" name="Google Shape;1018;p44"/>
              <p:cNvSpPr/>
              <p:nvPr/>
            </p:nvSpPr>
            <p:spPr>
              <a:xfrm>
                <a:off x="6274493" y="306105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4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44"/>
              <p:cNvSpPr/>
              <p:nvPr/>
            </p:nvSpPr>
            <p:spPr>
              <a:xfrm>
                <a:off x="6262229" y="315689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0" name="Google Shape;1020;p44"/>
            <p:cNvGrpSpPr/>
            <p:nvPr/>
          </p:nvGrpSpPr>
          <p:grpSpPr>
            <a:xfrm>
              <a:off x="6317984" y="4791270"/>
              <a:ext cx="100795" cy="118936"/>
              <a:chOff x="6702665" y="517851"/>
              <a:chExt cx="40588" cy="47892"/>
            </a:xfrm>
          </p:grpSpPr>
          <p:sp>
            <p:nvSpPr>
              <p:cNvPr id="1021" name="Google Shape;1021;p44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44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6"/>
          <p:cNvSpPr txBox="1"/>
          <p:nvPr>
            <p:ph hasCustomPrompt="1" type="title"/>
          </p:nvPr>
        </p:nvSpPr>
        <p:spPr>
          <a:xfrm rot="1973">
            <a:off x="1365600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6" name="Google Shape;1026;p46"/>
          <p:cNvSpPr txBox="1"/>
          <p:nvPr>
            <p:ph idx="1" type="subTitle"/>
          </p:nvPr>
        </p:nvSpPr>
        <p:spPr>
          <a:xfrm>
            <a:off x="720000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46"/>
          <p:cNvSpPr txBox="1"/>
          <p:nvPr>
            <p:ph hasCustomPrompt="1" idx="2" type="title"/>
          </p:nvPr>
        </p:nvSpPr>
        <p:spPr>
          <a:xfrm rot="1973">
            <a:off x="1365600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8" name="Google Shape;1028;p46"/>
          <p:cNvSpPr txBox="1"/>
          <p:nvPr>
            <p:ph idx="3" type="subTitle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46"/>
          <p:cNvSpPr txBox="1"/>
          <p:nvPr>
            <p:ph hasCustomPrompt="1" idx="4" type="title"/>
          </p:nvPr>
        </p:nvSpPr>
        <p:spPr>
          <a:xfrm rot="1973">
            <a:off x="6739975" y="1060626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0" name="Google Shape;1030;p46"/>
          <p:cNvSpPr txBox="1"/>
          <p:nvPr>
            <p:ph idx="5" type="subTitle"/>
          </p:nvPr>
        </p:nvSpPr>
        <p:spPr>
          <a:xfrm>
            <a:off x="6094375" y="2171828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1" name="Google Shape;1031;p46"/>
          <p:cNvSpPr txBox="1"/>
          <p:nvPr>
            <p:ph hasCustomPrompt="1" idx="6" type="title"/>
          </p:nvPr>
        </p:nvSpPr>
        <p:spPr>
          <a:xfrm rot="1973">
            <a:off x="6739975" y="2889501"/>
            <a:ext cx="10452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2" name="Google Shape;1032;p46"/>
          <p:cNvSpPr txBox="1"/>
          <p:nvPr>
            <p:ph idx="7" type="subTitle"/>
          </p:nvPr>
        </p:nvSpPr>
        <p:spPr>
          <a:xfrm>
            <a:off x="6094375" y="4000803"/>
            <a:ext cx="23364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46"/>
          <p:cNvSpPr txBox="1"/>
          <p:nvPr>
            <p:ph idx="8" type="subTitle"/>
          </p:nvPr>
        </p:nvSpPr>
        <p:spPr>
          <a:xfrm>
            <a:off x="720000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4" name="Google Shape;1034;p46"/>
          <p:cNvSpPr txBox="1"/>
          <p:nvPr>
            <p:ph idx="9" type="subTitle"/>
          </p:nvPr>
        </p:nvSpPr>
        <p:spPr>
          <a:xfrm>
            <a:off x="720000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5" name="Google Shape;1035;p46"/>
          <p:cNvSpPr txBox="1"/>
          <p:nvPr>
            <p:ph idx="13" type="subTitle"/>
          </p:nvPr>
        </p:nvSpPr>
        <p:spPr>
          <a:xfrm>
            <a:off x="6094375" y="1644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6" name="Google Shape;1036;p46"/>
          <p:cNvSpPr txBox="1"/>
          <p:nvPr>
            <p:ph idx="14" type="subTitle"/>
          </p:nvPr>
        </p:nvSpPr>
        <p:spPr>
          <a:xfrm>
            <a:off x="6094375" y="3473425"/>
            <a:ext cx="2336400" cy="552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7" name="Google Shape;1037;p46"/>
          <p:cNvSpPr txBox="1"/>
          <p:nvPr>
            <p:ph idx="15"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038" name="Google Shape;1038;p46"/>
          <p:cNvGrpSpPr/>
          <p:nvPr/>
        </p:nvGrpSpPr>
        <p:grpSpPr>
          <a:xfrm>
            <a:off x="7719252" y="-2416"/>
            <a:ext cx="1423946" cy="5141775"/>
            <a:chOff x="7719252" y="-2416"/>
            <a:chExt cx="1423946" cy="5141775"/>
          </a:xfrm>
        </p:grpSpPr>
        <p:sp>
          <p:nvSpPr>
            <p:cNvPr id="1039" name="Google Shape;1039;p46"/>
            <p:cNvSpPr/>
            <p:nvPr/>
          </p:nvSpPr>
          <p:spPr>
            <a:xfrm>
              <a:off x="7719252" y="-2416"/>
              <a:ext cx="1423038" cy="132950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8024127" y="4599438"/>
              <a:ext cx="1119071" cy="539921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47"/>
          <p:cNvSpPr txBox="1"/>
          <p:nvPr>
            <p:ph type="title"/>
          </p:nvPr>
        </p:nvSpPr>
        <p:spPr>
          <a:xfrm rot="-930">
            <a:off x="713225" y="3275124"/>
            <a:ext cx="3327600" cy="52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3" name="Google Shape;1043;p47"/>
          <p:cNvSpPr txBox="1"/>
          <p:nvPr>
            <p:ph idx="1" type="subTitle"/>
          </p:nvPr>
        </p:nvSpPr>
        <p:spPr>
          <a:xfrm>
            <a:off x="713325" y="1341725"/>
            <a:ext cx="6727800" cy="18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4" name="Google Shape;1044;p47"/>
          <p:cNvSpPr/>
          <p:nvPr/>
        </p:nvSpPr>
        <p:spPr>
          <a:xfrm rot="5400000">
            <a:off x="7161396" y="3161719"/>
            <a:ext cx="2049971" cy="191523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5" name="Google Shape;1045;p47"/>
          <p:cNvGrpSpPr/>
          <p:nvPr/>
        </p:nvGrpSpPr>
        <p:grpSpPr>
          <a:xfrm>
            <a:off x="245555" y="2275570"/>
            <a:ext cx="270226" cy="1358031"/>
            <a:chOff x="245555" y="2275570"/>
            <a:chExt cx="270226" cy="1358031"/>
          </a:xfrm>
        </p:grpSpPr>
        <p:grpSp>
          <p:nvGrpSpPr>
            <p:cNvPr id="1046" name="Google Shape;1046;p47"/>
            <p:cNvGrpSpPr/>
            <p:nvPr/>
          </p:nvGrpSpPr>
          <p:grpSpPr>
            <a:xfrm>
              <a:off x="415098" y="3514579"/>
              <a:ext cx="100683" cy="119022"/>
              <a:chOff x="6497095" y="450085"/>
              <a:chExt cx="40542" cy="47927"/>
            </a:xfrm>
          </p:grpSpPr>
          <p:grpSp>
            <p:nvGrpSpPr>
              <p:cNvPr id="1047" name="Google Shape;1047;p47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048" name="Google Shape;1048;p47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47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50" name="Google Shape;1050;p47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47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2" name="Google Shape;1052;p47"/>
            <p:cNvGrpSpPr/>
            <p:nvPr/>
          </p:nvGrpSpPr>
          <p:grpSpPr>
            <a:xfrm>
              <a:off x="346484" y="2275570"/>
              <a:ext cx="100795" cy="118936"/>
              <a:chOff x="6702665" y="517851"/>
              <a:chExt cx="40588" cy="47892"/>
            </a:xfrm>
          </p:grpSpPr>
          <p:sp>
            <p:nvSpPr>
              <p:cNvPr id="1053" name="Google Shape;1053;p47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47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5" name="Google Shape;1055;p47"/>
            <p:cNvGrpSpPr/>
            <p:nvPr/>
          </p:nvGrpSpPr>
          <p:grpSpPr>
            <a:xfrm>
              <a:off x="245555" y="2848483"/>
              <a:ext cx="100908" cy="118909"/>
              <a:chOff x="6555868" y="600606"/>
              <a:chExt cx="40633" cy="47882"/>
            </a:xfrm>
          </p:grpSpPr>
          <p:sp>
            <p:nvSpPr>
              <p:cNvPr id="1056" name="Google Shape;1056;p47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47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58" name="Google Shape;1058;p47"/>
          <p:cNvSpPr/>
          <p:nvPr/>
        </p:nvSpPr>
        <p:spPr>
          <a:xfrm rot="-5400000">
            <a:off x="8082547" y="176788"/>
            <a:ext cx="1238720" cy="885154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061" name="Google Shape;1061;p48"/>
          <p:cNvGrpSpPr/>
          <p:nvPr/>
        </p:nvGrpSpPr>
        <p:grpSpPr>
          <a:xfrm>
            <a:off x="85521" y="1930695"/>
            <a:ext cx="8975448" cy="2787756"/>
            <a:chOff x="85521" y="1930695"/>
            <a:chExt cx="8975448" cy="2787756"/>
          </a:xfrm>
        </p:grpSpPr>
        <p:grpSp>
          <p:nvGrpSpPr>
            <p:cNvPr id="1062" name="Google Shape;1062;p48"/>
            <p:cNvGrpSpPr/>
            <p:nvPr/>
          </p:nvGrpSpPr>
          <p:grpSpPr>
            <a:xfrm>
              <a:off x="8859373" y="4599429"/>
              <a:ext cx="100683" cy="119022"/>
              <a:chOff x="6497095" y="450085"/>
              <a:chExt cx="40542" cy="47927"/>
            </a:xfrm>
          </p:grpSpPr>
          <p:grpSp>
            <p:nvGrpSpPr>
              <p:cNvPr id="1063" name="Google Shape;1063;p48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064" name="Google Shape;1064;p4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48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6" name="Google Shape;1066;p48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48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8" name="Google Shape;1068;p48"/>
            <p:cNvGrpSpPr/>
            <p:nvPr/>
          </p:nvGrpSpPr>
          <p:grpSpPr>
            <a:xfrm>
              <a:off x="8960061" y="3929226"/>
              <a:ext cx="100908" cy="118909"/>
              <a:chOff x="6395264" y="541833"/>
              <a:chExt cx="40633" cy="47882"/>
            </a:xfrm>
          </p:grpSpPr>
          <p:sp>
            <p:nvSpPr>
              <p:cNvPr id="1069" name="Google Shape;1069;p48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48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1" name="Google Shape;1071;p48"/>
            <p:cNvGrpSpPr/>
            <p:nvPr/>
          </p:nvGrpSpPr>
          <p:grpSpPr>
            <a:xfrm>
              <a:off x="346484" y="3753382"/>
              <a:ext cx="100795" cy="118936"/>
              <a:chOff x="6702665" y="517851"/>
              <a:chExt cx="40588" cy="47892"/>
            </a:xfrm>
          </p:grpSpPr>
          <p:sp>
            <p:nvSpPr>
              <p:cNvPr id="1072" name="Google Shape;1072;p48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48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4" name="Google Shape;1074;p48"/>
            <p:cNvGrpSpPr/>
            <p:nvPr/>
          </p:nvGrpSpPr>
          <p:grpSpPr>
            <a:xfrm>
              <a:off x="215125" y="4177372"/>
              <a:ext cx="100795" cy="118797"/>
              <a:chOff x="6585891" y="729779"/>
              <a:chExt cx="40588" cy="47836"/>
            </a:xfrm>
          </p:grpSpPr>
          <p:sp>
            <p:nvSpPr>
              <p:cNvPr id="1075" name="Google Shape;1075;p48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48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7" name="Google Shape;1077;p48"/>
            <p:cNvGrpSpPr/>
            <p:nvPr/>
          </p:nvGrpSpPr>
          <p:grpSpPr>
            <a:xfrm>
              <a:off x="8657655" y="4349095"/>
              <a:ext cx="100908" cy="118909"/>
              <a:chOff x="6555868" y="600606"/>
              <a:chExt cx="40633" cy="47882"/>
            </a:xfrm>
          </p:grpSpPr>
          <p:sp>
            <p:nvSpPr>
              <p:cNvPr id="1078" name="Google Shape;1078;p48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48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0" name="Google Shape;1080;p48"/>
            <p:cNvGrpSpPr/>
            <p:nvPr/>
          </p:nvGrpSpPr>
          <p:grpSpPr>
            <a:xfrm>
              <a:off x="188939" y="3372808"/>
              <a:ext cx="100795" cy="118795"/>
              <a:chOff x="6857364" y="533158"/>
              <a:chExt cx="40588" cy="47836"/>
            </a:xfrm>
          </p:grpSpPr>
          <p:sp>
            <p:nvSpPr>
              <p:cNvPr id="1081" name="Google Shape;1081;p48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48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3" name="Google Shape;1083;p48"/>
            <p:cNvGrpSpPr/>
            <p:nvPr/>
          </p:nvGrpSpPr>
          <p:grpSpPr>
            <a:xfrm>
              <a:off x="250507" y="1930695"/>
              <a:ext cx="100797" cy="119022"/>
              <a:chOff x="6344757" y="429555"/>
              <a:chExt cx="40588" cy="47927"/>
            </a:xfrm>
          </p:grpSpPr>
          <p:grpSp>
            <p:nvGrpSpPr>
              <p:cNvPr id="1084" name="Google Shape;1084;p48"/>
              <p:cNvGrpSpPr/>
              <p:nvPr/>
            </p:nvGrpSpPr>
            <p:grpSpPr>
              <a:xfrm>
                <a:off x="6354523" y="429555"/>
                <a:ext cx="18758" cy="10719"/>
                <a:chOff x="362377" y="2875388"/>
                <a:chExt cx="28512" cy="16292"/>
              </a:xfrm>
            </p:grpSpPr>
            <p:sp>
              <p:nvSpPr>
                <p:cNvPr id="1085" name="Google Shape;1085;p48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48"/>
                <p:cNvSpPr/>
                <p:nvPr/>
              </p:nvSpPr>
              <p:spPr>
                <a:xfrm>
                  <a:off x="362377" y="2875388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87" name="Google Shape;1087;p48"/>
              <p:cNvSpPr/>
              <p:nvPr/>
            </p:nvSpPr>
            <p:spPr>
              <a:xfrm>
                <a:off x="6357021" y="42964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7" y="20435"/>
                    </a:cubicBezTo>
                    <a:cubicBezTo>
                      <a:pt x="36037" y="20435"/>
                      <a:pt x="36037" y="20435"/>
                      <a:pt x="36037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0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48"/>
              <p:cNvSpPr/>
              <p:nvPr/>
            </p:nvSpPr>
            <p:spPr>
              <a:xfrm>
                <a:off x="6344757" y="43918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4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9" name="Google Shape;1089;p48"/>
            <p:cNvGrpSpPr/>
            <p:nvPr/>
          </p:nvGrpSpPr>
          <p:grpSpPr>
            <a:xfrm>
              <a:off x="8491801" y="3199524"/>
              <a:ext cx="530483" cy="885469"/>
              <a:chOff x="6607664" y="3016661"/>
              <a:chExt cx="530483" cy="885469"/>
            </a:xfrm>
          </p:grpSpPr>
          <p:sp>
            <p:nvSpPr>
              <p:cNvPr id="1090" name="Google Shape;1090;p48"/>
              <p:cNvSpPr/>
              <p:nvPr/>
            </p:nvSpPr>
            <p:spPr>
              <a:xfrm>
                <a:off x="6879909" y="3016661"/>
                <a:ext cx="203584" cy="237695"/>
              </a:xfrm>
              <a:custGeom>
                <a:rect b="b" l="l" r="r" t="t"/>
                <a:pathLst>
                  <a:path extrusionOk="0" h="361513" w="309633">
                    <a:moveTo>
                      <a:pt x="268004" y="63565"/>
                    </a:moveTo>
                    <a:lnTo>
                      <a:pt x="268004" y="63565"/>
                    </a:lnTo>
                    <a:cubicBezTo>
                      <a:pt x="268004" y="63565"/>
                      <a:pt x="177634" y="10820"/>
                      <a:pt x="177634" y="10820"/>
                    </a:cubicBezTo>
                    <a:cubicBezTo>
                      <a:pt x="174113" y="8128"/>
                      <a:pt x="170316" y="5919"/>
                      <a:pt x="166312" y="4193"/>
                    </a:cubicBezTo>
                    <a:lnTo>
                      <a:pt x="166312" y="4193"/>
                    </a:lnTo>
                    <a:cubicBezTo>
                      <a:pt x="166312" y="4193"/>
                      <a:pt x="166312" y="4193"/>
                      <a:pt x="166312" y="4193"/>
                    </a:cubicBezTo>
                    <a:cubicBezTo>
                      <a:pt x="148914" y="-3194"/>
                      <a:pt x="127374" y="-1054"/>
                      <a:pt x="103971" y="12477"/>
                    </a:cubicBezTo>
                    <a:cubicBezTo>
                      <a:pt x="46600" y="45615"/>
                      <a:pt x="0" y="134535"/>
                      <a:pt x="0" y="211098"/>
                    </a:cubicBezTo>
                    <a:cubicBezTo>
                      <a:pt x="0" y="251899"/>
                      <a:pt x="13255" y="280964"/>
                      <a:pt x="34312" y="294150"/>
                    </a:cubicBezTo>
                    <a:lnTo>
                      <a:pt x="34312" y="294150"/>
                    </a:lnTo>
                    <a:cubicBezTo>
                      <a:pt x="34312" y="294150"/>
                      <a:pt x="36176" y="295254"/>
                      <a:pt x="36176" y="295254"/>
                    </a:cubicBezTo>
                    <a:cubicBezTo>
                      <a:pt x="36728" y="295600"/>
                      <a:pt x="37280" y="295945"/>
                      <a:pt x="37833" y="296221"/>
                    </a:cubicBezTo>
                    <a:lnTo>
                      <a:pt x="130688" y="349656"/>
                    </a:lnTo>
                    <a:lnTo>
                      <a:pt x="130688" y="349656"/>
                    </a:lnTo>
                    <a:cubicBezTo>
                      <a:pt x="149604" y="365051"/>
                      <a:pt x="176184" y="366087"/>
                      <a:pt x="205663" y="349034"/>
                    </a:cubicBezTo>
                    <a:cubicBezTo>
                      <a:pt x="263033" y="315897"/>
                      <a:pt x="309633" y="226976"/>
                      <a:pt x="309633" y="150414"/>
                    </a:cubicBezTo>
                    <a:cubicBezTo>
                      <a:pt x="309633" y="104987"/>
                      <a:pt x="293271" y="74197"/>
                      <a:pt x="267934" y="6349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48"/>
              <p:cNvSpPr/>
              <p:nvPr/>
            </p:nvSpPr>
            <p:spPr>
              <a:xfrm rot="-4016666">
                <a:off x="6910203" y="3095766"/>
                <a:ext cx="209808" cy="118749"/>
              </a:xfrm>
              <a:custGeom>
                <a:rect b="b" l="l" r="r" t="t"/>
                <a:pathLst>
                  <a:path extrusionOk="0" h="180601" w="319090">
                    <a:moveTo>
                      <a:pt x="319091" y="90301"/>
                    </a:moveTo>
                    <a:cubicBezTo>
                      <a:pt x="319091" y="140173"/>
                      <a:pt x="247660" y="180602"/>
                      <a:pt x="159545" y="180602"/>
                    </a:cubicBezTo>
                    <a:cubicBezTo>
                      <a:pt x="71431" y="180602"/>
                      <a:pt x="0" y="140173"/>
                      <a:pt x="0" y="90301"/>
                    </a:cubicBezTo>
                    <a:cubicBezTo>
                      <a:pt x="0" y="40429"/>
                      <a:pt x="71431" y="0"/>
                      <a:pt x="159545" y="0"/>
                    </a:cubicBezTo>
                    <a:cubicBezTo>
                      <a:pt x="247660" y="0"/>
                      <a:pt x="319091" y="40429"/>
                      <a:pt x="319091" y="9030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48"/>
              <p:cNvSpPr/>
              <p:nvPr/>
            </p:nvSpPr>
            <p:spPr>
              <a:xfrm>
                <a:off x="6846162" y="3419022"/>
                <a:ext cx="13572" cy="336945"/>
              </a:xfrm>
              <a:custGeom>
                <a:rect b="b" l="l" r="r" t="t"/>
                <a:pathLst>
                  <a:path extrusionOk="0" h="512464" w="20642">
                    <a:moveTo>
                      <a:pt x="20642" y="500590"/>
                    </a:moveTo>
                    <a:lnTo>
                      <a:pt x="0" y="512464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50059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48"/>
              <p:cNvSpPr/>
              <p:nvPr/>
            </p:nvSpPr>
            <p:spPr>
              <a:xfrm>
                <a:off x="6932277" y="3369333"/>
                <a:ext cx="13527" cy="506984"/>
              </a:xfrm>
              <a:custGeom>
                <a:rect b="b" l="l" r="r" t="t"/>
                <a:pathLst>
                  <a:path extrusionOk="0" h="771078" w="20573">
                    <a:moveTo>
                      <a:pt x="20573" y="759204"/>
                    </a:moveTo>
                    <a:lnTo>
                      <a:pt x="0" y="771078"/>
                    </a:lnTo>
                    <a:lnTo>
                      <a:pt x="0" y="11874"/>
                    </a:lnTo>
                    <a:lnTo>
                      <a:pt x="20573" y="0"/>
                    </a:lnTo>
                    <a:lnTo>
                      <a:pt x="20573" y="75920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48"/>
              <p:cNvSpPr/>
              <p:nvPr/>
            </p:nvSpPr>
            <p:spPr>
              <a:xfrm>
                <a:off x="7010672" y="3324050"/>
                <a:ext cx="13572" cy="219198"/>
              </a:xfrm>
              <a:custGeom>
                <a:rect b="b" l="l" r="r" t="t"/>
                <a:pathLst>
                  <a:path extrusionOk="0" h="333381" w="20642">
                    <a:moveTo>
                      <a:pt x="20642" y="321507"/>
                    </a:moveTo>
                    <a:lnTo>
                      <a:pt x="0" y="333381"/>
                    </a:lnTo>
                    <a:lnTo>
                      <a:pt x="0" y="11874"/>
                    </a:lnTo>
                    <a:lnTo>
                      <a:pt x="20642" y="0"/>
                    </a:lnTo>
                    <a:lnTo>
                      <a:pt x="20642" y="32150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48"/>
              <p:cNvSpPr/>
              <p:nvPr/>
            </p:nvSpPr>
            <p:spPr>
              <a:xfrm>
                <a:off x="6882952" y="3793689"/>
                <a:ext cx="104764" cy="108441"/>
              </a:xfrm>
              <a:custGeom>
                <a:rect b="b" l="l" r="r" t="t"/>
                <a:pathLst>
                  <a:path extrusionOk="0" h="164930" w="159337">
                    <a:moveTo>
                      <a:pt x="79669" y="44736"/>
                    </a:moveTo>
                    <a:lnTo>
                      <a:pt x="0" y="89403"/>
                    </a:lnTo>
                    <a:lnTo>
                      <a:pt x="49776" y="127167"/>
                    </a:lnTo>
                    <a:lnTo>
                      <a:pt x="99621" y="164930"/>
                    </a:lnTo>
                    <a:lnTo>
                      <a:pt x="129445" y="82500"/>
                    </a:lnTo>
                    <a:lnTo>
                      <a:pt x="159338" y="0"/>
                    </a:lnTo>
                    <a:lnTo>
                      <a:pt x="79669" y="447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48"/>
              <p:cNvSpPr/>
              <p:nvPr/>
            </p:nvSpPr>
            <p:spPr>
              <a:xfrm>
                <a:off x="6607664" y="3095358"/>
                <a:ext cx="530406" cy="457055"/>
              </a:xfrm>
              <a:custGeom>
                <a:rect b="b" l="l" r="r" t="t"/>
                <a:pathLst>
                  <a:path extrusionOk="0" h="695141" w="806701">
                    <a:moveTo>
                      <a:pt x="739252" y="202422"/>
                    </a:moveTo>
                    <a:lnTo>
                      <a:pt x="739252" y="202422"/>
                    </a:lnTo>
                    <a:cubicBezTo>
                      <a:pt x="739252" y="202422"/>
                      <a:pt x="624512" y="135525"/>
                      <a:pt x="624512" y="135525"/>
                    </a:cubicBezTo>
                    <a:cubicBezTo>
                      <a:pt x="619196" y="130347"/>
                      <a:pt x="613466" y="125860"/>
                      <a:pt x="607322" y="122270"/>
                    </a:cubicBezTo>
                    <a:lnTo>
                      <a:pt x="607322" y="122270"/>
                    </a:lnTo>
                    <a:cubicBezTo>
                      <a:pt x="607322" y="122270"/>
                      <a:pt x="420300" y="14640"/>
                      <a:pt x="420300" y="14640"/>
                    </a:cubicBezTo>
                    <a:cubicBezTo>
                      <a:pt x="416640" y="12086"/>
                      <a:pt x="412775" y="9946"/>
                      <a:pt x="408839" y="8013"/>
                    </a:cubicBezTo>
                    <a:lnTo>
                      <a:pt x="408564" y="7875"/>
                    </a:lnTo>
                    <a:cubicBezTo>
                      <a:pt x="408564" y="7875"/>
                      <a:pt x="408564" y="7875"/>
                      <a:pt x="408564" y="7875"/>
                    </a:cubicBezTo>
                    <a:cubicBezTo>
                      <a:pt x="380603" y="-5242"/>
                      <a:pt x="345394" y="-2412"/>
                      <a:pt x="307147" y="19680"/>
                    </a:cubicBezTo>
                    <a:cubicBezTo>
                      <a:pt x="229342" y="64624"/>
                      <a:pt x="164171" y="174393"/>
                      <a:pt x="147118" y="281056"/>
                    </a:cubicBezTo>
                    <a:cubicBezTo>
                      <a:pt x="64481" y="340359"/>
                      <a:pt x="0" y="470770"/>
                      <a:pt x="0" y="584061"/>
                    </a:cubicBezTo>
                    <a:lnTo>
                      <a:pt x="192407" y="695142"/>
                    </a:lnTo>
                    <a:lnTo>
                      <a:pt x="806702" y="340428"/>
                    </a:lnTo>
                    <a:cubicBezTo>
                      <a:pt x="806702" y="267732"/>
                      <a:pt x="780122" y="218646"/>
                      <a:pt x="739252" y="2023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48"/>
              <p:cNvSpPr/>
              <p:nvPr/>
            </p:nvSpPr>
            <p:spPr>
              <a:xfrm>
                <a:off x="6734248" y="3168455"/>
                <a:ext cx="403898" cy="384048"/>
              </a:xfrm>
              <a:custGeom>
                <a:rect b="b" l="l" r="r" t="t"/>
                <a:pathLst>
                  <a:path extrusionOk="0" h="584104" w="614294">
                    <a:moveTo>
                      <a:pt x="467176" y="96287"/>
                    </a:moveTo>
                    <a:cubicBezTo>
                      <a:pt x="450123" y="9299"/>
                      <a:pt x="384952" y="-25219"/>
                      <a:pt x="307147" y="19724"/>
                    </a:cubicBezTo>
                    <a:cubicBezTo>
                      <a:pt x="229342" y="64667"/>
                      <a:pt x="164171" y="174437"/>
                      <a:pt x="147119" y="281099"/>
                    </a:cubicBezTo>
                    <a:cubicBezTo>
                      <a:pt x="64481" y="340403"/>
                      <a:pt x="0" y="470814"/>
                      <a:pt x="0" y="584105"/>
                    </a:cubicBezTo>
                    <a:lnTo>
                      <a:pt x="614294" y="229391"/>
                    </a:lnTo>
                    <a:cubicBezTo>
                      <a:pt x="614294" y="116100"/>
                      <a:pt x="549883" y="60111"/>
                      <a:pt x="467176" y="962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8" name="Google Shape;1098;p48"/>
            <p:cNvGrpSpPr/>
            <p:nvPr/>
          </p:nvGrpSpPr>
          <p:grpSpPr>
            <a:xfrm>
              <a:off x="85521" y="2282074"/>
              <a:ext cx="558277" cy="795947"/>
              <a:chOff x="8266146" y="3300274"/>
              <a:chExt cx="558277" cy="795947"/>
            </a:xfrm>
          </p:grpSpPr>
          <p:sp>
            <p:nvSpPr>
              <p:cNvPr id="1099" name="Google Shape;1099;p48"/>
              <p:cNvSpPr/>
              <p:nvPr/>
            </p:nvSpPr>
            <p:spPr>
              <a:xfrm>
                <a:off x="8388552" y="3555672"/>
                <a:ext cx="16432" cy="473575"/>
              </a:xfrm>
              <a:custGeom>
                <a:rect b="b" l="l" r="r" t="t"/>
                <a:pathLst>
                  <a:path extrusionOk="0" h="720266" w="24991">
                    <a:moveTo>
                      <a:pt x="0" y="705838"/>
                    </a:moveTo>
                    <a:lnTo>
                      <a:pt x="24991" y="720267"/>
                    </a:lnTo>
                    <a:lnTo>
                      <a:pt x="24991" y="14360"/>
                    </a:lnTo>
                    <a:lnTo>
                      <a:pt x="0" y="0"/>
                    </a:lnTo>
                    <a:lnTo>
                      <a:pt x="0" y="70583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48"/>
              <p:cNvSpPr/>
              <p:nvPr/>
            </p:nvSpPr>
            <p:spPr>
              <a:xfrm>
                <a:off x="8570640" y="3662318"/>
                <a:ext cx="16386" cy="433903"/>
              </a:xfrm>
              <a:custGeom>
                <a:rect b="b" l="l" r="r" t="t"/>
                <a:pathLst>
                  <a:path extrusionOk="0" h="659928" w="24922">
                    <a:moveTo>
                      <a:pt x="0" y="645499"/>
                    </a:moveTo>
                    <a:lnTo>
                      <a:pt x="24922" y="659928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6454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48"/>
              <p:cNvSpPr/>
              <p:nvPr/>
            </p:nvSpPr>
            <p:spPr>
              <a:xfrm>
                <a:off x="8488567" y="3746390"/>
                <a:ext cx="16386" cy="319923"/>
              </a:xfrm>
              <a:custGeom>
                <a:rect b="b" l="l" r="r" t="t"/>
                <a:pathLst>
                  <a:path extrusionOk="0" h="486575" w="24922">
                    <a:moveTo>
                      <a:pt x="0" y="472147"/>
                    </a:moveTo>
                    <a:lnTo>
                      <a:pt x="24922" y="486575"/>
                    </a:lnTo>
                    <a:lnTo>
                      <a:pt x="24922" y="14429"/>
                    </a:lnTo>
                    <a:lnTo>
                      <a:pt x="0" y="0"/>
                    </a:lnTo>
                    <a:lnTo>
                      <a:pt x="0" y="47214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48"/>
              <p:cNvSpPr/>
              <p:nvPr/>
            </p:nvSpPr>
            <p:spPr>
              <a:xfrm>
                <a:off x="8450187" y="3668087"/>
                <a:ext cx="93099" cy="150565"/>
              </a:xfrm>
              <a:custGeom>
                <a:rect b="b" l="l" r="r" t="t"/>
                <a:pathLst>
                  <a:path extrusionOk="0" h="228996" w="141595">
                    <a:moveTo>
                      <a:pt x="70832" y="181154"/>
                    </a:moveTo>
                    <a:lnTo>
                      <a:pt x="141596" y="228997"/>
                    </a:lnTo>
                    <a:lnTo>
                      <a:pt x="99483" y="114533"/>
                    </a:lnTo>
                    <a:lnTo>
                      <a:pt x="57440" y="0"/>
                    </a:lnTo>
                    <a:lnTo>
                      <a:pt x="28720" y="66690"/>
                    </a:lnTo>
                    <a:lnTo>
                      <a:pt x="0" y="133380"/>
                    </a:lnTo>
                    <a:lnTo>
                      <a:pt x="70832" y="18115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48"/>
              <p:cNvSpPr/>
              <p:nvPr/>
            </p:nvSpPr>
            <p:spPr>
              <a:xfrm>
                <a:off x="8266146" y="3300274"/>
                <a:ext cx="558277" cy="460824"/>
              </a:xfrm>
              <a:custGeom>
                <a:rect b="b" l="l" r="r" t="t"/>
                <a:pathLst>
                  <a:path extrusionOk="0" h="700873" w="849090">
                    <a:moveTo>
                      <a:pt x="682987" y="291068"/>
                    </a:moveTo>
                    <a:cubicBezTo>
                      <a:pt x="666211" y="180746"/>
                      <a:pt x="598968" y="66558"/>
                      <a:pt x="518402" y="20096"/>
                    </a:cubicBezTo>
                    <a:cubicBezTo>
                      <a:pt x="475737" y="-4550"/>
                      <a:pt x="436869" y="-5655"/>
                      <a:pt x="407183" y="12019"/>
                    </a:cubicBezTo>
                    <a:lnTo>
                      <a:pt x="407045" y="11881"/>
                    </a:lnTo>
                    <a:lnTo>
                      <a:pt x="287541" y="82023"/>
                    </a:lnTo>
                    <a:cubicBezTo>
                      <a:pt x="271179" y="82230"/>
                      <a:pt x="256198" y="86579"/>
                      <a:pt x="243081" y="94795"/>
                    </a:cubicBezTo>
                    <a:lnTo>
                      <a:pt x="243081" y="94795"/>
                    </a:lnTo>
                    <a:cubicBezTo>
                      <a:pt x="243081" y="94795"/>
                      <a:pt x="58820" y="201112"/>
                      <a:pt x="58820" y="201112"/>
                    </a:cubicBezTo>
                    <a:cubicBezTo>
                      <a:pt x="58682" y="201112"/>
                      <a:pt x="58613" y="201250"/>
                      <a:pt x="58475" y="201319"/>
                    </a:cubicBezTo>
                    <a:lnTo>
                      <a:pt x="57715" y="201733"/>
                    </a:lnTo>
                    <a:lnTo>
                      <a:pt x="57715" y="201733"/>
                    </a:lnTo>
                    <a:cubicBezTo>
                      <a:pt x="25406" y="220374"/>
                      <a:pt x="3866" y="261244"/>
                      <a:pt x="0" y="319097"/>
                    </a:cubicBezTo>
                    <a:lnTo>
                      <a:pt x="661240" y="700874"/>
                    </a:lnTo>
                    <a:lnTo>
                      <a:pt x="849091" y="592416"/>
                    </a:lnTo>
                    <a:cubicBezTo>
                      <a:pt x="841773" y="473879"/>
                      <a:pt x="770458" y="342846"/>
                      <a:pt x="683056" y="2911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48"/>
              <p:cNvSpPr/>
              <p:nvPr/>
            </p:nvSpPr>
            <p:spPr>
              <a:xfrm>
                <a:off x="8266146" y="3371539"/>
                <a:ext cx="434765" cy="389602"/>
              </a:xfrm>
              <a:custGeom>
                <a:rect b="b" l="l" r="r" t="t"/>
                <a:pathLst>
                  <a:path extrusionOk="0" h="592550" w="661240">
                    <a:moveTo>
                      <a:pt x="661240" y="592482"/>
                    </a:moveTo>
                    <a:cubicBezTo>
                      <a:pt x="653923" y="473945"/>
                      <a:pt x="582607" y="342912"/>
                      <a:pt x="495206" y="291203"/>
                    </a:cubicBezTo>
                    <a:cubicBezTo>
                      <a:pt x="478429" y="180881"/>
                      <a:pt x="411187" y="66693"/>
                      <a:pt x="330620" y="20231"/>
                    </a:cubicBezTo>
                    <a:cubicBezTo>
                      <a:pt x="250054" y="-26300"/>
                      <a:pt x="182812" y="10221"/>
                      <a:pt x="166035" y="101212"/>
                    </a:cubicBezTo>
                    <a:cubicBezTo>
                      <a:pt x="78634" y="52057"/>
                      <a:pt x="7318" y="100729"/>
                      <a:pt x="0" y="210774"/>
                    </a:cubicBezTo>
                    <a:lnTo>
                      <a:pt x="661240" y="59255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5" name="Google Shape;1105;p48"/>
          <p:cNvSpPr/>
          <p:nvPr/>
        </p:nvSpPr>
        <p:spPr>
          <a:xfrm>
            <a:off x="8108625" y="0"/>
            <a:ext cx="1034937" cy="626015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8"/>
          <p:cNvSpPr/>
          <p:nvPr/>
        </p:nvSpPr>
        <p:spPr>
          <a:xfrm rot="10800000">
            <a:off x="152" y="89"/>
            <a:ext cx="1637550" cy="79007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9"/>
          <p:cNvSpPr txBox="1"/>
          <p:nvPr>
            <p:ph hasCustomPrompt="1" type="title"/>
          </p:nvPr>
        </p:nvSpPr>
        <p:spPr>
          <a:xfrm>
            <a:off x="5477425" y="1010763"/>
            <a:ext cx="15465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09" name="Google Shape;1109;p49"/>
          <p:cNvSpPr txBox="1"/>
          <p:nvPr>
            <p:ph idx="1" type="subTitle"/>
          </p:nvPr>
        </p:nvSpPr>
        <p:spPr>
          <a:xfrm rot="237">
            <a:off x="4070562" y="3674475"/>
            <a:ext cx="43602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0" name="Google Shape;1110;p49"/>
          <p:cNvSpPr txBox="1"/>
          <p:nvPr>
            <p:ph idx="2" type="title"/>
          </p:nvPr>
        </p:nvSpPr>
        <p:spPr>
          <a:xfrm>
            <a:off x="4070338" y="2120413"/>
            <a:ext cx="4360200" cy="146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111" name="Google Shape;1111;p49"/>
          <p:cNvGrpSpPr/>
          <p:nvPr/>
        </p:nvGrpSpPr>
        <p:grpSpPr>
          <a:xfrm>
            <a:off x="9" y="-4"/>
            <a:ext cx="9144139" cy="5138992"/>
            <a:chOff x="9" y="-4"/>
            <a:chExt cx="9144139" cy="5138992"/>
          </a:xfrm>
        </p:grpSpPr>
        <p:sp>
          <p:nvSpPr>
            <p:cNvPr id="1112" name="Google Shape;1112;p49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9"/>
            <p:cNvSpPr/>
            <p:nvPr/>
          </p:nvSpPr>
          <p:spPr>
            <a:xfrm>
              <a:off x="6849702" y="4031981"/>
              <a:ext cx="2294447" cy="110700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MAIN_POINT_1"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50"/>
          <p:cNvSpPr txBox="1"/>
          <p:nvPr>
            <p:ph type="title"/>
          </p:nvPr>
        </p:nvSpPr>
        <p:spPr>
          <a:xfrm>
            <a:off x="713225" y="592100"/>
            <a:ext cx="49560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16" name="Google Shape;1116;p50"/>
          <p:cNvSpPr txBox="1"/>
          <p:nvPr>
            <p:ph idx="1" type="subTitle"/>
          </p:nvPr>
        </p:nvSpPr>
        <p:spPr>
          <a:xfrm>
            <a:off x="713225" y="3294100"/>
            <a:ext cx="4956000" cy="12573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7" name="Google Shape;1117;p50"/>
          <p:cNvSpPr/>
          <p:nvPr/>
        </p:nvSpPr>
        <p:spPr>
          <a:xfrm>
            <a:off x="6954052" y="4082341"/>
            <a:ext cx="2188874" cy="1056072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_2"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51"/>
          <p:cNvSpPr txBox="1"/>
          <p:nvPr>
            <p:ph idx="1" type="subTitle"/>
          </p:nvPr>
        </p:nvSpPr>
        <p:spPr>
          <a:xfrm>
            <a:off x="972875" y="2609900"/>
            <a:ext cx="30684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0" name="Google Shape;1120;p51"/>
          <p:cNvSpPr txBox="1"/>
          <p:nvPr>
            <p:ph type="title"/>
          </p:nvPr>
        </p:nvSpPr>
        <p:spPr>
          <a:xfrm>
            <a:off x="972875" y="1414600"/>
            <a:ext cx="30684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121" name="Google Shape;1121;p51"/>
          <p:cNvGrpSpPr/>
          <p:nvPr/>
        </p:nvGrpSpPr>
        <p:grpSpPr>
          <a:xfrm>
            <a:off x="8634723" y="3508354"/>
            <a:ext cx="100683" cy="119022"/>
            <a:chOff x="6497095" y="450085"/>
            <a:chExt cx="40542" cy="47927"/>
          </a:xfrm>
        </p:grpSpPr>
        <p:grpSp>
          <p:nvGrpSpPr>
            <p:cNvPr id="1122" name="Google Shape;1122;p51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1123" name="Google Shape;1123;p51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51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5" name="Google Shape;1125;p51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1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7" name="Google Shape;1127;p51"/>
          <p:cNvGrpSpPr/>
          <p:nvPr/>
        </p:nvGrpSpPr>
        <p:grpSpPr>
          <a:xfrm>
            <a:off x="8768255" y="2910733"/>
            <a:ext cx="100908" cy="118909"/>
            <a:chOff x="6555868" y="600606"/>
            <a:chExt cx="40633" cy="47882"/>
          </a:xfrm>
        </p:grpSpPr>
        <p:sp>
          <p:nvSpPr>
            <p:cNvPr id="1128" name="Google Shape;1128;p51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51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51"/>
          <p:cNvGrpSpPr/>
          <p:nvPr/>
        </p:nvGrpSpPr>
        <p:grpSpPr>
          <a:xfrm>
            <a:off x="8390039" y="1167711"/>
            <a:ext cx="530483" cy="885469"/>
            <a:chOff x="6607664" y="3016661"/>
            <a:chExt cx="530483" cy="885469"/>
          </a:xfrm>
        </p:grpSpPr>
        <p:sp>
          <p:nvSpPr>
            <p:cNvPr id="1131" name="Google Shape;1131;p51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1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51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51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51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1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1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1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51"/>
          <p:cNvGrpSpPr/>
          <p:nvPr/>
        </p:nvGrpSpPr>
        <p:grpSpPr>
          <a:xfrm>
            <a:off x="9" y="-4"/>
            <a:ext cx="9144687" cy="5139270"/>
            <a:chOff x="9" y="-4"/>
            <a:chExt cx="9144687" cy="5139270"/>
          </a:xfrm>
        </p:grpSpPr>
        <p:sp>
          <p:nvSpPr>
            <p:cNvPr id="1140" name="Google Shape;1140;p51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1"/>
            <p:cNvSpPr/>
            <p:nvPr/>
          </p:nvSpPr>
          <p:spPr>
            <a:xfrm>
              <a:off x="7103624" y="4154504"/>
              <a:ext cx="2041072" cy="984762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BLANK_1_2_2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52"/>
          <p:cNvSpPr txBox="1"/>
          <p:nvPr>
            <p:ph idx="1" type="subTitle"/>
          </p:nvPr>
        </p:nvSpPr>
        <p:spPr>
          <a:xfrm>
            <a:off x="5288275" y="2609850"/>
            <a:ext cx="2697300" cy="1119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4" name="Google Shape;1144;p52"/>
          <p:cNvSpPr txBox="1"/>
          <p:nvPr>
            <p:ph type="title"/>
          </p:nvPr>
        </p:nvSpPr>
        <p:spPr>
          <a:xfrm>
            <a:off x="5288275" y="1414650"/>
            <a:ext cx="2697300" cy="111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145" name="Google Shape;1145;p52"/>
          <p:cNvGrpSpPr/>
          <p:nvPr/>
        </p:nvGrpSpPr>
        <p:grpSpPr>
          <a:xfrm>
            <a:off x="-1058" y="-4"/>
            <a:ext cx="9145049" cy="5144018"/>
            <a:chOff x="-1058" y="-4"/>
            <a:chExt cx="9145049" cy="5144018"/>
          </a:xfrm>
        </p:grpSpPr>
        <p:sp>
          <p:nvSpPr>
            <p:cNvPr id="1146" name="Google Shape;1146;p52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52"/>
            <p:cNvSpPr/>
            <p:nvPr/>
          </p:nvSpPr>
          <p:spPr>
            <a:xfrm flipH="1">
              <a:off x="-1058" y="4298477"/>
              <a:ext cx="1752507" cy="84553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BLANK_1_2_1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3"/>
          <p:cNvSpPr txBox="1"/>
          <p:nvPr>
            <p:ph idx="1" type="subTitle"/>
          </p:nvPr>
        </p:nvSpPr>
        <p:spPr>
          <a:xfrm>
            <a:off x="713250" y="2994425"/>
            <a:ext cx="3852000" cy="941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53"/>
          <p:cNvSpPr txBox="1"/>
          <p:nvPr>
            <p:ph type="title"/>
          </p:nvPr>
        </p:nvSpPr>
        <p:spPr>
          <a:xfrm>
            <a:off x="713225" y="1207975"/>
            <a:ext cx="38520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51" name="Google Shape;1151;p53"/>
          <p:cNvSpPr/>
          <p:nvPr>
            <p:ph idx="2" type="pic"/>
          </p:nvPr>
        </p:nvSpPr>
        <p:spPr>
          <a:xfrm>
            <a:off x="5179200" y="0"/>
            <a:ext cx="396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52" name="Google Shape;1152;p53"/>
          <p:cNvGrpSpPr/>
          <p:nvPr/>
        </p:nvGrpSpPr>
        <p:grpSpPr>
          <a:xfrm>
            <a:off x="-1" y="0"/>
            <a:ext cx="1906783" cy="5143055"/>
            <a:chOff x="9" y="-4"/>
            <a:chExt cx="1751431" cy="5143055"/>
          </a:xfrm>
        </p:grpSpPr>
        <p:sp>
          <p:nvSpPr>
            <p:cNvPr id="1153" name="Google Shape;1153;p53"/>
            <p:cNvSpPr/>
            <p:nvPr/>
          </p:nvSpPr>
          <p:spPr>
            <a:xfrm flipH="1">
              <a:off x="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53"/>
            <p:cNvSpPr/>
            <p:nvPr/>
          </p:nvSpPr>
          <p:spPr>
            <a:xfrm rot="5400000">
              <a:off x="-453881" y="3842290"/>
              <a:ext cx="1754853" cy="846669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55" name="Google Shape;1155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103" y="4866526"/>
            <a:ext cx="720000" cy="22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58" name="Google Shape;1158;p54"/>
          <p:cNvSpPr txBox="1"/>
          <p:nvPr>
            <p:ph idx="1" type="body"/>
          </p:nvPr>
        </p:nvSpPr>
        <p:spPr>
          <a:xfrm>
            <a:off x="720000" y="1174500"/>
            <a:ext cx="3786900" cy="17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1_1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5"/>
          <p:cNvSpPr txBox="1"/>
          <p:nvPr>
            <p:ph idx="1" type="body"/>
          </p:nvPr>
        </p:nvSpPr>
        <p:spPr>
          <a:xfrm>
            <a:off x="720000" y="1174500"/>
            <a:ext cx="38520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1" name="Google Shape;1161;p55"/>
          <p:cNvSpPr txBox="1"/>
          <p:nvPr>
            <p:ph idx="2" type="body"/>
          </p:nvPr>
        </p:nvSpPr>
        <p:spPr>
          <a:xfrm>
            <a:off x="4670700" y="1174500"/>
            <a:ext cx="3753300" cy="34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2" name="Google Shape;1162;p55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163" name="Google Shape;1163;p55"/>
          <p:cNvSpPr/>
          <p:nvPr/>
        </p:nvSpPr>
        <p:spPr>
          <a:xfrm rot="5400000">
            <a:off x="7562400" y="3557339"/>
            <a:ext cx="1635333" cy="1527849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2_1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6"/>
          <p:cNvSpPr txBox="1"/>
          <p:nvPr>
            <p:ph idx="1" type="subTitle"/>
          </p:nvPr>
        </p:nvSpPr>
        <p:spPr>
          <a:xfrm>
            <a:off x="899524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p56"/>
          <p:cNvSpPr txBox="1"/>
          <p:nvPr>
            <p:ph idx="2" type="subTitle"/>
          </p:nvPr>
        </p:nvSpPr>
        <p:spPr>
          <a:xfrm>
            <a:off x="4839176" y="1773550"/>
            <a:ext cx="3405300" cy="21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56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168" name="Google Shape;1168;p56"/>
          <p:cNvGrpSpPr/>
          <p:nvPr/>
        </p:nvGrpSpPr>
        <p:grpSpPr>
          <a:xfrm>
            <a:off x="756" y="890413"/>
            <a:ext cx="9013230" cy="4248168"/>
            <a:chOff x="756" y="890413"/>
            <a:chExt cx="9013230" cy="4248168"/>
          </a:xfrm>
        </p:grpSpPr>
        <p:grpSp>
          <p:nvGrpSpPr>
            <p:cNvPr id="1169" name="Google Shape;1169;p56"/>
            <p:cNvGrpSpPr/>
            <p:nvPr/>
          </p:nvGrpSpPr>
          <p:grpSpPr>
            <a:xfrm>
              <a:off x="190195" y="890413"/>
              <a:ext cx="8823791" cy="3368743"/>
              <a:chOff x="190195" y="890413"/>
              <a:chExt cx="8823791" cy="3368743"/>
            </a:xfrm>
          </p:grpSpPr>
          <p:grpSp>
            <p:nvGrpSpPr>
              <p:cNvPr id="1170" name="Google Shape;1170;p56"/>
              <p:cNvGrpSpPr/>
              <p:nvPr/>
            </p:nvGrpSpPr>
            <p:grpSpPr>
              <a:xfrm>
                <a:off x="7847563" y="890413"/>
                <a:ext cx="1166423" cy="1150735"/>
                <a:chOff x="1696317" y="2564513"/>
                <a:chExt cx="1139530" cy="1124204"/>
              </a:xfrm>
            </p:grpSpPr>
            <p:grpSp>
              <p:nvGrpSpPr>
                <p:cNvPr id="1171" name="Google Shape;1171;p56"/>
                <p:cNvGrpSpPr/>
                <p:nvPr/>
              </p:nvGrpSpPr>
              <p:grpSpPr>
                <a:xfrm>
                  <a:off x="1998286" y="2564513"/>
                  <a:ext cx="832107" cy="635488"/>
                  <a:chOff x="1998286" y="2564513"/>
                  <a:chExt cx="832107" cy="635488"/>
                </a:xfrm>
              </p:grpSpPr>
              <p:grpSp>
                <p:nvGrpSpPr>
                  <p:cNvPr id="1172" name="Google Shape;1172;p56"/>
                  <p:cNvGrpSpPr/>
                  <p:nvPr/>
                </p:nvGrpSpPr>
                <p:grpSpPr>
                  <a:xfrm>
                    <a:off x="2023209" y="2564513"/>
                    <a:ext cx="807184" cy="635282"/>
                    <a:chOff x="2023209" y="2564513"/>
                    <a:chExt cx="807184" cy="635282"/>
                  </a:xfrm>
                </p:grpSpPr>
                <p:sp>
                  <p:nvSpPr>
                    <p:cNvPr id="1173" name="Google Shape;1173;p56"/>
                    <p:cNvSpPr/>
                    <p:nvPr/>
                  </p:nvSpPr>
                  <p:spPr>
                    <a:xfrm>
                      <a:off x="2023209" y="2651826"/>
                      <a:ext cx="190888" cy="95636"/>
                    </a:xfrm>
                    <a:custGeom>
                      <a:rect b="b" l="l" r="r" t="t"/>
                      <a:pathLst>
                        <a:path extrusionOk="0" h="95636" w="190888">
                          <a:moveTo>
                            <a:pt x="85054" y="77341"/>
                          </a:moveTo>
                          <a:cubicBezTo>
                            <a:pt x="85054" y="77341"/>
                            <a:pt x="85675" y="77824"/>
                            <a:pt x="86021" y="78101"/>
                          </a:cubicBezTo>
                          <a:cubicBezTo>
                            <a:pt x="88989" y="80517"/>
                            <a:pt x="91958" y="83071"/>
                            <a:pt x="94788" y="85764"/>
                          </a:cubicBezTo>
                          <a:cubicBezTo>
                            <a:pt x="95133" y="86040"/>
                            <a:pt x="95410" y="86385"/>
                            <a:pt x="95755" y="86661"/>
                          </a:cubicBezTo>
                          <a:cubicBezTo>
                            <a:pt x="98792" y="89561"/>
                            <a:pt x="101830" y="92529"/>
                            <a:pt x="104730" y="95636"/>
                          </a:cubicBezTo>
                          <a:lnTo>
                            <a:pt x="190888" y="45584"/>
                          </a:lnTo>
                          <a:cubicBezTo>
                            <a:pt x="189784" y="44410"/>
                            <a:pt x="188679" y="43237"/>
                            <a:pt x="187506" y="42063"/>
                          </a:cubicBezTo>
                          <a:cubicBezTo>
                            <a:pt x="186194" y="40682"/>
                            <a:pt x="184813" y="39371"/>
                            <a:pt x="183432" y="38059"/>
                          </a:cubicBezTo>
                          <a:cubicBezTo>
                            <a:pt x="182949" y="37576"/>
                            <a:pt x="182397" y="37092"/>
                            <a:pt x="181914" y="36609"/>
                          </a:cubicBezTo>
                          <a:cubicBezTo>
                            <a:pt x="181568" y="36333"/>
                            <a:pt x="181292" y="35988"/>
                            <a:pt x="180947" y="35712"/>
                          </a:cubicBezTo>
                          <a:cubicBezTo>
                            <a:pt x="180326" y="35159"/>
                            <a:pt x="179773" y="34607"/>
                            <a:pt x="179152" y="34055"/>
                          </a:cubicBezTo>
                          <a:cubicBezTo>
                            <a:pt x="177702" y="32743"/>
                            <a:pt x="176183" y="31431"/>
                            <a:pt x="174664" y="30120"/>
                          </a:cubicBezTo>
                          <a:cubicBezTo>
                            <a:pt x="173836" y="29429"/>
                            <a:pt x="173008" y="28739"/>
                            <a:pt x="172179" y="28049"/>
                          </a:cubicBezTo>
                          <a:cubicBezTo>
                            <a:pt x="171834" y="27772"/>
                            <a:pt x="171558" y="27565"/>
                            <a:pt x="171213" y="27289"/>
                          </a:cubicBezTo>
                          <a:cubicBezTo>
                            <a:pt x="170868" y="27013"/>
                            <a:pt x="170453" y="26668"/>
                            <a:pt x="170108" y="26392"/>
                          </a:cubicBezTo>
                          <a:cubicBezTo>
                            <a:pt x="168589" y="25218"/>
                            <a:pt x="167071" y="24044"/>
                            <a:pt x="165552" y="22940"/>
                          </a:cubicBezTo>
                          <a:cubicBezTo>
                            <a:pt x="164309" y="22042"/>
                            <a:pt x="163066" y="21145"/>
                            <a:pt x="161755" y="20247"/>
                          </a:cubicBezTo>
                          <a:cubicBezTo>
                            <a:pt x="161617" y="20178"/>
                            <a:pt x="161479" y="20040"/>
                            <a:pt x="161340" y="19971"/>
                          </a:cubicBezTo>
                          <a:cubicBezTo>
                            <a:pt x="161202" y="19902"/>
                            <a:pt x="161133" y="19833"/>
                            <a:pt x="160995" y="19764"/>
                          </a:cubicBezTo>
                          <a:cubicBezTo>
                            <a:pt x="159545" y="18728"/>
                            <a:pt x="158027" y="17762"/>
                            <a:pt x="156577" y="16864"/>
                          </a:cubicBezTo>
                          <a:cubicBezTo>
                            <a:pt x="155127" y="15967"/>
                            <a:pt x="153677" y="15070"/>
                            <a:pt x="152227" y="14172"/>
                          </a:cubicBezTo>
                          <a:cubicBezTo>
                            <a:pt x="151882" y="13965"/>
                            <a:pt x="151537" y="13758"/>
                            <a:pt x="151261" y="13620"/>
                          </a:cubicBezTo>
                          <a:cubicBezTo>
                            <a:pt x="150156" y="12998"/>
                            <a:pt x="149052" y="12377"/>
                            <a:pt x="147947" y="11756"/>
                          </a:cubicBezTo>
                          <a:cubicBezTo>
                            <a:pt x="146912" y="11203"/>
                            <a:pt x="145876" y="10651"/>
                            <a:pt x="144840" y="10168"/>
                          </a:cubicBezTo>
                          <a:cubicBezTo>
                            <a:pt x="144564" y="10030"/>
                            <a:pt x="144357" y="9892"/>
                            <a:pt x="144081" y="9823"/>
                          </a:cubicBezTo>
                          <a:cubicBezTo>
                            <a:pt x="143943" y="9823"/>
                            <a:pt x="143805" y="9685"/>
                            <a:pt x="143736" y="9616"/>
                          </a:cubicBezTo>
                          <a:cubicBezTo>
                            <a:pt x="142355" y="8925"/>
                            <a:pt x="140974" y="8304"/>
                            <a:pt x="139594" y="7682"/>
                          </a:cubicBezTo>
                          <a:cubicBezTo>
                            <a:pt x="139041" y="7475"/>
                            <a:pt x="138558" y="7268"/>
                            <a:pt x="138075" y="6992"/>
                          </a:cubicBezTo>
                          <a:cubicBezTo>
                            <a:pt x="137661" y="6785"/>
                            <a:pt x="137246" y="6647"/>
                            <a:pt x="136832" y="6509"/>
                          </a:cubicBezTo>
                          <a:cubicBezTo>
                            <a:pt x="136418" y="6302"/>
                            <a:pt x="135935" y="6095"/>
                            <a:pt x="135520" y="5957"/>
                          </a:cubicBezTo>
                          <a:cubicBezTo>
                            <a:pt x="134140" y="5404"/>
                            <a:pt x="132828" y="4921"/>
                            <a:pt x="131447" y="4438"/>
                          </a:cubicBezTo>
                          <a:cubicBezTo>
                            <a:pt x="131240" y="4438"/>
                            <a:pt x="131033" y="4300"/>
                            <a:pt x="130895" y="4231"/>
                          </a:cubicBezTo>
                          <a:cubicBezTo>
                            <a:pt x="130619" y="4093"/>
                            <a:pt x="130273" y="4023"/>
                            <a:pt x="129997" y="3954"/>
                          </a:cubicBezTo>
                          <a:cubicBezTo>
                            <a:pt x="129169" y="3678"/>
                            <a:pt x="128340" y="3402"/>
                            <a:pt x="127512" y="3126"/>
                          </a:cubicBezTo>
                          <a:cubicBezTo>
                            <a:pt x="126407" y="2781"/>
                            <a:pt x="125372" y="2505"/>
                            <a:pt x="124336" y="2229"/>
                          </a:cubicBezTo>
                          <a:cubicBezTo>
                            <a:pt x="124129" y="2229"/>
                            <a:pt x="123991" y="2160"/>
                            <a:pt x="123784" y="2090"/>
                          </a:cubicBezTo>
                          <a:cubicBezTo>
                            <a:pt x="123715" y="2090"/>
                            <a:pt x="123646" y="2090"/>
                            <a:pt x="123508" y="2090"/>
                          </a:cubicBezTo>
                          <a:cubicBezTo>
                            <a:pt x="122196" y="1745"/>
                            <a:pt x="120885" y="1469"/>
                            <a:pt x="119573" y="1193"/>
                          </a:cubicBezTo>
                          <a:cubicBezTo>
                            <a:pt x="119089" y="1124"/>
                            <a:pt x="118537" y="1055"/>
                            <a:pt x="118054" y="917"/>
                          </a:cubicBezTo>
                          <a:cubicBezTo>
                            <a:pt x="117640" y="848"/>
                            <a:pt x="117226" y="779"/>
                            <a:pt x="116811" y="710"/>
                          </a:cubicBezTo>
                          <a:cubicBezTo>
                            <a:pt x="116397" y="710"/>
                            <a:pt x="115983" y="572"/>
                            <a:pt x="115568" y="503"/>
                          </a:cubicBezTo>
                          <a:cubicBezTo>
                            <a:pt x="114188" y="296"/>
                            <a:pt x="112876" y="157"/>
                            <a:pt x="111564" y="88"/>
                          </a:cubicBezTo>
                          <a:cubicBezTo>
                            <a:pt x="111426" y="88"/>
                            <a:pt x="111357" y="88"/>
                            <a:pt x="111219" y="88"/>
                          </a:cubicBezTo>
                          <a:cubicBezTo>
                            <a:pt x="110943" y="88"/>
                            <a:pt x="110667" y="88"/>
                            <a:pt x="110391" y="88"/>
                          </a:cubicBezTo>
                          <a:cubicBezTo>
                            <a:pt x="109424" y="88"/>
                            <a:pt x="108389" y="-50"/>
                            <a:pt x="107422" y="19"/>
                          </a:cubicBezTo>
                          <a:cubicBezTo>
                            <a:pt x="106870" y="19"/>
                            <a:pt x="106318" y="19"/>
                            <a:pt x="105765" y="88"/>
                          </a:cubicBezTo>
                          <a:cubicBezTo>
                            <a:pt x="105282" y="88"/>
                            <a:pt x="104730" y="88"/>
                            <a:pt x="104246" y="88"/>
                          </a:cubicBezTo>
                          <a:cubicBezTo>
                            <a:pt x="103901" y="88"/>
                            <a:pt x="103487" y="88"/>
                            <a:pt x="103142" y="88"/>
                          </a:cubicBezTo>
                          <a:cubicBezTo>
                            <a:pt x="101761" y="227"/>
                            <a:pt x="100380" y="365"/>
                            <a:pt x="99069" y="641"/>
                          </a:cubicBezTo>
                          <a:cubicBezTo>
                            <a:pt x="98862" y="641"/>
                            <a:pt x="98654" y="710"/>
                            <a:pt x="98447" y="779"/>
                          </a:cubicBezTo>
                          <a:cubicBezTo>
                            <a:pt x="96445" y="1193"/>
                            <a:pt x="94512" y="1676"/>
                            <a:pt x="92648" y="2367"/>
                          </a:cubicBezTo>
                          <a:cubicBezTo>
                            <a:pt x="92648" y="2367"/>
                            <a:pt x="92510" y="2367"/>
                            <a:pt x="92441" y="2436"/>
                          </a:cubicBezTo>
                          <a:cubicBezTo>
                            <a:pt x="90232" y="3195"/>
                            <a:pt x="88092" y="4162"/>
                            <a:pt x="86159" y="5335"/>
                          </a:cubicBezTo>
                          <a:lnTo>
                            <a:pt x="0" y="55387"/>
                          </a:lnTo>
                          <a:cubicBezTo>
                            <a:pt x="2002" y="54214"/>
                            <a:pt x="4073" y="53316"/>
                            <a:pt x="6282" y="52488"/>
                          </a:cubicBezTo>
                          <a:cubicBezTo>
                            <a:pt x="8353" y="51728"/>
                            <a:pt x="10563" y="51107"/>
                            <a:pt x="12910" y="50693"/>
                          </a:cubicBezTo>
                          <a:cubicBezTo>
                            <a:pt x="14567" y="50417"/>
                            <a:pt x="16362" y="50210"/>
                            <a:pt x="18088" y="50071"/>
                          </a:cubicBezTo>
                          <a:cubicBezTo>
                            <a:pt x="18571" y="50071"/>
                            <a:pt x="19123" y="50071"/>
                            <a:pt x="19607" y="50002"/>
                          </a:cubicBezTo>
                          <a:cubicBezTo>
                            <a:pt x="21125" y="50002"/>
                            <a:pt x="22644" y="50002"/>
                            <a:pt x="24232" y="50002"/>
                          </a:cubicBezTo>
                          <a:cubicBezTo>
                            <a:pt x="24508" y="50002"/>
                            <a:pt x="24784" y="50002"/>
                            <a:pt x="25061" y="50002"/>
                          </a:cubicBezTo>
                          <a:cubicBezTo>
                            <a:pt x="26856" y="50141"/>
                            <a:pt x="28720" y="50348"/>
                            <a:pt x="30653" y="50624"/>
                          </a:cubicBezTo>
                          <a:cubicBezTo>
                            <a:pt x="31067" y="50624"/>
                            <a:pt x="31481" y="50762"/>
                            <a:pt x="31895" y="50831"/>
                          </a:cubicBezTo>
                          <a:cubicBezTo>
                            <a:pt x="33759" y="51176"/>
                            <a:pt x="35692" y="51521"/>
                            <a:pt x="37625" y="52005"/>
                          </a:cubicBezTo>
                          <a:cubicBezTo>
                            <a:pt x="37833" y="52005"/>
                            <a:pt x="37971" y="52074"/>
                            <a:pt x="38178" y="52143"/>
                          </a:cubicBezTo>
                          <a:cubicBezTo>
                            <a:pt x="40042" y="52626"/>
                            <a:pt x="41975" y="53178"/>
                            <a:pt x="43908" y="53868"/>
                          </a:cubicBezTo>
                          <a:cubicBezTo>
                            <a:pt x="44184" y="53938"/>
                            <a:pt x="44529" y="54076"/>
                            <a:pt x="44805" y="54145"/>
                          </a:cubicBezTo>
                          <a:cubicBezTo>
                            <a:pt x="46738" y="54835"/>
                            <a:pt x="48740" y="55594"/>
                            <a:pt x="50743" y="56423"/>
                          </a:cubicBezTo>
                          <a:cubicBezTo>
                            <a:pt x="51157" y="56561"/>
                            <a:pt x="51571" y="56768"/>
                            <a:pt x="51985" y="56906"/>
                          </a:cubicBezTo>
                          <a:cubicBezTo>
                            <a:pt x="53987" y="57804"/>
                            <a:pt x="55989" y="58701"/>
                            <a:pt x="58060" y="59737"/>
                          </a:cubicBezTo>
                          <a:cubicBezTo>
                            <a:pt x="58337" y="59875"/>
                            <a:pt x="58544" y="60013"/>
                            <a:pt x="58820" y="60082"/>
                          </a:cubicBezTo>
                          <a:cubicBezTo>
                            <a:pt x="60960" y="61186"/>
                            <a:pt x="63100" y="62291"/>
                            <a:pt x="65240" y="63534"/>
                          </a:cubicBezTo>
                          <a:cubicBezTo>
                            <a:pt x="68623" y="65467"/>
                            <a:pt x="72006" y="67607"/>
                            <a:pt x="75320" y="69954"/>
                          </a:cubicBezTo>
                          <a:cubicBezTo>
                            <a:pt x="75458" y="70023"/>
                            <a:pt x="75596" y="70161"/>
                            <a:pt x="75734" y="70230"/>
                          </a:cubicBezTo>
                          <a:cubicBezTo>
                            <a:pt x="78910" y="72440"/>
                            <a:pt x="82016" y="74787"/>
                            <a:pt x="85123" y="7727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4" name="Google Shape;1174;p56"/>
                    <p:cNvSpPr/>
                    <p:nvPr/>
                  </p:nvSpPr>
                  <p:spPr>
                    <a:xfrm>
                      <a:off x="2140365" y="2678908"/>
                      <a:ext cx="147878" cy="76148"/>
                    </a:xfrm>
                    <a:custGeom>
                      <a:rect b="b" l="l" r="r" t="t"/>
                      <a:pathLst>
                        <a:path extrusionOk="0" h="76148" w="147878">
                          <a:moveTo>
                            <a:pt x="51502" y="65655"/>
                          </a:moveTo>
                          <a:cubicBezTo>
                            <a:pt x="51502" y="65655"/>
                            <a:pt x="51709" y="65793"/>
                            <a:pt x="51778" y="65862"/>
                          </a:cubicBezTo>
                          <a:cubicBezTo>
                            <a:pt x="53435" y="67311"/>
                            <a:pt x="55092" y="68830"/>
                            <a:pt x="56680" y="70487"/>
                          </a:cubicBezTo>
                          <a:cubicBezTo>
                            <a:pt x="56680" y="70487"/>
                            <a:pt x="56749" y="70625"/>
                            <a:pt x="56818" y="70625"/>
                          </a:cubicBezTo>
                          <a:cubicBezTo>
                            <a:pt x="58475" y="72351"/>
                            <a:pt x="60131" y="74146"/>
                            <a:pt x="61719" y="76148"/>
                          </a:cubicBezTo>
                          <a:lnTo>
                            <a:pt x="147878" y="26096"/>
                          </a:lnTo>
                          <a:cubicBezTo>
                            <a:pt x="147878" y="26096"/>
                            <a:pt x="147602" y="25751"/>
                            <a:pt x="147464" y="25613"/>
                          </a:cubicBezTo>
                          <a:cubicBezTo>
                            <a:pt x="146912" y="24991"/>
                            <a:pt x="146428" y="24370"/>
                            <a:pt x="145876" y="23749"/>
                          </a:cubicBezTo>
                          <a:cubicBezTo>
                            <a:pt x="145324" y="23127"/>
                            <a:pt x="144840" y="22575"/>
                            <a:pt x="144288" y="21954"/>
                          </a:cubicBezTo>
                          <a:cubicBezTo>
                            <a:pt x="143874" y="21471"/>
                            <a:pt x="143391" y="20987"/>
                            <a:pt x="142976" y="20573"/>
                          </a:cubicBezTo>
                          <a:cubicBezTo>
                            <a:pt x="142976" y="20573"/>
                            <a:pt x="142907" y="20435"/>
                            <a:pt x="142838" y="20435"/>
                          </a:cubicBezTo>
                          <a:cubicBezTo>
                            <a:pt x="142838" y="20435"/>
                            <a:pt x="142700" y="20297"/>
                            <a:pt x="142631" y="20228"/>
                          </a:cubicBezTo>
                          <a:cubicBezTo>
                            <a:pt x="142079" y="19607"/>
                            <a:pt x="141458" y="19054"/>
                            <a:pt x="140905" y="18502"/>
                          </a:cubicBezTo>
                          <a:cubicBezTo>
                            <a:pt x="140284" y="17950"/>
                            <a:pt x="139732" y="17397"/>
                            <a:pt x="139110" y="16845"/>
                          </a:cubicBezTo>
                          <a:cubicBezTo>
                            <a:pt x="138696" y="16500"/>
                            <a:pt x="138351" y="16155"/>
                            <a:pt x="137937" y="15810"/>
                          </a:cubicBezTo>
                          <a:cubicBezTo>
                            <a:pt x="137868" y="15741"/>
                            <a:pt x="137730" y="15671"/>
                            <a:pt x="137661" y="15533"/>
                          </a:cubicBezTo>
                          <a:cubicBezTo>
                            <a:pt x="137523" y="15395"/>
                            <a:pt x="137384" y="15326"/>
                            <a:pt x="137246" y="15188"/>
                          </a:cubicBezTo>
                          <a:cubicBezTo>
                            <a:pt x="136625" y="14636"/>
                            <a:pt x="136004" y="14153"/>
                            <a:pt x="135382" y="13669"/>
                          </a:cubicBezTo>
                          <a:cubicBezTo>
                            <a:pt x="134761" y="13186"/>
                            <a:pt x="134140" y="12703"/>
                            <a:pt x="133518" y="12220"/>
                          </a:cubicBezTo>
                          <a:cubicBezTo>
                            <a:pt x="133242" y="12012"/>
                            <a:pt x="133035" y="11874"/>
                            <a:pt x="132759" y="11667"/>
                          </a:cubicBezTo>
                          <a:cubicBezTo>
                            <a:pt x="132621" y="11598"/>
                            <a:pt x="132552" y="11529"/>
                            <a:pt x="132414" y="11391"/>
                          </a:cubicBezTo>
                          <a:cubicBezTo>
                            <a:pt x="132138" y="11184"/>
                            <a:pt x="131861" y="10977"/>
                            <a:pt x="131654" y="10839"/>
                          </a:cubicBezTo>
                          <a:cubicBezTo>
                            <a:pt x="131033" y="10425"/>
                            <a:pt x="130412" y="10010"/>
                            <a:pt x="129721" y="9596"/>
                          </a:cubicBezTo>
                          <a:cubicBezTo>
                            <a:pt x="129100" y="9182"/>
                            <a:pt x="128410" y="8768"/>
                            <a:pt x="127788" y="8423"/>
                          </a:cubicBezTo>
                          <a:cubicBezTo>
                            <a:pt x="127650" y="8353"/>
                            <a:pt x="127512" y="8215"/>
                            <a:pt x="127305" y="8146"/>
                          </a:cubicBezTo>
                          <a:cubicBezTo>
                            <a:pt x="126822" y="7870"/>
                            <a:pt x="126269" y="7525"/>
                            <a:pt x="125717" y="7249"/>
                          </a:cubicBezTo>
                          <a:cubicBezTo>
                            <a:pt x="125027" y="6904"/>
                            <a:pt x="124336" y="6489"/>
                            <a:pt x="123646" y="6144"/>
                          </a:cubicBezTo>
                          <a:cubicBezTo>
                            <a:pt x="123094" y="5868"/>
                            <a:pt x="122541" y="5592"/>
                            <a:pt x="121920" y="5316"/>
                          </a:cubicBezTo>
                          <a:cubicBezTo>
                            <a:pt x="121851" y="5316"/>
                            <a:pt x="121782" y="5247"/>
                            <a:pt x="121713" y="5178"/>
                          </a:cubicBezTo>
                          <a:cubicBezTo>
                            <a:pt x="121644" y="5178"/>
                            <a:pt x="121575" y="5109"/>
                            <a:pt x="121506" y="5040"/>
                          </a:cubicBezTo>
                          <a:cubicBezTo>
                            <a:pt x="120746" y="4694"/>
                            <a:pt x="119987" y="4349"/>
                            <a:pt x="119227" y="4073"/>
                          </a:cubicBezTo>
                          <a:cubicBezTo>
                            <a:pt x="118399" y="3728"/>
                            <a:pt x="117571" y="3452"/>
                            <a:pt x="116811" y="3176"/>
                          </a:cubicBezTo>
                          <a:cubicBezTo>
                            <a:pt x="116742" y="3176"/>
                            <a:pt x="116604" y="3176"/>
                            <a:pt x="116535" y="3107"/>
                          </a:cubicBezTo>
                          <a:cubicBezTo>
                            <a:pt x="116397" y="3107"/>
                            <a:pt x="116259" y="3038"/>
                            <a:pt x="116121" y="2969"/>
                          </a:cubicBezTo>
                          <a:cubicBezTo>
                            <a:pt x="115500" y="2761"/>
                            <a:pt x="114809" y="2554"/>
                            <a:pt x="114188" y="2347"/>
                          </a:cubicBezTo>
                          <a:cubicBezTo>
                            <a:pt x="113221" y="2071"/>
                            <a:pt x="112255" y="1795"/>
                            <a:pt x="111288" y="1519"/>
                          </a:cubicBezTo>
                          <a:cubicBezTo>
                            <a:pt x="111219" y="1519"/>
                            <a:pt x="111150" y="1519"/>
                            <a:pt x="111012" y="1519"/>
                          </a:cubicBezTo>
                          <a:cubicBezTo>
                            <a:pt x="110805" y="1519"/>
                            <a:pt x="110667" y="1450"/>
                            <a:pt x="110460" y="1381"/>
                          </a:cubicBezTo>
                          <a:cubicBezTo>
                            <a:pt x="109631" y="1174"/>
                            <a:pt x="108803" y="967"/>
                            <a:pt x="108043" y="828"/>
                          </a:cubicBezTo>
                          <a:cubicBezTo>
                            <a:pt x="107146" y="690"/>
                            <a:pt x="106249" y="483"/>
                            <a:pt x="105420" y="345"/>
                          </a:cubicBezTo>
                          <a:cubicBezTo>
                            <a:pt x="105213" y="345"/>
                            <a:pt x="105006" y="345"/>
                            <a:pt x="104799" y="276"/>
                          </a:cubicBezTo>
                          <a:cubicBezTo>
                            <a:pt x="104039" y="138"/>
                            <a:pt x="103211" y="69"/>
                            <a:pt x="102451" y="69"/>
                          </a:cubicBezTo>
                          <a:cubicBezTo>
                            <a:pt x="101623" y="69"/>
                            <a:pt x="10086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100104" y="0"/>
                            <a:pt x="100104" y="0"/>
                            <a:pt x="100104" y="0"/>
                          </a:cubicBezTo>
                          <a:cubicBezTo>
                            <a:pt x="99207" y="0"/>
                            <a:pt x="98309" y="0"/>
                            <a:pt x="97412" y="138"/>
                          </a:cubicBezTo>
                          <a:cubicBezTo>
                            <a:pt x="96790" y="138"/>
                            <a:pt x="96238" y="276"/>
                            <a:pt x="95617" y="414"/>
                          </a:cubicBezTo>
                          <a:cubicBezTo>
                            <a:pt x="95341" y="414"/>
                            <a:pt x="95064" y="414"/>
                            <a:pt x="94857" y="552"/>
                          </a:cubicBezTo>
                          <a:cubicBezTo>
                            <a:pt x="94719" y="552"/>
                            <a:pt x="94512" y="552"/>
                            <a:pt x="94374" y="621"/>
                          </a:cubicBezTo>
                          <a:cubicBezTo>
                            <a:pt x="93062" y="897"/>
                            <a:pt x="91820" y="1243"/>
                            <a:pt x="90646" y="1657"/>
                          </a:cubicBezTo>
                          <a:cubicBezTo>
                            <a:pt x="90646" y="1657"/>
                            <a:pt x="90646" y="1657"/>
                            <a:pt x="90577" y="1657"/>
                          </a:cubicBezTo>
                          <a:cubicBezTo>
                            <a:pt x="89058" y="2209"/>
                            <a:pt x="87539" y="2900"/>
                            <a:pt x="86159" y="3659"/>
                          </a:cubicBezTo>
                          <a:lnTo>
                            <a:pt x="0" y="53711"/>
                          </a:lnTo>
                          <a:cubicBezTo>
                            <a:pt x="1381" y="52883"/>
                            <a:pt x="2900" y="52261"/>
                            <a:pt x="4418" y="51709"/>
                          </a:cubicBezTo>
                          <a:cubicBezTo>
                            <a:pt x="5799" y="51226"/>
                            <a:pt x="7249" y="50812"/>
                            <a:pt x="8768" y="50604"/>
                          </a:cubicBezTo>
                          <a:cubicBezTo>
                            <a:pt x="9044" y="50604"/>
                            <a:pt x="9320" y="50535"/>
                            <a:pt x="9527" y="50466"/>
                          </a:cubicBezTo>
                          <a:cubicBezTo>
                            <a:pt x="10977" y="50259"/>
                            <a:pt x="12496" y="50121"/>
                            <a:pt x="14015" y="50121"/>
                          </a:cubicBezTo>
                          <a:cubicBezTo>
                            <a:pt x="14015" y="50121"/>
                            <a:pt x="14015" y="50121"/>
                            <a:pt x="14015" y="50121"/>
                          </a:cubicBezTo>
                          <a:cubicBezTo>
                            <a:pt x="15741" y="50121"/>
                            <a:pt x="17466" y="50259"/>
                            <a:pt x="19330" y="50535"/>
                          </a:cubicBezTo>
                          <a:cubicBezTo>
                            <a:pt x="20987" y="50812"/>
                            <a:pt x="22713" y="51157"/>
                            <a:pt x="24439" y="51502"/>
                          </a:cubicBezTo>
                          <a:cubicBezTo>
                            <a:pt x="24646" y="51502"/>
                            <a:pt x="24784" y="51571"/>
                            <a:pt x="24991" y="51640"/>
                          </a:cubicBezTo>
                          <a:cubicBezTo>
                            <a:pt x="26717" y="52054"/>
                            <a:pt x="28374" y="52537"/>
                            <a:pt x="30100" y="53159"/>
                          </a:cubicBezTo>
                          <a:cubicBezTo>
                            <a:pt x="30238" y="53159"/>
                            <a:pt x="30376" y="53228"/>
                            <a:pt x="30515" y="53297"/>
                          </a:cubicBezTo>
                          <a:cubicBezTo>
                            <a:pt x="32309" y="53918"/>
                            <a:pt x="34035" y="54608"/>
                            <a:pt x="35830" y="55368"/>
                          </a:cubicBezTo>
                          <a:cubicBezTo>
                            <a:pt x="35900" y="55368"/>
                            <a:pt x="35968" y="55437"/>
                            <a:pt x="36038" y="55506"/>
                          </a:cubicBezTo>
                          <a:cubicBezTo>
                            <a:pt x="37833" y="56334"/>
                            <a:pt x="39627" y="57232"/>
                            <a:pt x="41353" y="58267"/>
                          </a:cubicBezTo>
                          <a:cubicBezTo>
                            <a:pt x="43079" y="59234"/>
                            <a:pt x="44805" y="60339"/>
                            <a:pt x="46462" y="61581"/>
                          </a:cubicBezTo>
                          <a:cubicBezTo>
                            <a:pt x="46600" y="61650"/>
                            <a:pt x="46669" y="61719"/>
                            <a:pt x="46807" y="61857"/>
                          </a:cubicBezTo>
                          <a:cubicBezTo>
                            <a:pt x="48464" y="63031"/>
                            <a:pt x="50121" y="64343"/>
                            <a:pt x="51778" y="65724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5" name="Google Shape;1175;p56"/>
                    <p:cNvSpPr/>
                    <p:nvPr/>
                  </p:nvSpPr>
                  <p:spPr>
                    <a:xfrm>
                      <a:off x="2252689" y="2564513"/>
                      <a:ext cx="375563" cy="348707"/>
                    </a:xfrm>
                    <a:custGeom>
                      <a:rect b="b" l="l" r="r" t="t"/>
                      <a:pathLst>
                        <a:path extrusionOk="0" h="348707" w="375563">
                          <a:moveTo>
                            <a:pt x="208907" y="153263"/>
                          </a:moveTo>
                          <a:cubicBezTo>
                            <a:pt x="209736" y="154368"/>
                            <a:pt x="210633" y="155472"/>
                            <a:pt x="211462" y="156577"/>
                          </a:cubicBezTo>
                          <a:cubicBezTo>
                            <a:pt x="213049" y="158648"/>
                            <a:pt x="214568" y="160788"/>
                            <a:pt x="216087" y="162928"/>
                          </a:cubicBezTo>
                          <a:cubicBezTo>
                            <a:pt x="218020" y="165621"/>
                            <a:pt x="219953" y="168244"/>
                            <a:pt x="221817" y="171006"/>
                          </a:cubicBezTo>
                          <a:cubicBezTo>
                            <a:pt x="223336" y="173215"/>
                            <a:pt x="224855" y="175493"/>
                            <a:pt x="226374" y="177771"/>
                          </a:cubicBezTo>
                          <a:cubicBezTo>
                            <a:pt x="227409" y="179290"/>
                            <a:pt x="228445" y="180878"/>
                            <a:pt x="229411" y="182466"/>
                          </a:cubicBezTo>
                          <a:cubicBezTo>
                            <a:pt x="231137" y="185158"/>
                            <a:pt x="232863" y="187920"/>
                            <a:pt x="234520" y="190750"/>
                          </a:cubicBezTo>
                          <a:cubicBezTo>
                            <a:pt x="235417" y="192200"/>
                            <a:pt x="236246" y="193581"/>
                            <a:pt x="237143" y="195031"/>
                          </a:cubicBezTo>
                          <a:cubicBezTo>
                            <a:pt x="238248" y="196895"/>
                            <a:pt x="239284" y="198759"/>
                            <a:pt x="240319" y="200623"/>
                          </a:cubicBezTo>
                          <a:cubicBezTo>
                            <a:pt x="242045" y="203660"/>
                            <a:pt x="243840" y="206767"/>
                            <a:pt x="245497" y="209874"/>
                          </a:cubicBezTo>
                          <a:cubicBezTo>
                            <a:pt x="247361" y="213395"/>
                            <a:pt x="249225" y="216915"/>
                            <a:pt x="251020" y="220436"/>
                          </a:cubicBezTo>
                          <a:cubicBezTo>
                            <a:pt x="251227" y="220851"/>
                            <a:pt x="251434" y="221265"/>
                            <a:pt x="251641" y="221679"/>
                          </a:cubicBezTo>
                          <a:cubicBezTo>
                            <a:pt x="253712" y="225821"/>
                            <a:pt x="255714" y="230033"/>
                            <a:pt x="257648" y="234244"/>
                          </a:cubicBezTo>
                          <a:cubicBezTo>
                            <a:pt x="258062" y="235141"/>
                            <a:pt x="258476" y="235970"/>
                            <a:pt x="258821" y="236867"/>
                          </a:cubicBezTo>
                          <a:cubicBezTo>
                            <a:pt x="260685" y="241009"/>
                            <a:pt x="262480" y="245152"/>
                            <a:pt x="264206" y="249294"/>
                          </a:cubicBezTo>
                          <a:cubicBezTo>
                            <a:pt x="264482" y="249915"/>
                            <a:pt x="264689" y="250537"/>
                            <a:pt x="264965" y="251158"/>
                          </a:cubicBezTo>
                          <a:cubicBezTo>
                            <a:pt x="266553" y="255162"/>
                            <a:pt x="268141" y="259097"/>
                            <a:pt x="269591" y="263101"/>
                          </a:cubicBezTo>
                          <a:cubicBezTo>
                            <a:pt x="269798" y="263654"/>
                            <a:pt x="270005" y="264206"/>
                            <a:pt x="270212" y="264689"/>
                          </a:cubicBezTo>
                          <a:cubicBezTo>
                            <a:pt x="271731" y="268901"/>
                            <a:pt x="273181" y="273043"/>
                            <a:pt x="274562" y="277254"/>
                          </a:cubicBezTo>
                          <a:cubicBezTo>
                            <a:pt x="274907" y="278221"/>
                            <a:pt x="275183" y="279187"/>
                            <a:pt x="275459" y="280154"/>
                          </a:cubicBezTo>
                          <a:cubicBezTo>
                            <a:pt x="276840" y="284434"/>
                            <a:pt x="278083" y="288645"/>
                            <a:pt x="279256" y="292926"/>
                          </a:cubicBezTo>
                          <a:cubicBezTo>
                            <a:pt x="279256" y="292995"/>
                            <a:pt x="279256" y="293133"/>
                            <a:pt x="279325" y="293202"/>
                          </a:cubicBezTo>
                          <a:cubicBezTo>
                            <a:pt x="280499" y="297344"/>
                            <a:pt x="281534" y="301555"/>
                            <a:pt x="282501" y="305628"/>
                          </a:cubicBezTo>
                          <a:cubicBezTo>
                            <a:pt x="282708" y="306526"/>
                            <a:pt x="282915" y="307493"/>
                            <a:pt x="283122" y="308390"/>
                          </a:cubicBezTo>
                          <a:cubicBezTo>
                            <a:pt x="284020" y="312532"/>
                            <a:pt x="284917" y="316605"/>
                            <a:pt x="285677" y="320679"/>
                          </a:cubicBezTo>
                          <a:cubicBezTo>
                            <a:pt x="285815" y="321300"/>
                            <a:pt x="285884" y="321852"/>
                            <a:pt x="286022" y="322474"/>
                          </a:cubicBezTo>
                          <a:cubicBezTo>
                            <a:pt x="286712" y="326409"/>
                            <a:pt x="287334" y="330275"/>
                            <a:pt x="287817" y="334141"/>
                          </a:cubicBezTo>
                          <a:cubicBezTo>
                            <a:pt x="287817" y="334624"/>
                            <a:pt x="287955" y="335038"/>
                            <a:pt x="288024" y="335522"/>
                          </a:cubicBezTo>
                          <a:cubicBezTo>
                            <a:pt x="288576" y="339940"/>
                            <a:pt x="289060" y="344358"/>
                            <a:pt x="289405" y="348708"/>
                          </a:cubicBezTo>
                          <a:lnTo>
                            <a:pt x="375563" y="298656"/>
                          </a:lnTo>
                          <a:cubicBezTo>
                            <a:pt x="375425" y="297137"/>
                            <a:pt x="375287" y="295549"/>
                            <a:pt x="375149" y="294030"/>
                          </a:cubicBezTo>
                          <a:cubicBezTo>
                            <a:pt x="374873" y="291407"/>
                            <a:pt x="374597" y="288783"/>
                            <a:pt x="374252" y="286160"/>
                          </a:cubicBezTo>
                          <a:cubicBezTo>
                            <a:pt x="374252" y="285953"/>
                            <a:pt x="374183" y="285677"/>
                            <a:pt x="374183" y="285470"/>
                          </a:cubicBezTo>
                          <a:cubicBezTo>
                            <a:pt x="374183" y="284986"/>
                            <a:pt x="374045" y="284572"/>
                            <a:pt x="373976" y="284089"/>
                          </a:cubicBezTo>
                          <a:cubicBezTo>
                            <a:pt x="373699" y="282087"/>
                            <a:pt x="373423" y="280085"/>
                            <a:pt x="373147" y="278014"/>
                          </a:cubicBezTo>
                          <a:cubicBezTo>
                            <a:pt x="372871" y="276149"/>
                            <a:pt x="372526" y="274285"/>
                            <a:pt x="372181" y="272422"/>
                          </a:cubicBezTo>
                          <a:cubicBezTo>
                            <a:pt x="372043" y="271800"/>
                            <a:pt x="371973" y="271179"/>
                            <a:pt x="371835" y="270557"/>
                          </a:cubicBezTo>
                          <a:cubicBezTo>
                            <a:pt x="371835" y="270212"/>
                            <a:pt x="371697" y="269867"/>
                            <a:pt x="371628" y="269522"/>
                          </a:cubicBezTo>
                          <a:cubicBezTo>
                            <a:pt x="371076" y="266622"/>
                            <a:pt x="370524" y="263723"/>
                            <a:pt x="369833" y="260823"/>
                          </a:cubicBezTo>
                          <a:cubicBezTo>
                            <a:pt x="369626" y="259995"/>
                            <a:pt x="369419" y="259166"/>
                            <a:pt x="369281" y="258338"/>
                          </a:cubicBezTo>
                          <a:cubicBezTo>
                            <a:pt x="369074" y="257440"/>
                            <a:pt x="368867" y="256474"/>
                            <a:pt x="368660" y="255576"/>
                          </a:cubicBezTo>
                          <a:cubicBezTo>
                            <a:pt x="368384" y="254334"/>
                            <a:pt x="368107" y="253160"/>
                            <a:pt x="367831" y="251917"/>
                          </a:cubicBezTo>
                          <a:cubicBezTo>
                            <a:pt x="367141" y="249018"/>
                            <a:pt x="366312" y="246118"/>
                            <a:pt x="365553" y="243150"/>
                          </a:cubicBezTo>
                          <a:cubicBezTo>
                            <a:pt x="365553" y="243081"/>
                            <a:pt x="365553" y="242943"/>
                            <a:pt x="365484" y="242874"/>
                          </a:cubicBezTo>
                          <a:cubicBezTo>
                            <a:pt x="365484" y="242874"/>
                            <a:pt x="365484" y="242874"/>
                            <a:pt x="365484" y="242804"/>
                          </a:cubicBezTo>
                          <a:cubicBezTo>
                            <a:pt x="364655" y="239767"/>
                            <a:pt x="363758" y="236660"/>
                            <a:pt x="362792" y="233622"/>
                          </a:cubicBezTo>
                          <a:cubicBezTo>
                            <a:pt x="362446" y="232449"/>
                            <a:pt x="362032" y="231344"/>
                            <a:pt x="361687" y="230171"/>
                          </a:cubicBezTo>
                          <a:cubicBezTo>
                            <a:pt x="361411" y="229204"/>
                            <a:pt x="361066" y="228238"/>
                            <a:pt x="360789" y="227271"/>
                          </a:cubicBezTo>
                          <a:cubicBezTo>
                            <a:pt x="360513" y="226374"/>
                            <a:pt x="360237" y="225407"/>
                            <a:pt x="359892" y="224510"/>
                          </a:cubicBezTo>
                          <a:cubicBezTo>
                            <a:pt x="358925" y="221541"/>
                            <a:pt x="357821" y="218572"/>
                            <a:pt x="356785" y="215535"/>
                          </a:cubicBezTo>
                          <a:cubicBezTo>
                            <a:pt x="356716" y="215259"/>
                            <a:pt x="356578" y="214982"/>
                            <a:pt x="356509" y="214706"/>
                          </a:cubicBezTo>
                          <a:cubicBezTo>
                            <a:pt x="356302" y="214154"/>
                            <a:pt x="356095" y="213602"/>
                            <a:pt x="355888" y="213049"/>
                          </a:cubicBezTo>
                          <a:cubicBezTo>
                            <a:pt x="355128" y="210978"/>
                            <a:pt x="354369" y="208838"/>
                            <a:pt x="353541" y="206767"/>
                          </a:cubicBezTo>
                          <a:cubicBezTo>
                            <a:pt x="352781" y="204903"/>
                            <a:pt x="352022" y="203039"/>
                            <a:pt x="351262" y="201175"/>
                          </a:cubicBezTo>
                          <a:cubicBezTo>
                            <a:pt x="350986" y="200554"/>
                            <a:pt x="350779" y="199932"/>
                            <a:pt x="350503" y="199311"/>
                          </a:cubicBezTo>
                          <a:cubicBezTo>
                            <a:pt x="350365" y="198966"/>
                            <a:pt x="350227" y="198621"/>
                            <a:pt x="350089" y="198206"/>
                          </a:cubicBezTo>
                          <a:cubicBezTo>
                            <a:pt x="348915" y="195376"/>
                            <a:pt x="347672" y="192545"/>
                            <a:pt x="346430" y="189715"/>
                          </a:cubicBezTo>
                          <a:cubicBezTo>
                            <a:pt x="346016" y="188748"/>
                            <a:pt x="345601" y="187851"/>
                            <a:pt x="345118" y="186884"/>
                          </a:cubicBezTo>
                          <a:cubicBezTo>
                            <a:pt x="344704" y="185987"/>
                            <a:pt x="344358" y="185158"/>
                            <a:pt x="343944" y="184261"/>
                          </a:cubicBezTo>
                          <a:cubicBezTo>
                            <a:pt x="343461" y="183225"/>
                            <a:pt x="342978" y="182121"/>
                            <a:pt x="342495" y="181085"/>
                          </a:cubicBezTo>
                          <a:cubicBezTo>
                            <a:pt x="341045" y="178047"/>
                            <a:pt x="339595" y="175010"/>
                            <a:pt x="338145" y="172041"/>
                          </a:cubicBezTo>
                          <a:cubicBezTo>
                            <a:pt x="338145" y="171972"/>
                            <a:pt x="338007" y="171834"/>
                            <a:pt x="338007" y="171765"/>
                          </a:cubicBezTo>
                          <a:cubicBezTo>
                            <a:pt x="337800" y="171351"/>
                            <a:pt x="337593" y="170936"/>
                            <a:pt x="337386" y="170522"/>
                          </a:cubicBezTo>
                          <a:cubicBezTo>
                            <a:pt x="335936" y="167623"/>
                            <a:pt x="334486" y="164792"/>
                            <a:pt x="332967" y="161893"/>
                          </a:cubicBezTo>
                          <a:cubicBezTo>
                            <a:pt x="332622" y="161271"/>
                            <a:pt x="332208" y="160581"/>
                            <a:pt x="331863" y="159960"/>
                          </a:cubicBezTo>
                          <a:cubicBezTo>
                            <a:pt x="330206" y="156853"/>
                            <a:pt x="328411" y="153746"/>
                            <a:pt x="326685" y="150709"/>
                          </a:cubicBezTo>
                          <a:cubicBezTo>
                            <a:pt x="325856" y="149328"/>
                            <a:pt x="325166" y="147878"/>
                            <a:pt x="324338" y="146497"/>
                          </a:cubicBezTo>
                          <a:cubicBezTo>
                            <a:pt x="324061" y="146014"/>
                            <a:pt x="323785" y="145600"/>
                            <a:pt x="323509" y="145117"/>
                          </a:cubicBezTo>
                          <a:cubicBezTo>
                            <a:pt x="322681" y="143667"/>
                            <a:pt x="321783" y="142286"/>
                            <a:pt x="320886" y="140836"/>
                          </a:cubicBezTo>
                          <a:cubicBezTo>
                            <a:pt x="319229" y="138075"/>
                            <a:pt x="317503" y="135313"/>
                            <a:pt x="315777" y="132621"/>
                          </a:cubicBezTo>
                          <a:cubicBezTo>
                            <a:pt x="314742" y="131033"/>
                            <a:pt x="313775" y="129514"/>
                            <a:pt x="312739" y="127926"/>
                          </a:cubicBezTo>
                          <a:cubicBezTo>
                            <a:pt x="311842" y="126615"/>
                            <a:pt x="311014" y="125234"/>
                            <a:pt x="310116" y="123922"/>
                          </a:cubicBezTo>
                          <a:cubicBezTo>
                            <a:pt x="309495" y="122956"/>
                            <a:pt x="308804" y="122058"/>
                            <a:pt x="308183" y="121161"/>
                          </a:cubicBezTo>
                          <a:cubicBezTo>
                            <a:pt x="306319" y="118399"/>
                            <a:pt x="304386" y="115707"/>
                            <a:pt x="302453" y="113083"/>
                          </a:cubicBezTo>
                          <a:cubicBezTo>
                            <a:pt x="301624" y="111910"/>
                            <a:pt x="300865" y="110736"/>
                            <a:pt x="299967" y="109631"/>
                          </a:cubicBezTo>
                          <a:cubicBezTo>
                            <a:pt x="299277" y="108665"/>
                            <a:pt x="298518" y="107767"/>
                            <a:pt x="297827" y="106801"/>
                          </a:cubicBezTo>
                          <a:cubicBezTo>
                            <a:pt x="296999" y="105696"/>
                            <a:pt x="296171" y="104592"/>
                            <a:pt x="295273" y="103487"/>
                          </a:cubicBezTo>
                          <a:cubicBezTo>
                            <a:pt x="294513" y="102521"/>
                            <a:pt x="293823" y="101554"/>
                            <a:pt x="293064" y="100587"/>
                          </a:cubicBezTo>
                          <a:cubicBezTo>
                            <a:pt x="291131" y="98102"/>
                            <a:pt x="289129" y="95686"/>
                            <a:pt x="287127" y="93269"/>
                          </a:cubicBezTo>
                          <a:cubicBezTo>
                            <a:pt x="287058" y="93200"/>
                            <a:pt x="286988" y="93062"/>
                            <a:pt x="286919" y="92993"/>
                          </a:cubicBezTo>
                          <a:cubicBezTo>
                            <a:pt x="286919" y="92993"/>
                            <a:pt x="286919" y="92993"/>
                            <a:pt x="286919" y="92924"/>
                          </a:cubicBezTo>
                          <a:cubicBezTo>
                            <a:pt x="284917" y="90508"/>
                            <a:pt x="282846" y="88092"/>
                            <a:pt x="280775" y="85744"/>
                          </a:cubicBezTo>
                          <a:cubicBezTo>
                            <a:pt x="279532" y="84364"/>
                            <a:pt x="278290" y="82914"/>
                            <a:pt x="277047" y="81533"/>
                          </a:cubicBezTo>
                          <a:cubicBezTo>
                            <a:pt x="276219" y="80636"/>
                            <a:pt x="275390" y="79738"/>
                            <a:pt x="274562" y="78841"/>
                          </a:cubicBezTo>
                          <a:cubicBezTo>
                            <a:pt x="273043" y="77184"/>
                            <a:pt x="271524" y="75596"/>
                            <a:pt x="270005" y="74008"/>
                          </a:cubicBezTo>
                          <a:cubicBezTo>
                            <a:pt x="269522" y="73456"/>
                            <a:pt x="268970" y="72903"/>
                            <a:pt x="268486" y="72420"/>
                          </a:cubicBezTo>
                          <a:cubicBezTo>
                            <a:pt x="268348" y="72282"/>
                            <a:pt x="268210" y="72144"/>
                            <a:pt x="268072" y="72006"/>
                          </a:cubicBezTo>
                          <a:cubicBezTo>
                            <a:pt x="265794" y="69659"/>
                            <a:pt x="263447" y="67380"/>
                            <a:pt x="261099" y="65102"/>
                          </a:cubicBezTo>
                          <a:cubicBezTo>
                            <a:pt x="260961" y="64964"/>
                            <a:pt x="260823" y="64826"/>
                            <a:pt x="260616" y="64688"/>
                          </a:cubicBezTo>
                          <a:cubicBezTo>
                            <a:pt x="259857" y="63998"/>
                            <a:pt x="259166" y="63307"/>
                            <a:pt x="258407" y="62617"/>
                          </a:cubicBezTo>
                          <a:cubicBezTo>
                            <a:pt x="256888" y="61167"/>
                            <a:pt x="255300" y="59717"/>
                            <a:pt x="253781" y="58337"/>
                          </a:cubicBezTo>
                          <a:cubicBezTo>
                            <a:pt x="253367" y="57991"/>
                            <a:pt x="253022" y="57646"/>
                            <a:pt x="252608" y="57301"/>
                          </a:cubicBezTo>
                          <a:cubicBezTo>
                            <a:pt x="251572" y="56404"/>
                            <a:pt x="250537" y="55506"/>
                            <a:pt x="249501" y="54609"/>
                          </a:cubicBezTo>
                          <a:cubicBezTo>
                            <a:pt x="248397" y="53642"/>
                            <a:pt x="247361" y="52676"/>
                            <a:pt x="246256" y="51778"/>
                          </a:cubicBezTo>
                          <a:cubicBezTo>
                            <a:pt x="245635" y="51226"/>
                            <a:pt x="245014" y="50743"/>
                            <a:pt x="244323" y="50259"/>
                          </a:cubicBezTo>
                          <a:cubicBezTo>
                            <a:pt x="243219" y="49362"/>
                            <a:pt x="242114" y="48464"/>
                            <a:pt x="241010" y="47567"/>
                          </a:cubicBezTo>
                          <a:cubicBezTo>
                            <a:pt x="240181" y="46945"/>
                            <a:pt x="239422" y="46255"/>
                            <a:pt x="238593" y="45565"/>
                          </a:cubicBezTo>
                          <a:cubicBezTo>
                            <a:pt x="237696" y="44874"/>
                            <a:pt x="236798" y="44184"/>
                            <a:pt x="235832" y="43494"/>
                          </a:cubicBezTo>
                          <a:cubicBezTo>
                            <a:pt x="234796" y="42665"/>
                            <a:pt x="233692" y="41837"/>
                            <a:pt x="232656" y="41077"/>
                          </a:cubicBezTo>
                          <a:cubicBezTo>
                            <a:pt x="232104" y="40663"/>
                            <a:pt x="231551" y="40249"/>
                            <a:pt x="230999" y="39835"/>
                          </a:cubicBezTo>
                          <a:cubicBezTo>
                            <a:pt x="229687" y="38868"/>
                            <a:pt x="228376" y="37971"/>
                            <a:pt x="227064" y="37073"/>
                          </a:cubicBezTo>
                          <a:cubicBezTo>
                            <a:pt x="226167" y="36452"/>
                            <a:pt x="225269" y="35761"/>
                            <a:pt x="224303" y="35140"/>
                          </a:cubicBezTo>
                          <a:cubicBezTo>
                            <a:pt x="224026" y="34933"/>
                            <a:pt x="223750" y="34726"/>
                            <a:pt x="223474" y="34519"/>
                          </a:cubicBezTo>
                          <a:cubicBezTo>
                            <a:pt x="220989" y="32862"/>
                            <a:pt x="218572" y="31205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6087" y="29617"/>
                            <a:pt x="216087" y="29617"/>
                            <a:pt x="216087" y="29617"/>
                          </a:cubicBezTo>
                          <a:cubicBezTo>
                            <a:pt x="213671" y="28098"/>
                            <a:pt x="211254" y="26579"/>
                            <a:pt x="208838" y="25199"/>
                          </a:cubicBezTo>
                          <a:cubicBezTo>
                            <a:pt x="208286" y="24853"/>
                            <a:pt x="207734" y="24508"/>
                            <a:pt x="207181" y="24232"/>
                          </a:cubicBezTo>
                          <a:cubicBezTo>
                            <a:pt x="205317" y="23128"/>
                            <a:pt x="203453" y="22092"/>
                            <a:pt x="201589" y="21125"/>
                          </a:cubicBezTo>
                          <a:cubicBezTo>
                            <a:pt x="201382" y="21056"/>
                            <a:pt x="201244" y="20918"/>
                            <a:pt x="201106" y="20849"/>
                          </a:cubicBezTo>
                          <a:cubicBezTo>
                            <a:pt x="199587" y="20021"/>
                            <a:pt x="197999" y="19261"/>
                            <a:pt x="196481" y="18433"/>
                          </a:cubicBezTo>
                          <a:cubicBezTo>
                            <a:pt x="195790" y="18088"/>
                            <a:pt x="195100" y="17743"/>
                            <a:pt x="194409" y="17397"/>
                          </a:cubicBezTo>
                          <a:cubicBezTo>
                            <a:pt x="194340" y="17397"/>
                            <a:pt x="194202" y="17328"/>
                            <a:pt x="194133" y="17259"/>
                          </a:cubicBezTo>
                          <a:cubicBezTo>
                            <a:pt x="191993" y="16224"/>
                            <a:pt x="189853" y="15188"/>
                            <a:pt x="187713" y="14222"/>
                          </a:cubicBezTo>
                          <a:cubicBezTo>
                            <a:pt x="187575" y="14222"/>
                            <a:pt x="187437" y="14084"/>
                            <a:pt x="187230" y="14015"/>
                          </a:cubicBezTo>
                          <a:cubicBezTo>
                            <a:pt x="187230" y="14015"/>
                            <a:pt x="187230" y="14015"/>
                            <a:pt x="187230" y="14015"/>
                          </a:cubicBezTo>
                          <a:cubicBezTo>
                            <a:pt x="184951" y="12979"/>
                            <a:pt x="182604" y="12013"/>
                            <a:pt x="180326" y="11115"/>
                          </a:cubicBezTo>
                          <a:cubicBezTo>
                            <a:pt x="180257" y="11115"/>
                            <a:pt x="180188" y="11115"/>
                            <a:pt x="180119" y="11046"/>
                          </a:cubicBezTo>
                          <a:cubicBezTo>
                            <a:pt x="179497" y="10770"/>
                            <a:pt x="178807" y="10563"/>
                            <a:pt x="178185" y="10287"/>
                          </a:cubicBezTo>
                          <a:cubicBezTo>
                            <a:pt x="176598" y="9665"/>
                            <a:pt x="175010" y="9044"/>
                            <a:pt x="173491" y="8492"/>
                          </a:cubicBezTo>
                          <a:cubicBezTo>
                            <a:pt x="173353" y="8492"/>
                            <a:pt x="173146" y="8354"/>
                            <a:pt x="173008" y="8284"/>
                          </a:cubicBezTo>
                          <a:cubicBezTo>
                            <a:pt x="172317" y="8008"/>
                            <a:pt x="171627" y="7801"/>
                            <a:pt x="170937" y="7594"/>
                          </a:cubicBezTo>
                          <a:cubicBezTo>
                            <a:pt x="169487" y="7111"/>
                            <a:pt x="168106" y="6628"/>
                            <a:pt x="166656" y="6213"/>
                          </a:cubicBezTo>
                          <a:cubicBezTo>
                            <a:pt x="166380" y="6144"/>
                            <a:pt x="166104" y="6006"/>
                            <a:pt x="165828" y="5937"/>
                          </a:cubicBezTo>
                          <a:cubicBezTo>
                            <a:pt x="165207" y="5730"/>
                            <a:pt x="164516" y="5592"/>
                            <a:pt x="163895" y="5385"/>
                          </a:cubicBezTo>
                          <a:cubicBezTo>
                            <a:pt x="162514" y="4971"/>
                            <a:pt x="161064" y="4556"/>
                            <a:pt x="159683" y="4211"/>
                          </a:cubicBezTo>
                          <a:cubicBezTo>
                            <a:pt x="159338" y="4142"/>
                            <a:pt x="158924" y="4004"/>
                            <a:pt x="158579" y="3935"/>
                          </a:cubicBezTo>
                          <a:cubicBezTo>
                            <a:pt x="158027" y="3797"/>
                            <a:pt x="157474" y="3728"/>
                            <a:pt x="156922" y="3590"/>
                          </a:cubicBezTo>
                          <a:cubicBezTo>
                            <a:pt x="155541" y="3245"/>
                            <a:pt x="154091" y="2969"/>
                            <a:pt x="152711" y="2623"/>
                          </a:cubicBezTo>
                          <a:cubicBezTo>
                            <a:pt x="152228" y="2554"/>
                            <a:pt x="151744" y="2416"/>
                            <a:pt x="151261" y="2278"/>
                          </a:cubicBezTo>
                          <a:cubicBezTo>
                            <a:pt x="150847" y="2209"/>
                            <a:pt x="150433" y="2140"/>
                            <a:pt x="150018" y="2071"/>
                          </a:cubicBezTo>
                          <a:cubicBezTo>
                            <a:pt x="148499" y="1795"/>
                            <a:pt x="147050" y="1519"/>
                            <a:pt x="145531" y="1312"/>
                          </a:cubicBezTo>
                          <a:cubicBezTo>
                            <a:pt x="144978" y="1243"/>
                            <a:pt x="144426" y="1105"/>
                            <a:pt x="143805" y="1036"/>
                          </a:cubicBezTo>
                          <a:cubicBezTo>
                            <a:pt x="143529" y="1036"/>
                            <a:pt x="143322" y="1036"/>
                            <a:pt x="143045" y="967"/>
                          </a:cubicBezTo>
                          <a:cubicBezTo>
                            <a:pt x="140974" y="690"/>
                            <a:pt x="138972" y="483"/>
                            <a:pt x="136970" y="345"/>
                          </a:cubicBezTo>
                          <a:cubicBezTo>
                            <a:pt x="136694" y="345"/>
                            <a:pt x="136418" y="345"/>
                            <a:pt x="136142" y="276"/>
                          </a:cubicBezTo>
                          <a:cubicBezTo>
                            <a:pt x="136142" y="276"/>
                            <a:pt x="136073" y="276"/>
                            <a:pt x="136004" y="276"/>
                          </a:cubicBezTo>
                          <a:cubicBezTo>
                            <a:pt x="133587" y="138"/>
                            <a:pt x="131240" y="69"/>
                            <a:pt x="128824" y="0"/>
                          </a:cubicBezTo>
                          <a:cubicBezTo>
                            <a:pt x="128617" y="0"/>
                            <a:pt x="128341" y="0"/>
                            <a:pt x="128133" y="0"/>
                          </a:cubicBezTo>
                          <a:cubicBezTo>
                            <a:pt x="127719" y="0"/>
                            <a:pt x="127374" y="0"/>
                            <a:pt x="126960" y="0"/>
                          </a:cubicBezTo>
                          <a:cubicBezTo>
                            <a:pt x="124958" y="0"/>
                            <a:pt x="122956" y="138"/>
                            <a:pt x="120954" y="276"/>
                          </a:cubicBezTo>
                          <a:cubicBezTo>
                            <a:pt x="120539" y="276"/>
                            <a:pt x="120125" y="276"/>
                            <a:pt x="119780" y="276"/>
                          </a:cubicBezTo>
                          <a:cubicBezTo>
                            <a:pt x="119573" y="276"/>
                            <a:pt x="119366" y="276"/>
                            <a:pt x="119228" y="345"/>
                          </a:cubicBezTo>
                          <a:cubicBezTo>
                            <a:pt x="116535" y="621"/>
                            <a:pt x="113843" y="967"/>
                            <a:pt x="111219" y="1450"/>
                          </a:cubicBezTo>
                          <a:cubicBezTo>
                            <a:pt x="111012" y="1450"/>
                            <a:pt x="110805" y="1450"/>
                            <a:pt x="110598" y="1519"/>
                          </a:cubicBezTo>
                          <a:cubicBezTo>
                            <a:pt x="109355" y="1795"/>
                            <a:pt x="108113" y="2002"/>
                            <a:pt x="106939" y="2347"/>
                          </a:cubicBezTo>
                          <a:cubicBezTo>
                            <a:pt x="104730" y="2900"/>
                            <a:pt x="102590" y="3590"/>
                            <a:pt x="100450" y="4280"/>
                          </a:cubicBezTo>
                          <a:cubicBezTo>
                            <a:pt x="100242" y="4349"/>
                            <a:pt x="99966" y="4418"/>
                            <a:pt x="99759" y="4487"/>
                          </a:cubicBezTo>
                          <a:cubicBezTo>
                            <a:pt x="99345" y="4625"/>
                            <a:pt x="99000" y="4833"/>
                            <a:pt x="98585" y="4971"/>
                          </a:cubicBezTo>
                          <a:cubicBezTo>
                            <a:pt x="96998" y="5523"/>
                            <a:pt x="95479" y="6144"/>
                            <a:pt x="93891" y="6835"/>
                          </a:cubicBezTo>
                          <a:cubicBezTo>
                            <a:pt x="93270" y="7111"/>
                            <a:pt x="92717" y="7387"/>
                            <a:pt x="92096" y="7663"/>
                          </a:cubicBezTo>
                          <a:cubicBezTo>
                            <a:pt x="90094" y="8630"/>
                            <a:pt x="88092" y="9665"/>
                            <a:pt x="86159" y="10770"/>
                          </a:cubicBezTo>
                          <a:lnTo>
                            <a:pt x="0" y="60822"/>
                          </a:lnTo>
                          <a:cubicBezTo>
                            <a:pt x="1933" y="59717"/>
                            <a:pt x="3935" y="58682"/>
                            <a:pt x="5937" y="57715"/>
                          </a:cubicBezTo>
                          <a:cubicBezTo>
                            <a:pt x="6559" y="57439"/>
                            <a:pt x="7111" y="57163"/>
                            <a:pt x="7732" y="56887"/>
                          </a:cubicBezTo>
                          <a:cubicBezTo>
                            <a:pt x="9251" y="56196"/>
                            <a:pt x="10839" y="55575"/>
                            <a:pt x="12427" y="55023"/>
                          </a:cubicBezTo>
                          <a:cubicBezTo>
                            <a:pt x="13048" y="54816"/>
                            <a:pt x="13669" y="54539"/>
                            <a:pt x="14291" y="54332"/>
                          </a:cubicBezTo>
                          <a:cubicBezTo>
                            <a:pt x="16431" y="53642"/>
                            <a:pt x="18571" y="52952"/>
                            <a:pt x="20780" y="52399"/>
                          </a:cubicBezTo>
                          <a:cubicBezTo>
                            <a:pt x="22230" y="52054"/>
                            <a:pt x="23680" y="51778"/>
                            <a:pt x="25130" y="51502"/>
                          </a:cubicBezTo>
                          <a:cubicBezTo>
                            <a:pt x="27753" y="51019"/>
                            <a:pt x="30446" y="50604"/>
                            <a:pt x="33138" y="50397"/>
                          </a:cubicBezTo>
                          <a:cubicBezTo>
                            <a:pt x="33759" y="50397"/>
                            <a:pt x="34312" y="50328"/>
                            <a:pt x="34933" y="50259"/>
                          </a:cubicBezTo>
                          <a:cubicBezTo>
                            <a:pt x="36935" y="50121"/>
                            <a:pt x="38937" y="49983"/>
                            <a:pt x="40939" y="49983"/>
                          </a:cubicBezTo>
                          <a:cubicBezTo>
                            <a:pt x="41561" y="49983"/>
                            <a:pt x="42182" y="49983"/>
                            <a:pt x="42803" y="49983"/>
                          </a:cubicBezTo>
                          <a:cubicBezTo>
                            <a:pt x="45151" y="49983"/>
                            <a:pt x="47567" y="50052"/>
                            <a:pt x="49983" y="50259"/>
                          </a:cubicBezTo>
                          <a:cubicBezTo>
                            <a:pt x="50328" y="50259"/>
                            <a:pt x="50605" y="50259"/>
                            <a:pt x="50950" y="50328"/>
                          </a:cubicBezTo>
                          <a:cubicBezTo>
                            <a:pt x="52952" y="50466"/>
                            <a:pt x="55023" y="50673"/>
                            <a:pt x="57025" y="50950"/>
                          </a:cubicBezTo>
                          <a:cubicBezTo>
                            <a:pt x="57853" y="51088"/>
                            <a:pt x="58682" y="51157"/>
                            <a:pt x="59441" y="51295"/>
                          </a:cubicBezTo>
                          <a:cubicBezTo>
                            <a:pt x="60960" y="51502"/>
                            <a:pt x="62410" y="51778"/>
                            <a:pt x="63929" y="52054"/>
                          </a:cubicBezTo>
                          <a:cubicBezTo>
                            <a:pt x="64826" y="52192"/>
                            <a:pt x="65724" y="52399"/>
                            <a:pt x="66621" y="52606"/>
                          </a:cubicBezTo>
                          <a:cubicBezTo>
                            <a:pt x="68002" y="52883"/>
                            <a:pt x="69452" y="53228"/>
                            <a:pt x="70832" y="53573"/>
                          </a:cubicBezTo>
                          <a:cubicBezTo>
                            <a:pt x="71730" y="53780"/>
                            <a:pt x="72696" y="53987"/>
                            <a:pt x="73594" y="54263"/>
                          </a:cubicBezTo>
                          <a:cubicBezTo>
                            <a:pt x="74975" y="54609"/>
                            <a:pt x="76355" y="55023"/>
                            <a:pt x="77805" y="55437"/>
                          </a:cubicBezTo>
                          <a:cubicBezTo>
                            <a:pt x="78703" y="55713"/>
                            <a:pt x="79600" y="55920"/>
                            <a:pt x="80498" y="56196"/>
                          </a:cubicBezTo>
                          <a:cubicBezTo>
                            <a:pt x="81948" y="56611"/>
                            <a:pt x="83328" y="57094"/>
                            <a:pt x="84778" y="57577"/>
                          </a:cubicBezTo>
                          <a:cubicBezTo>
                            <a:pt x="85675" y="57853"/>
                            <a:pt x="86504" y="58129"/>
                            <a:pt x="87401" y="58475"/>
                          </a:cubicBezTo>
                          <a:cubicBezTo>
                            <a:pt x="88989" y="59027"/>
                            <a:pt x="90577" y="59648"/>
                            <a:pt x="92165" y="60270"/>
                          </a:cubicBezTo>
                          <a:cubicBezTo>
                            <a:pt x="92855" y="60546"/>
                            <a:pt x="93615" y="60822"/>
                            <a:pt x="94305" y="61098"/>
                          </a:cubicBezTo>
                          <a:cubicBezTo>
                            <a:pt x="96583" y="61996"/>
                            <a:pt x="98931" y="62962"/>
                            <a:pt x="101209" y="63998"/>
                          </a:cubicBezTo>
                          <a:cubicBezTo>
                            <a:pt x="101347" y="64067"/>
                            <a:pt x="101554" y="64136"/>
                            <a:pt x="101692" y="64205"/>
                          </a:cubicBezTo>
                          <a:cubicBezTo>
                            <a:pt x="103832" y="65171"/>
                            <a:pt x="105972" y="66207"/>
                            <a:pt x="108113" y="67242"/>
                          </a:cubicBezTo>
                          <a:cubicBezTo>
                            <a:pt x="108872" y="67588"/>
                            <a:pt x="109631" y="68071"/>
                            <a:pt x="110460" y="68416"/>
                          </a:cubicBezTo>
                          <a:cubicBezTo>
                            <a:pt x="111979" y="69175"/>
                            <a:pt x="113567" y="70004"/>
                            <a:pt x="115085" y="70832"/>
                          </a:cubicBezTo>
                          <a:cubicBezTo>
                            <a:pt x="117088" y="71937"/>
                            <a:pt x="119159" y="73042"/>
                            <a:pt x="121161" y="74215"/>
                          </a:cubicBezTo>
                          <a:cubicBezTo>
                            <a:pt x="124129" y="75941"/>
                            <a:pt x="127098" y="77736"/>
                            <a:pt x="130135" y="79669"/>
                          </a:cubicBezTo>
                          <a:cubicBezTo>
                            <a:pt x="130135" y="79669"/>
                            <a:pt x="130135" y="79669"/>
                            <a:pt x="130135" y="79669"/>
                          </a:cubicBezTo>
                          <a:cubicBezTo>
                            <a:pt x="132897" y="81395"/>
                            <a:pt x="135659" y="83259"/>
                            <a:pt x="138420" y="85192"/>
                          </a:cubicBezTo>
                          <a:cubicBezTo>
                            <a:pt x="139318" y="85814"/>
                            <a:pt x="140215" y="86504"/>
                            <a:pt x="141182" y="87125"/>
                          </a:cubicBezTo>
                          <a:cubicBezTo>
                            <a:pt x="143045" y="88437"/>
                            <a:pt x="144910" y="89818"/>
                            <a:pt x="146774" y="91198"/>
                          </a:cubicBezTo>
                          <a:cubicBezTo>
                            <a:pt x="147809" y="92027"/>
                            <a:pt x="148914" y="92786"/>
                            <a:pt x="149949" y="93615"/>
                          </a:cubicBezTo>
                          <a:cubicBezTo>
                            <a:pt x="151675" y="94926"/>
                            <a:pt x="153401" y="96307"/>
                            <a:pt x="155127" y="97688"/>
                          </a:cubicBezTo>
                          <a:cubicBezTo>
                            <a:pt x="156232" y="98585"/>
                            <a:pt x="157336" y="99483"/>
                            <a:pt x="158372" y="100380"/>
                          </a:cubicBezTo>
                          <a:cubicBezTo>
                            <a:pt x="160098" y="101830"/>
                            <a:pt x="161824" y="103280"/>
                            <a:pt x="163550" y="104799"/>
                          </a:cubicBezTo>
                          <a:cubicBezTo>
                            <a:pt x="164585" y="105696"/>
                            <a:pt x="165621" y="106594"/>
                            <a:pt x="166656" y="107491"/>
                          </a:cubicBezTo>
                          <a:cubicBezTo>
                            <a:pt x="168589" y="109217"/>
                            <a:pt x="170592" y="111012"/>
                            <a:pt x="172525" y="112876"/>
                          </a:cubicBezTo>
                          <a:cubicBezTo>
                            <a:pt x="173284" y="113566"/>
                            <a:pt x="173974" y="114188"/>
                            <a:pt x="174734" y="114878"/>
                          </a:cubicBezTo>
                          <a:cubicBezTo>
                            <a:pt x="177357" y="117364"/>
                            <a:pt x="179980" y="119987"/>
                            <a:pt x="182535" y="122610"/>
                          </a:cubicBezTo>
                          <a:cubicBezTo>
                            <a:pt x="183018" y="123163"/>
                            <a:pt x="183571" y="123646"/>
                            <a:pt x="184054" y="124198"/>
                          </a:cubicBezTo>
                          <a:cubicBezTo>
                            <a:pt x="186401" y="126684"/>
                            <a:pt x="188817" y="129169"/>
                            <a:pt x="191096" y="131723"/>
                          </a:cubicBezTo>
                          <a:cubicBezTo>
                            <a:pt x="194478" y="135451"/>
                            <a:pt x="197792" y="139248"/>
                            <a:pt x="201037" y="143184"/>
                          </a:cubicBezTo>
                          <a:cubicBezTo>
                            <a:pt x="201106" y="143253"/>
                            <a:pt x="201175" y="143391"/>
                            <a:pt x="201244" y="143460"/>
                          </a:cubicBezTo>
                          <a:cubicBezTo>
                            <a:pt x="204006" y="146773"/>
                            <a:pt x="206698" y="150225"/>
                            <a:pt x="209390" y="153677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6" name="Google Shape;1176;p56"/>
                    <p:cNvSpPr/>
                    <p:nvPr/>
                  </p:nvSpPr>
                  <p:spPr>
                    <a:xfrm>
                      <a:off x="2542301" y="2862616"/>
                      <a:ext cx="181499" cy="167139"/>
                    </a:xfrm>
                    <a:custGeom>
                      <a:rect b="b" l="l" r="r" t="t"/>
                      <a:pathLst>
                        <a:path extrusionOk="0" h="167139" w="181499">
                          <a:moveTo>
                            <a:pt x="181361" y="110115"/>
                          </a:moveTo>
                          <a:cubicBezTo>
                            <a:pt x="181361" y="109217"/>
                            <a:pt x="181292" y="108251"/>
                            <a:pt x="181223" y="107353"/>
                          </a:cubicBezTo>
                          <a:cubicBezTo>
                            <a:pt x="181223" y="107284"/>
                            <a:pt x="181223" y="107215"/>
                            <a:pt x="181223" y="107146"/>
                          </a:cubicBezTo>
                          <a:cubicBezTo>
                            <a:pt x="181223" y="107146"/>
                            <a:pt x="181223" y="107077"/>
                            <a:pt x="181223" y="107008"/>
                          </a:cubicBezTo>
                          <a:cubicBezTo>
                            <a:pt x="181223" y="106179"/>
                            <a:pt x="181085" y="105351"/>
                            <a:pt x="181016" y="104592"/>
                          </a:cubicBezTo>
                          <a:cubicBezTo>
                            <a:pt x="180947" y="103625"/>
                            <a:pt x="180809" y="102659"/>
                            <a:pt x="180671" y="101692"/>
                          </a:cubicBezTo>
                          <a:cubicBezTo>
                            <a:pt x="180533" y="100656"/>
                            <a:pt x="180395" y="99690"/>
                            <a:pt x="180256" y="98654"/>
                          </a:cubicBezTo>
                          <a:cubicBezTo>
                            <a:pt x="180188" y="98102"/>
                            <a:pt x="180049" y="97481"/>
                            <a:pt x="179980" y="96928"/>
                          </a:cubicBezTo>
                          <a:cubicBezTo>
                            <a:pt x="179980" y="96790"/>
                            <a:pt x="179980" y="96652"/>
                            <a:pt x="179911" y="96514"/>
                          </a:cubicBezTo>
                          <a:cubicBezTo>
                            <a:pt x="179911" y="96169"/>
                            <a:pt x="179773" y="95893"/>
                            <a:pt x="179773" y="95548"/>
                          </a:cubicBezTo>
                          <a:cubicBezTo>
                            <a:pt x="179566" y="94512"/>
                            <a:pt x="179359" y="93408"/>
                            <a:pt x="179152" y="92372"/>
                          </a:cubicBezTo>
                          <a:cubicBezTo>
                            <a:pt x="178945" y="91267"/>
                            <a:pt x="178669" y="90163"/>
                            <a:pt x="178393" y="89058"/>
                          </a:cubicBezTo>
                          <a:cubicBezTo>
                            <a:pt x="178116" y="88092"/>
                            <a:pt x="177909" y="87056"/>
                            <a:pt x="177633" y="86090"/>
                          </a:cubicBezTo>
                          <a:cubicBezTo>
                            <a:pt x="177633" y="86090"/>
                            <a:pt x="177633" y="85952"/>
                            <a:pt x="177633" y="85952"/>
                          </a:cubicBezTo>
                          <a:cubicBezTo>
                            <a:pt x="177633" y="85952"/>
                            <a:pt x="177633" y="85813"/>
                            <a:pt x="177633" y="85744"/>
                          </a:cubicBezTo>
                          <a:cubicBezTo>
                            <a:pt x="177357" y="84640"/>
                            <a:pt x="177012" y="83535"/>
                            <a:pt x="176667" y="82362"/>
                          </a:cubicBezTo>
                          <a:cubicBezTo>
                            <a:pt x="176322" y="81257"/>
                            <a:pt x="175976" y="80152"/>
                            <a:pt x="175631" y="79048"/>
                          </a:cubicBezTo>
                          <a:cubicBezTo>
                            <a:pt x="175286" y="77943"/>
                            <a:pt x="174872" y="76908"/>
                            <a:pt x="174526" y="75803"/>
                          </a:cubicBezTo>
                          <a:cubicBezTo>
                            <a:pt x="174457" y="75596"/>
                            <a:pt x="174388" y="75389"/>
                            <a:pt x="174319" y="75182"/>
                          </a:cubicBezTo>
                          <a:cubicBezTo>
                            <a:pt x="174319" y="75044"/>
                            <a:pt x="174250" y="74975"/>
                            <a:pt x="174181" y="74836"/>
                          </a:cubicBezTo>
                          <a:cubicBezTo>
                            <a:pt x="173905" y="74146"/>
                            <a:pt x="173629" y="73387"/>
                            <a:pt x="173353" y="72696"/>
                          </a:cubicBezTo>
                          <a:cubicBezTo>
                            <a:pt x="172939" y="71661"/>
                            <a:pt x="172524" y="70625"/>
                            <a:pt x="172110" y="69659"/>
                          </a:cubicBezTo>
                          <a:cubicBezTo>
                            <a:pt x="171696" y="68623"/>
                            <a:pt x="171282" y="67657"/>
                            <a:pt x="170798" y="66621"/>
                          </a:cubicBezTo>
                          <a:cubicBezTo>
                            <a:pt x="170453" y="65862"/>
                            <a:pt x="170108" y="65033"/>
                            <a:pt x="169763" y="64274"/>
                          </a:cubicBezTo>
                          <a:cubicBezTo>
                            <a:pt x="169763" y="64205"/>
                            <a:pt x="169694" y="64136"/>
                            <a:pt x="169625" y="63998"/>
                          </a:cubicBezTo>
                          <a:cubicBezTo>
                            <a:pt x="169556" y="63860"/>
                            <a:pt x="169487" y="63721"/>
                            <a:pt x="169418" y="63514"/>
                          </a:cubicBezTo>
                          <a:cubicBezTo>
                            <a:pt x="168934" y="62410"/>
                            <a:pt x="168382" y="61374"/>
                            <a:pt x="167899" y="60339"/>
                          </a:cubicBezTo>
                          <a:cubicBezTo>
                            <a:pt x="167278" y="59096"/>
                            <a:pt x="166656" y="57922"/>
                            <a:pt x="166035" y="56749"/>
                          </a:cubicBezTo>
                          <a:cubicBezTo>
                            <a:pt x="165621" y="55920"/>
                            <a:pt x="165137" y="55092"/>
                            <a:pt x="164654" y="54263"/>
                          </a:cubicBezTo>
                          <a:cubicBezTo>
                            <a:pt x="164378" y="53780"/>
                            <a:pt x="164171" y="53366"/>
                            <a:pt x="163895" y="52883"/>
                          </a:cubicBezTo>
                          <a:cubicBezTo>
                            <a:pt x="163619" y="52330"/>
                            <a:pt x="163342" y="51847"/>
                            <a:pt x="162997" y="51295"/>
                          </a:cubicBezTo>
                          <a:cubicBezTo>
                            <a:pt x="161479" y="48740"/>
                            <a:pt x="159891" y="46255"/>
                            <a:pt x="158234" y="43770"/>
                          </a:cubicBezTo>
                          <a:cubicBezTo>
                            <a:pt x="158165" y="43632"/>
                            <a:pt x="158096" y="43563"/>
                            <a:pt x="158027" y="43424"/>
                          </a:cubicBezTo>
                          <a:cubicBezTo>
                            <a:pt x="157888" y="43217"/>
                            <a:pt x="157750" y="43079"/>
                            <a:pt x="157681" y="42872"/>
                          </a:cubicBezTo>
                          <a:cubicBezTo>
                            <a:pt x="156784" y="41560"/>
                            <a:pt x="155817" y="40180"/>
                            <a:pt x="154851" y="38868"/>
                          </a:cubicBezTo>
                          <a:cubicBezTo>
                            <a:pt x="154091" y="37832"/>
                            <a:pt x="153263" y="36728"/>
                            <a:pt x="152434" y="35692"/>
                          </a:cubicBezTo>
                          <a:cubicBezTo>
                            <a:pt x="151882" y="35002"/>
                            <a:pt x="151330" y="34311"/>
                            <a:pt x="150847" y="33690"/>
                          </a:cubicBezTo>
                          <a:cubicBezTo>
                            <a:pt x="150640" y="33414"/>
                            <a:pt x="150433" y="33207"/>
                            <a:pt x="150225" y="32931"/>
                          </a:cubicBezTo>
                          <a:cubicBezTo>
                            <a:pt x="149535" y="32033"/>
                            <a:pt x="148775" y="31205"/>
                            <a:pt x="148016" y="30376"/>
                          </a:cubicBezTo>
                          <a:cubicBezTo>
                            <a:pt x="147257" y="29548"/>
                            <a:pt x="146566" y="28719"/>
                            <a:pt x="145807" y="27891"/>
                          </a:cubicBezTo>
                          <a:cubicBezTo>
                            <a:pt x="145255" y="27270"/>
                            <a:pt x="144702" y="26717"/>
                            <a:pt x="144081" y="26096"/>
                          </a:cubicBezTo>
                          <a:cubicBezTo>
                            <a:pt x="144012" y="26027"/>
                            <a:pt x="143943" y="25889"/>
                            <a:pt x="143805" y="25820"/>
                          </a:cubicBezTo>
                          <a:cubicBezTo>
                            <a:pt x="143667" y="25682"/>
                            <a:pt x="143529" y="25544"/>
                            <a:pt x="143391" y="25406"/>
                          </a:cubicBezTo>
                          <a:cubicBezTo>
                            <a:pt x="142562" y="24577"/>
                            <a:pt x="141734" y="23749"/>
                            <a:pt x="140905" y="22920"/>
                          </a:cubicBezTo>
                          <a:cubicBezTo>
                            <a:pt x="140008" y="22092"/>
                            <a:pt x="139179" y="21263"/>
                            <a:pt x="138282" y="20504"/>
                          </a:cubicBezTo>
                          <a:cubicBezTo>
                            <a:pt x="137799" y="20090"/>
                            <a:pt x="137384" y="19676"/>
                            <a:pt x="136901" y="19330"/>
                          </a:cubicBezTo>
                          <a:cubicBezTo>
                            <a:pt x="136763" y="19192"/>
                            <a:pt x="136556" y="19054"/>
                            <a:pt x="136418" y="18916"/>
                          </a:cubicBezTo>
                          <a:cubicBezTo>
                            <a:pt x="136142" y="18640"/>
                            <a:pt x="135866" y="18433"/>
                            <a:pt x="135590" y="18157"/>
                          </a:cubicBezTo>
                          <a:cubicBezTo>
                            <a:pt x="134692" y="17397"/>
                            <a:pt x="133794" y="16638"/>
                            <a:pt x="132828" y="15948"/>
                          </a:cubicBezTo>
                          <a:cubicBezTo>
                            <a:pt x="131930" y="15257"/>
                            <a:pt x="131033" y="14567"/>
                            <a:pt x="130135" y="13876"/>
                          </a:cubicBezTo>
                          <a:cubicBezTo>
                            <a:pt x="129859" y="13669"/>
                            <a:pt x="129652" y="13531"/>
                            <a:pt x="129376" y="13324"/>
                          </a:cubicBezTo>
                          <a:cubicBezTo>
                            <a:pt x="129238" y="13186"/>
                            <a:pt x="129100" y="13117"/>
                            <a:pt x="128962" y="12979"/>
                          </a:cubicBezTo>
                          <a:cubicBezTo>
                            <a:pt x="128478" y="12634"/>
                            <a:pt x="127995" y="12289"/>
                            <a:pt x="127443" y="11943"/>
                          </a:cubicBezTo>
                          <a:cubicBezTo>
                            <a:pt x="126545" y="11322"/>
                            <a:pt x="125648" y="10770"/>
                            <a:pt x="124819" y="10218"/>
                          </a:cubicBezTo>
                          <a:cubicBezTo>
                            <a:pt x="123922" y="9665"/>
                            <a:pt x="123094" y="9113"/>
                            <a:pt x="122196" y="8630"/>
                          </a:cubicBezTo>
                          <a:cubicBezTo>
                            <a:pt x="121989" y="8492"/>
                            <a:pt x="121782" y="8422"/>
                            <a:pt x="121575" y="8284"/>
                          </a:cubicBezTo>
                          <a:cubicBezTo>
                            <a:pt x="120885" y="7870"/>
                            <a:pt x="120263" y="7525"/>
                            <a:pt x="119573" y="7180"/>
                          </a:cubicBezTo>
                          <a:cubicBezTo>
                            <a:pt x="118744" y="6697"/>
                            <a:pt x="117847" y="6282"/>
                            <a:pt x="117018" y="5868"/>
                          </a:cubicBezTo>
                          <a:cubicBezTo>
                            <a:pt x="117018" y="5868"/>
                            <a:pt x="117018" y="5868"/>
                            <a:pt x="116949" y="5868"/>
                          </a:cubicBezTo>
                          <a:cubicBezTo>
                            <a:pt x="116949" y="5868"/>
                            <a:pt x="116811" y="5868"/>
                            <a:pt x="116742" y="5799"/>
                          </a:cubicBezTo>
                          <a:cubicBezTo>
                            <a:pt x="115983" y="5454"/>
                            <a:pt x="115223" y="5040"/>
                            <a:pt x="114464" y="4763"/>
                          </a:cubicBezTo>
                          <a:cubicBezTo>
                            <a:pt x="113774" y="4487"/>
                            <a:pt x="113083" y="4211"/>
                            <a:pt x="112462" y="3866"/>
                          </a:cubicBezTo>
                          <a:cubicBezTo>
                            <a:pt x="112324" y="3866"/>
                            <a:pt x="112255" y="3797"/>
                            <a:pt x="112117" y="3728"/>
                          </a:cubicBezTo>
                          <a:cubicBezTo>
                            <a:pt x="112117" y="3728"/>
                            <a:pt x="111979" y="3728"/>
                            <a:pt x="111910" y="3659"/>
                          </a:cubicBezTo>
                          <a:cubicBezTo>
                            <a:pt x="111081" y="3314"/>
                            <a:pt x="110184" y="2969"/>
                            <a:pt x="109355" y="2692"/>
                          </a:cubicBezTo>
                          <a:cubicBezTo>
                            <a:pt x="108872" y="2554"/>
                            <a:pt x="108389" y="2347"/>
                            <a:pt x="107905" y="2209"/>
                          </a:cubicBezTo>
                          <a:cubicBezTo>
                            <a:pt x="107698" y="2209"/>
                            <a:pt x="107491" y="2071"/>
                            <a:pt x="107284" y="2002"/>
                          </a:cubicBezTo>
                          <a:cubicBezTo>
                            <a:pt x="107146" y="2002"/>
                            <a:pt x="106939" y="1864"/>
                            <a:pt x="106801" y="1864"/>
                          </a:cubicBezTo>
                          <a:cubicBezTo>
                            <a:pt x="105972" y="1588"/>
                            <a:pt x="105075" y="1381"/>
                            <a:pt x="104246" y="1174"/>
                          </a:cubicBezTo>
                          <a:cubicBezTo>
                            <a:pt x="103970" y="1105"/>
                            <a:pt x="103625" y="1036"/>
                            <a:pt x="103349" y="967"/>
                          </a:cubicBezTo>
                          <a:cubicBezTo>
                            <a:pt x="103073" y="967"/>
                            <a:pt x="102866" y="828"/>
                            <a:pt x="102589" y="828"/>
                          </a:cubicBezTo>
                          <a:cubicBezTo>
                            <a:pt x="102244" y="759"/>
                            <a:pt x="101968" y="690"/>
                            <a:pt x="101623" y="621"/>
                          </a:cubicBezTo>
                          <a:cubicBezTo>
                            <a:pt x="100726" y="483"/>
                            <a:pt x="99897" y="276"/>
                            <a:pt x="99000" y="207"/>
                          </a:cubicBezTo>
                          <a:cubicBezTo>
                            <a:pt x="98930" y="207"/>
                            <a:pt x="98792" y="207"/>
                            <a:pt x="98723" y="207"/>
                          </a:cubicBezTo>
                          <a:cubicBezTo>
                            <a:pt x="98516" y="207"/>
                            <a:pt x="98309" y="207"/>
                            <a:pt x="98171" y="207"/>
                          </a:cubicBezTo>
                          <a:cubicBezTo>
                            <a:pt x="97550" y="207"/>
                            <a:pt x="96997" y="69"/>
                            <a:pt x="96376" y="0"/>
                          </a:cubicBezTo>
                          <a:cubicBezTo>
                            <a:pt x="95824" y="0"/>
                            <a:pt x="95341" y="0"/>
                            <a:pt x="94788" y="0"/>
                          </a:cubicBezTo>
                          <a:cubicBezTo>
                            <a:pt x="94512" y="0"/>
                            <a:pt x="94236" y="0"/>
                            <a:pt x="94029" y="0"/>
                          </a:cubicBezTo>
                          <a:cubicBezTo>
                            <a:pt x="93891" y="0"/>
                            <a:pt x="93753" y="0"/>
                            <a:pt x="93615" y="0"/>
                          </a:cubicBezTo>
                          <a:cubicBezTo>
                            <a:pt x="92648" y="0"/>
                            <a:pt x="91613" y="0"/>
                            <a:pt x="90646" y="138"/>
                          </a:cubicBezTo>
                          <a:cubicBezTo>
                            <a:pt x="90577" y="138"/>
                            <a:pt x="90439" y="138"/>
                            <a:pt x="90370" y="138"/>
                          </a:cubicBezTo>
                          <a:cubicBezTo>
                            <a:pt x="90025" y="138"/>
                            <a:pt x="89749" y="207"/>
                            <a:pt x="89403" y="276"/>
                          </a:cubicBezTo>
                          <a:cubicBezTo>
                            <a:pt x="88713" y="345"/>
                            <a:pt x="88092" y="414"/>
                            <a:pt x="87401" y="552"/>
                          </a:cubicBezTo>
                          <a:cubicBezTo>
                            <a:pt x="86987" y="621"/>
                            <a:pt x="86573" y="690"/>
                            <a:pt x="86159" y="828"/>
                          </a:cubicBezTo>
                          <a:lnTo>
                            <a:pt x="0" y="50881"/>
                          </a:lnTo>
                          <a:cubicBezTo>
                            <a:pt x="1036" y="50604"/>
                            <a:pt x="2140" y="50466"/>
                            <a:pt x="3176" y="50328"/>
                          </a:cubicBezTo>
                          <a:cubicBezTo>
                            <a:pt x="3521" y="50328"/>
                            <a:pt x="3797" y="50190"/>
                            <a:pt x="4142" y="50190"/>
                          </a:cubicBezTo>
                          <a:cubicBezTo>
                            <a:pt x="5316" y="50052"/>
                            <a:pt x="6559" y="50052"/>
                            <a:pt x="7801" y="50052"/>
                          </a:cubicBezTo>
                          <a:cubicBezTo>
                            <a:pt x="8077" y="50052"/>
                            <a:pt x="8285" y="50052"/>
                            <a:pt x="8561" y="50052"/>
                          </a:cubicBezTo>
                          <a:cubicBezTo>
                            <a:pt x="9665" y="50052"/>
                            <a:pt x="10770" y="50190"/>
                            <a:pt x="11944" y="50259"/>
                          </a:cubicBezTo>
                          <a:cubicBezTo>
                            <a:pt x="12151" y="50259"/>
                            <a:pt x="12358" y="50259"/>
                            <a:pt x="12565" y="50259"/>
                          </a:cubicBezTo>
                          <a:cubicBezTo>
                            <a:pt x="13807" y="50397"/>
                            <a:pt x="15119" y="50673"/>
                            <a:pt x="16431" y="50950"/>
                          </a:cubicBezTo>
                          <a:cubicBezTo>
                            <a:pt x="16707" y="50950"/>
                            <a:pt x="16914" y="51088"/>
                            <a:pt x="17190" y="51088"/>
                          </a:cubicBezTo>
                          <a:cubicBezTo>
                            <a:pt x="18502" y="51364"/>
                            <a:pt x="19814" y="51709"/>
                            <a:pt x="21125" y="52123"/>
                          </a:cubicBezTo>
                          <a:cubicBezTo>
                            <a:pt x="21333" y="52123"/>
                            <a:pt x="21540" y="52261"/>
                            <a:pt x="21747" y="52330"/>
                          </a:cubicBezTo>
                          <a:cubicBezTo>
                            <a:pt x="23128" y="52745"/>
                            <a:pt x="24508" y="53297"/>
                            <a:pt x="25889" y="53849"/>
                          </a:cubicBezTo>
                          <a:cubicBezTo>
                            <a:pt x="26027" y="53849"/>
                            <a:pt x="26096" y="53918"/>
                            <a:pt x="26234" y="53987"/>
                          </a:cubicBezTo>
                          <a:cubicBezTo>
                            <a:pt x="27684" y="54608"/>
                            <a:pt x="29134" y="55230"/>
                            <a:pt x="30515" y="55920"/>
                          </a:cubicBezTo>
                          <a:cubicBezTo>
                            <a:pt x="30515" y="55920"/>
                            <a:pt x="30653" y="55920"/>
                            <a:pt x="30722" y="55989"/>
                          </a:cubicBezTo>
                          <a:cubicBezTo>
                            <a:pt x="32241" y="56749"/>
                            <a:pt x="33828" y="57577"/>
                            <a:pt x="35347" y="58475"/>
                          </a:cubicBezTo>
                          <a:cubicBezTo>
                            <a:pt x="37833" y="59924"/>
                            <a:pt x="40249" y="61512"/>
                            <a:pt x="42734" y="63238"/>
                          </a:cubicBezTo>
                          <a:cubicBezTo>
                            <a:pt x="42872" y="63376"/>
                            <a:pt x="43010" y="63445"/>
                            <a:pt x="43148" y="63583"/>
                          </a:cubicBezTo>
                          <a:cubicBezTo>
                            <a:pt x="45496" y="65309"/>
                            <a:pt x="47912" y="67173"/>
                            <a:pt x="50190" y="69175"/>
                          </a:cubicBezTo>
                          <a:cubicBezTo>
                            <a:pt x="50328" y="69313"/>
                            <a:pt x="50535" y="69452"/>
                            <a:pt x="50673" y="69590"/>
                          </a:cubicBezTo>
                          <a:cubicBezTo>
                            <a:pt x="53021" y="71661"/>
                            <a:pt x="55299" y="73801"/>
                            <a:pt x="57577" y="76079"/>
                          </a:cubicBezTo>
                          <a:cubicBezTo>
                            <a:pt x="57646" y="76148"/>
                            <a:pt x="57715" y="76286"/>
                            <a:pt x="57853" y="76355"/>
                          </a:cubicBezTo>
                          <a:cubicBezTo>
                            <a:pt x="60131" y="78772"/>
                            <a:pt x="62410" y="81257"/>
                            <a:pt x="64619" y="83949"/>
                          </a:cubicBezTo>
                          <a:cubicBezTo>
                            <a:pt x="67035" y="86849"/>
                            <a:pt x="69314" y="89956"/>
                            <a:pt x="71454" y="93062"/>
                          </a:cubicBezTo>
                          <a:cubicBezTo>
                            <a:pt x="71592" y="93269"/>
                            <a:pt x="71730" y="93408"/>
                            <a:pt x="71799" y="93615"/>
                          </a:cubicBezTo>
                          <a:cubicBezTo>
                            <a:pt x="73870" y="96652"/>
                            <a:pt x="75803" y="99828"/>
                            <a:pt x="77667" y="103004"/>
                          </a:cubicBezTo>
                          <a:cubicBezTo>
                            <a:pt x="77943" y="103487"/>
                            <a:pt x="78150" y="103901"/>
                            <a:pt x="78426" y="104384"/>
                          </a:cubicBezTo>
                          <a:cubicBezTo>
                            <a:pt x="80221" y="107560"/>
                            <a:pt x="81878" y="110874"/>
                            <a:pt x="83466" y="114119"/>
                          </a:cubicBezTo>
                          <a:cubicBezTo>
                            <a:pt x="83466" y="114188"/>
                            <a:pt x="83535" y="114326"/>
                            <a:pt x="83604" y="114395"/>
                          </a:cubicBezTo>
                          <a:cubicBezTo>
                            <a:pt x="85192" y="117847"/>
                            <a:pt x="86711" y="121437"/>
                            <a:pt x="88023" y="124958"/>
                          </a:cubicBezTo>
                          <a:cubicBezTo>
                            <a:pt x="88023" y="125096"/>
                            <a:pt x="88092" y="125165"/>
                            <a:pt x="88161" y="125303"/>
                          </a:cubicBezTo>
                          <a:cubicBezTo>
                            <a:pt x="89472" y="128893"/>
                            <a:pt x="90646" y="132483"/>
                            <a:pt x="91613" y="136073"/>
                          </a:cubicBezTo>
                          <a:cubicBezTo>
                            <a:pt x="91613" y="136073"/>
                            <a:pt x="91613" y="136211"/>
                            <a:pt x="91613" y="136211"/>
                          </a:cubicBezTo>
                          <a:cubicBezTo>
                            <a:pt x="92579" y="139732"/>
                            <a:pt x="93408" y="143253"/>
                            <a:pt x="93960" y="146704"/>
                          </a:cubicBezTo>
                          <a:cubicBezTo>
                            <a:pt x="93960" y="146842"/>
                            <a:pt x="93960" y="146981"/>
                            <a:pt x="94029" y="147119"/>
                          </a:cubicBezTo>
                          <a:cubicBezTo>
                            <a:pt x="94650" y="150570"/>
                            <a:pt x="95064" y="153953"/>
                            <a:pt x="95271" y="157198"/>
                          </a:cubicBezTo>
                          <a:cubicBezTo>
                            <a:pt x="95271" y="157198"/>
                            <a:pt x="95271" y="157336"/>
                            <a:pt x="95271" y="157336"/>
                          </a:cubicBezTo>
                          <a:cubicBezTo>
                            <a:pt x="95479" y="160719"/>
                            <a:pt x="95548" y="163964"/>
                            <a:pt x="95271" y="167139"/>
                          </a:cubicBezTo>
                          <a:lnTo>
                            <a:pt x="181430" y="117087"/>
                          </a:lnTo>
                          <a:cubicBezTo>
                            <a:pt x="181430" y="116604"/>
                            <a:pt x="181430" y="116121"/>
                            <a:pt x="181499" y="115638"/>
                          </a:cubicBezTo>
                          <a:cubicBezTo>
                            <a:pt x="181499" y="114740"/>
                            <a:pt x="181499" y="113843"/>
                            <a:pt x="181499" y="113014"/>
                          </a:cubicBezTo>
                          <a:cubicBezTo>
                            <a:pt x="181499" y="112117"/>
                            <a:pt x="181499" y="111219"/>
                            <a:pt x="181499" y="11032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77" name="Google Shape;1177;p56"/>
                    <p:cNvSpPr/>
                    <p:nvPr/>
                  </p:nvSpPr>
                  <p:spPr>
                    <a:xfrm>
                      <a:off x="2637503" y="2979566"/>
                      <a:ext cx="192890" cy="220229"/>
                    </a:xfrm>
                    <a:custGeom>
                      <a:rect b="b" l="l" r="r" t="t"/>
                      <a:pathLst>
                        <a:path extrusionOk="0" h="220229" w="192890">
                          <a:moveTo>
                            <a:pt x="192890" y="158441"/>
                          </a:moveTo>
                          <a:cubicBezTo>
                            <a:pt x="192890" y="158096"/>
                            <a:pt x="192890" y="157750"/>
                            <a:pt x="192890" y="157405"/>
                          </a:cubicBezTo>
                          <a:cubicBezTo>
                            <a:pt x="192890" y="155955"/>
                            <a:pt x="192890" y="154575"/>
                            <a:pt x="192890" y="153056"/>
                          </a:cubicBezTo>
                          <a:cubicBezTo>
                            <a:pt x="192890" y="151606"/>
                            <a:pt x="192752" y="150156"/>
                            <a:pt x="192683" y="148637"/>
                          </a:cubicBezTo>
                          <a:cubicBezTo>
                            <a:pt x="192683" y="147947"/>
                            <a:pt x="192545" y="147257"/>
                            <a:pt x="192545" y="146566"/>
                          </a:cubicBezTo>
                          <a:cubicBezTo>
                            <a:pt x="192545" y="146290"/>
                            <a:pt x="192545" y="146014"/>
                            <a:pt x="192545" y="145807"/>
                          </a:cubicBezTo>
                          <a:cubicBezTo>
                            <a:pt x="192545" y="145255"/>
                            <a:pt x="192476" y="144702"/>
                            <a:pt x="192407" y="144150"/>
                          </a:cubicBezTo>
                          <a:cubicBezTo>
                            <a:pt x="192269" y="142631"/>
                            <a:pt x="192062" y="141112"/>
                            <a:pt x="191924" y="139525"/>
                          </a:cubicBezTo>
                          <a:cubicBezTo>
                            <a:pt x="191717" y="138006"/>
                            <a:pt x="191510" y="136418"/>
                            <a:pt x="191233" y="134830"/>
                          </a:cubicBezTo>
                          <a:cubicBezTo>
                            <a:pt x="191165" y="134347"/>
                            <a:pt x="191095" y="133863"/>
                            <a:pt x="190957" y="133380"/>
                          </a:cubicBezTo>
                          <a:cubicBezTo>
                            <a:pt x="190957" y="133104"/>
                            <a:pt x="190888" y="132828"/>
                            <a:pt x="190819" y="132552"/>
                          </a:cubicBezTo>
                          <a:cubicBezTo>
                            <a:pt x="190681" y="131723"/>
                            <a:pt x="190543" y="130826"/>
                            <a:pt x="190405" y="129997"/>
                          </a:cubicBezTo>
                          <a:cubicBezTo>
                            <a:pt x="190129" y="128410"/>
                            <a:pt x="189784" y="126753"/>
                            <a:pt x="189439" y="125165"/>
                          </a:cubicBezTo>
                          <a:cubicBezTo>
                            <a:pt x="189093" y="123508"/>
                            <a:pt x="188679" y="121920"/>
                            <a:pt x="188265" y="120263"/>
                          </a:cubicBezTo>
                          <a:cubicBezTo>
                            <a:pt x="188265" y="120056"/>
                            <a:pt x="188127" y="119849"/>
                            <a:pt x="188127" y="119642"/>
                          </a:cubicBezTo>
                          <a:cubicBezTo>
                            <a:pt x="188127" y="119504"/>
                            <a:pt x="188058" y="119297"/>
                            <a:pt x="187989" y="119159"/>
                          </a:cubicBezTo>
                          <a:cubicBezTo>
                            <a:pt x="187644" y="117916"/>
                            <a:pt x="187367" y="116604"/>
                            <a:pt x="187022" y="115361"/>
                          </a:cubicBezTo>
                          <a:cubicBezTo>
                            <a:pt x="186608" y="113774"/>
                            <a:pt x="186125" y="112186"/>
                            <a:pt x="185641" y="110598"/>
                          </a:cubicBezTo>
                          <a:cubicBezTo>
                            <a:pt x="185158" y="109079"/>
                            <a:pt x="184675" y="107491"/>
                            <a:pt x="184192" y="105972"/>
                          </a:cubicBezTo>
                          <a:cubicBezTo>
                            <a:pt x="184192" y="105972"/>
                            <a:pt x="184192" y="105834"/>
                            <a:pt x="184192" y="105834"/>
                          </a:cubicBezTo>
                          <a:cubicBezTo>
                            <a:pt x="184192" y="105834"/>
                            <a:pt x="184192" y="105696"/>
                            <a:pt x="184192" y="105696"/>
                          </a:cubicBezTo>
                          <a:cubicBezTo>
                            <a:pt x="183708" y="104315"/>
                            <a:pt x="183294" y="103004"/>
                            <a:pt x="182742" y="101623"/>
                          </a:cubicBezTo>
                          <a:cubicBezTo>
                            <a:pt x="182259" y="100242"/>
                            <a:pt x="181706" y="98793"/>
                            <a:pt x="181154" y="97412"/>
                          </a:cubicBezTo>
                          <a:cubicBezTo>
                            <a:pt x="180671" y="96100"/>
                            <a:pt x="180118" y="94788"/>
                            <a:pt x="179566" y="93408"/>
                          </a:cubicBezTo>
                          <a:cubicBezTo>
                            <a:pt x="179428" y="93062"/>
                            <a:pt x="179290" y="92717"/>
                            <a:pt x="179083" y="92372"/>
                          </a:cubicBezTo>
                          <a:cubicBezTo>
                            <a:pt x="179014" y="92234"/>
                            <a:pt x="178945" y="92027"/>
                            <a:pt x="178876" y="91889"/>
                          </a:cubicBezTo>
                          <a:cubicBezTo>
                            <a:pt x="178531" y="91129"/>
                            <a:pt x="178185" y="90301"/>
                            <a:pt x="177840" y="89541"/>
                          </a:cubicBezTo>
                          <a:cubicBezTo>
                            <a:pt x="177288" y="88230"/>
                            <a:pt x="176667" y="86987"/>
                            <a:pt x="176114" y="85675"/>
                          </a:cubicBezTo>
                          <a:cubicBezTo>
                            <a:pt x="175493" y="84364"/>
                            <a:pt x="174872" y="83052"/>
                            <a:pt x="174250" y="81740"/>
                          </a:cubicBezTo>
                          <a:cubicBezTo>
                            <a:pt x="173836" y="80843"/>
                            <a:pt x="173353" y="80014"/>
                            <a:pt x="172939" y="79117"/>
                          </a:cubicBezTo>
                          <a:cubicBezTo>
                            <a:pt x="172801" y="78910"/>
                            <a:pt x="172731" y="78634"/>
                            <a:pt x="172593" y="78426"/>
                          </a:cubicBezTo>
                          <a:cubicBezTo>
                            <a:pt x="172386" y="78012"/>
                            <a:pt x="172179" y="77598"/>
                            <a:pt x="171972" y="77184"/>
                          </a:cubicBezTo>
                          <a:cubicBezTo>
                            <a:pt x="170868" y="75182"/>
                            <a:pt x="169763" y="73180"/>
                            <a:pt x="168658" y="71178"/>
                          </a:cubicBezTo>
                          <a:cubicBezTo>
                            <a:pt x="167623" y="69383"/>
                            <a:pt x="166518" y="67588"/>
                            <a:pt x="165413" y="65793"/>
                          </a:cubicBezTo>
                          <a:cubicBezTo>
                            <a:pt x="164309" y="64067"/>
                            <a:pt x="163273" y="62410"/>
                            <a:pt x="162100" y="60753"/>
                          </a:cubicBezTo>
                          <a:cubicBezTo>
                            <a:pt x="161547" y="59924"/>
                            <a:pt x="160926" y="59096"/>
                            <a:pt x="160305" y="58268"/>
                          </a:cubicBezTo>
                          <a:cubicBezTo>
                            <a:pt x="159752" y="57439"/>
                            <a:pt x="159131" y="56611"/>
                            <a:pt x="158510" y="55782"/>
                          </a:cubicBezTo>
                          <a:cubicBezTo>
                            <a:pt x="158096" y="55230"/>
                            <a:pt x="157750" y="54678"/>
                            <a:pt x="157336" y="54125"/>
                          </a:cubicBezTo>
                          <a:cubicBezTo>
                            <a:pt x="156163" y="52537"/>
                            <a:pt x="154989" y="51019"/>
                            <a:pt x="153815" y="49500"/>
                          </a:cubicBezTo>
                          <a:cubicBezTo>
                            <a:pt x="153608" y="49224"/>
                            <a:pt x="153401" y="48948"/>
                            <a:pt x="153125" y="48671"/>
                          </a:cubicBezTo>
                          <a:cubicBezTo>
                            <a:pt x="152918" y="48395"/>
                            <a:pt x="152642" y="48119"/>
                            <a:pt x="152434" y="47843"/>
                          </a:cubicBezTo>
                          <a:cubicBezTo>
                            <a:pt x="151813" y="47084"/>
                            <a:pt x="151192" y="46255"/>
                            <a:pt x="150501" y="45496"/>
                          </a:cubicBezTo>
                          <a:cubicBezTo>
                            <a:pt x="149397" y="44184"/>
                            <a:pt x="148361" y="42941"/>
                            <a:pt x="147257" y="41699"/>
                          </a:cubicBezTo>
                          <a:cubicBezTo>
                            <a:pt x="146980" y="41353"/>
                            <a:pt x="146704" y="41077"/>
                            <a:pt x="146359" y="40732"/>
                          </a:cubicBezTo>
                          <a:cubicBezTo>
                            <a:pt x="146083" y="40456"/>
                            <a:pt x="145876" y="40180"/>
                            <a:pt x="145600" y="39904"/>
                          </a:cubicBezTo>
                          <a:cubicBezTo>
                            <a:pt x="145047" y="39282"/>
                            <a:pt x="144426" y="38592"/>
                            <a:pt x="143874" y="37971"/>
                          </a:cubicBezTo>
                          <a:cubicBezTo>
                            <a:pt x="142700" y="36728"/>
                            <a:pt x="141527" y="35416"/>
                            <a:pt x="140284" y="34243"/>
                          </a:cubicBezTo>
                          <a:cubicBezTo>
                            <a:pt x="140008" y="33897"/>
                            <a:pt x="139662" y="33621"/>
                            <a:pt x="139317" y="33345"/>
                          </a:cubicBezTo>
                          <a:cubicBezTo>
                            <a:pt x="139041" y="33069"/>
                            <a:pt x="138696" y="32724"/>
                            <a:pt x="138420" y="32448"/>
                          </a:cubicBezTo>
                          <a:cubicBezTo>
                            <a:pt x="137799" y="31826"/>
                            <a:pt x="137177" y="31205"/>
                            <a:pt x="136487" y="30584"/>
                          </a:cubicBezTo>
                          <a:cubicBezTo>
                            <a:pt x="135175" y="29341"/>
                            <a:pt x="133863" y="28098"/>
                            <a:pt x="132552" y="26925"/>
                          </a:cubicBezTo>
                          <a:cubicBezTo>
                            <a:pt x="132345" y="26718"/>
                            <a:pt x="132137" y="26510"/>
                            <a:pt x="131861" y="26372"/>
                          </a:cubicBezTo>
                          <a:cubicBezTo>
                            <a:pt x="131585" y="26096"/>
                            <a:pt x="131309" y="25889"/>
                            <a:pt x="131033" y="25613"/>
                          </a:cubicBezTo>
                          <a:cubicBezTo>
                            <a:pt x="130204" y="24922"/>
                            <a:pt x="129376" y="24163"/>
                            <a:pt x="128548" y="23473"/>
                          </a:cubicBezTo>
                          <a:cubicBezTo>
                            <a:pt x="127236" y="22368"/>
                            <a:pt x="125924" y="21264"/>
                            <a:pt x="124543" y="20228"/>
                          </a:cubicBezTo>
                          <a:cubicBezTo>
                            <a:pt x="124405" y="20159"/>
                            <a:pt x="124336" y="20021"/>
                            <a:pt x="124198" y="19952"/>
                          </a:cubicBezTo>
                          <a:cubicBezTo>
                            <a:pt x="123991" y="19814"/>
                            <a:pt x="123853" y="19676"/>
                            <a:pt x="123646" y="19538"/>
                          </a:cubicBezTo>
                          <a:cubicBezTo>
                            <a:pt x="122610" y="18778"/>
                            <a:pt x="121644" y="17950"/>
                            <a:pt x="120608" y="17259"/>
                          </a:cubicBezTo>
                          <a:cubicBezTo>
                            <a:pt x="119365" y="16362"/>
                            <a:pt x="118054" y="15464"/>
                            <a:pt x="116811" y="14567"/>
                          </a:cubicBezTo>
                          <a:cubicBezTo>
                            <a:pt x="116742" y="14567"/>
                            <a:pt x="116604" y="14429"/>
                            <a:pt x="116535" y="14360"/>
                          </a:cubicBezTo>
                          <a:cubicBezTo>
                            <a:pt x="116397" y="14291"/>
                            <a:pt x="116259" y="14153"/>
                            <a:pt x="116121" y="14084"/>
                          </a:cubicBezTo>
                          <a:cubicBezTo>
                            <a:pt x="115154" y="13393"/>
                            <a:pt x="114119" y="12772"/>
                            <a:pt x="113152" y="12151"/>
                          </a:cubicBezTo>
                          <a:cubicBezTo>
                            <a:pt x="111979" y="11391"/>
                            <a:pt x="110736" y="10632"/>
                            <a:pt x="109562" y="9941"/>
                          </a:cubicBezTo>
                          <a:cubicBezTo>
                            <a:pt x="109286" y="9803"/>
                            <a:pt x="109010" y="9596"/>
                            <a:pt x="108734" y="9458"/>
                          </a:cubicBezTo>
                          <a:cubicBezTo>
                            <a:pt x="107836" y="8906"/>
                            <a:pt x="106939" y="8423"/>
                            <a:pt x="106041" y="7939"/>
                          </a:cubicBezTo>
                          <a:cubicBezTo>
                            <a:pt x="105213" y="7456"/>
                            <a:pt x="104315" y="7042"/>
                            <a:pt x="103487" y="6628"/>
                          </a:cubicBezTo>
                          <a:cubicBezTo>
                            <a:pt x="103280" y="6559"/>
                            <a:pt x="103073" y="6421"/>
                            <a:pt x="102866" y="6352"/>
                          </a:cubicBezTo>
                          <a:cubicBezTo>
                            <a:pt x="102797" y="6352"/>
                            <a:pt x="102659" y="6282"/>
                            <a:pt x="102589" y="6213"/>
                          </a:cubicBezTo>
                          <a:cubicBezTo>
                            <a:pt x="101485" y="5661"/>
                            <a:pt x="100311" y="5109"/>
                            <a:pt x="99207" y="4626"/>
                          </a:cubicBezTo>
                          <a:cubicBezTo>
                            <a:pt x="98792" y="4418"/>
                            <a:pt x="98309" y="4280"/>
                            <a:pt x="97895" y="4073"/>
                          </a:cubicBezTo>
                          <a:cubicBezTo>
                            <a:pt x="97550" y="3935"/>
                            <a:pt x="97274" y="3797"/>
                            <a:pt x="96928" y="3659"/>
                          </a:cubicBezTo>
                          <a:cubicBezTo>
                            <a:pt x="96583" y="3521"/>
                            <a:pt x="96238" y="3383"/>
                            <a:pt x="95893" y="3245"/>
                          </a:cubicBezTo>
                          <a:cubicBezTo>
                            <a:pt x="94788" y="2831"/>
                            <a:pt x="93684" y="2416"/>
                            <a:pt x="92579" y="2002"/>
                          </a:cubicBezTo>
                          <a:cubicBezTo>
                            <a:pt x="92372" y="2002"/>
                            <a:pt x="92234" y="1864"/>
                            <a:pt x="92027" y="1795"/>
                          </a:cubicBezTo>
                          <a:cubicBezTo>
                            <a:pt x="91751" y="1726"/>
                            <a:pt x="91475" y="1588"/>
                            <a:pt x="91198" y="1519"/>
                          </a:cubicBezTo>
                          <a:cubicBezTo>
                            <a:pt x="90577" y="1312"/>
                            <a:pt x="89956" y="1105"/>
                            <a:pt x="89265" y="898"/>
                          </a:cubicBezTo>
                          <a:cubicBezTo>
                            <a:pt x="88230" y="552"/>
                            <a:pt x="87194" y="276"/>
                            <a:pt x="86159" y="0"/>
                          </a:cubicBezTo>
                          <a:lnTo>
                            <a:pt x="0" y="50052"/>
                          </a:lnTo>
                          <a:cubicBezTo>
                            <a:pt x="1657" y="50466"/>
                            <a:pt x="3314" y="51019"/>
                            <a:pt x="5040" y="51571"/>
                          </a:cubicBezTo>
                          <a:cubicBezTo>
                            <a:pt x="5316" y="51640"/>
                            <a:pt x="5592" y="51709"/>
                            <a:pt x="5868" y="51847"/>
                          </a:cubicBezTo>
                          <a:cubicBezTo>
                            <a:pt x="7456" y="52399"/>
                            <a:pt x="9113" y="53021"/>
                            <a:pt x="10770" y="53711"/>
                          </a:cubicBezTo>
                          <a:cubicBezTo>
                            <a:pt x="11115" y="53849"/>
                            <a:pt x="11391" y="53987"/>
                            <a:pt x="11736" y="54125"/>
                          </a:cubicBezTo>
                          <a:cubicBezTo>
                            <a:pt x="13393" y="54816"/>
                            <a:pt x="15050" y="55575"/>
                            <a:pt x="16707" y="56404"/>
                          </a:cubicBezTo>
                          <a:cubicBezTo>
                            <a:pt x="16914" y="56473"/>
                            <a:pt x="17121" y="56611"/>
                            <a:pt x="17328" y="56680"/>
                          </a:cubicBezTo>
                          <a:cubicBezTo>
                            <a:pt x="19054" y="57577"/>
                            <a:pt x="20849" y="58475"/>
                            <a:pt x="22575" y="59510"/>
                          </a:cubicBezTo>
                          <a:cubicBezTo>
                            <a:pt x="25061" y="60960"/>
                            <a:pt x="27477" y="62479"/>
                            <a:pt x="29962" y="64136"/>
                          </a:cubicBezTo>
                          <a:cubicBezTo>
                            <a:pt x="30100" y="64205"/>
                            <a:pt x="30238" y="64343"/>
                            <a:pt x="30376" y="64412"/>
                          </a:cubicBezTo>
                          <a:cubicBezTo>
                            <a:pt x="32793" y="66069"/>
                            <a:pt x="35140" y="67795"/>
                            <a:pt x="37487" y="69590"/>
                          </a:cubicBezTo>
                          <a:cubicBezTo>
                            <a:pt x="37694" y="69728"/>
                            <a:pt x="37832" y="69866"/>
                            <a:pt x="38039" y="70004"/>
                          </a:cubicBezTo>
                          <a:cubicBezTo>
                            <a:pt x="40318" y="71799"/>
                            <a:pt x="42596" y="73663"/>
                            <a:pt x="44805" y="75665"/>
                          </a:cubicBezTo>
                          <a:cubicBezTo>
                            <a:pt x="45081" y="75941"/>
                            <a:pt x="45357" y="76148"/>
                            <a:pt x="45634" y="76424"/>
                          </a:cubicBezTo>
                          <a:cubicBezTo>
                            <a:pt x="47843" y="78357"/>
                            <a:pt x="49983" y="80429"/>
                            <a:pt x="52123" y="82500"/>
                          </a:cubicBezTo>
                          <a:cubicBezTo>
                            <a:pt x="52399" y="82776"/>
                            <a:pt x="52744" y="83121"/>
                            <a:pt x="53021" y="83397"/>
                          </a:cubicBezTo>
                          <a:cubicBezTo>
                            <a:pt x="55161" y="85537"/>
                            <a:pt x="57232" y="87747"/>
                            <a:pt x="59303" y="90025"/>
                          </a:cubicBezTo>
                          <a:cubicBezTo>
                            <a:pt x="59579" y="90301"/>
                            <a:pt x="59786" y="90577"/>
                            <a:pt x="60062" y="90853"/>
                          </a:cubicBezTo>
                          <a:cubicBezTo>
                            <a:pt x="62134" y="93131"/>
                            <a:pt x="64136" y="95548"/>
                            <a:pt x="66138" y="97964"/>
                          </a:cubicBezTo>
                          <a:cubicBezTo>
                            <a:pt x="66345" y="98240"/>
                            <a:pt x="66621" y="98516"/>
                            <a:pt x="66828" y="98793"/>
                          </a:cubicBezTo>
                          <a:cubicBezTo>
                            <a:pt x="68692" y="101071"/>
                            <a:pt x="70418" y="103487"/>
                            <a:pt x="72213" y="105903"/>
                          </a:cubicBezTo>
                          <a:cubicBezTo>
                            <a:pt x="72834" y="106732"/>
                            <a:pt x="73387" y="107560"/>
                            <a:pt x="74008" y="108389"/>
                          </a:cubicBezTo>
                          <a:cubicBezTo>
                            <a:pt x="75734" y="110874"/>
                            <a:pt x="77460" y="113359"/>
                            <a:pt x="79048" y="115914"/>
                          </a:cubicBezTo>
                          <a:cubicBezTo>
                            <a:pt x="81602" y="119987"/>
                            <a:pt x="84018" y="124198"/>
                            <a:pt x="86297" y="128479"/>
                          </a:cubicBezTo>
                          <a:cubicBezTo>
                            <a:pt x="86435" y="128686"/>
                            <a:pt x="86504" y="128962"/>
                            <a:pt x="86642" y="129169"/>
                          </a:cubicBezTo>
                          <a:cubicBezTo>
                            <a:pt x="88782" y="133311"/>
                            <a:pt x="90784" y="137592"/>
                            <a:pt x="92648" y="141872"/>
                          </a:cubicBezTo>
                          <a:cubicBezTo>
                            <a:pt x="92717" y="142010"/>
                            <a:pt x="92786" y="142217"/>
                            <a:pt x="92855" y="142355"/>
                          </a:cubicBezTo>
                          <a:cubicBezTo>
                            <a:pt x="94719" y="146774"/>
                            <a:pt x="96376" y="151192"/>
                            <a:pt x="97895" y="155679"/>
                          </a:cubicBezTo>
                          <a:cubicBezTo>
                            <a:pt x="97895" y="155679"/>
                            <a:pt x="97895" y="155817"/>
                            <a:pt x="97895" y="155817"/>
                          </a:cubicBezTo>
                          <a:cubicBezTo>
                            <a:pt x="99414" y="160236"/>
                            <a:pt x="100726" y="164723"/>
                            <a:pt x="101830" y="169142"/>
                          </a:cubicBezTo>
                          <a:cubicBezTo>
                            <a:pt x="101830" y="169280"/>
                            <a:pt x="101899" y="169487"/>
                            <a:pt x="101968" y="169625"/>
                          </a:cubicBezTo>
                          <a:cubicBezTo>
                            <a:pt x="103073" y="173974"/>
                            <a:pt x="103970" y="178255"/>
                            <a:pt x="104661" y="182535"/>
                          </a:cubicBezTo>
                          <a:cubicBezTo>
                            <a:pt x="104661" y="182811"/>
                            <a:pt x="104730" y="183087"/>
                            <a:pt x="104799" y="183363"/>
                          </a:cubicBezTo>
                          <a:cubicBezTo>
                            <a:pt x="105489" y="187575"/>
                            <a:pt x="106041" y="191717"/>
                            <a:pt x="106387" y="195721"/>
                          </a:cubicBezTo>
                          <a:cubicBezTo>
                            <a:pt x="106387" y="195997"/>
                            <a:pt x="106387" y="196273"/>
                            <a:pt x="106387" y="196480"/>
                          </a:cubicBezTo>
                          <a:cubicBezTo>
                            <a:pt x="106732" y="200554"/>
                            <a:pt x="106870" y="204489"/>
                            <a:pt x="106801" y="208286"/>
                          </a:cubicBezTo>
                          <a:cubicBezTo>
                            <a:pt x="106801" y="208493"/>
                            <a:pt x="106801" y="208700"/>
                            <a:pt x="106801" y="208907"/>
                          </a:cubicBezTo>
                          <a:cubicBezTo>
                            <a:pt x="106732" y="212842"/>
                            <a:pt x="106456" y="216639"/>
                            <a:pt x="105972" y="220229"/>
                          </a:cubicBezTo>
                          <a:lnTo>
                            <a:pt x="192131" y="170177"/>
                          </a:lnTo>
                          <a:cubicBezTo>
                            <a:pt x="192131" y="170177"/>
                            <a:pt x="192131" y="169832"/>
                            <a:pt x="192131" y="169625"/>
                          </a:cubicBezTo>
                          <a:cubicBezTo>
                            <a:pt x="192269" y="168313"/>
                            <a:pt x="192407" y="166932"/>
                            <a:pt x="192545" y="165552"/>
                          </a:cubicBezTo>
                          <a:cubicBezTo>
                            <a:pt x="192683" y="164171"/>
                            <a:pt x="192752" y="162790"/>
                            <a:pt x="192821" y="161409"/>
                          </a:cubicBezTo>
                          <a:cubicBezTo>
                            <a:pt x="192821" y="160581"/>
                            <a:pt x="192821" y="159752"/>
                            <a:pt x="192821" y="158855"/>
                          </a:cubicBezTo>
                          <a:cubicBezTo>
                            <a:pt x="192821" y="158648"/>
                            <a:pt x="192821" y="158441"/>
                            <a:pt x="192821" y="15823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178" name="Google Shape;1178;p56"/>
                  <p:cNvSpPr/>
                  <p:nvPr/>
                </p:nvSpPr>
                <p:spPr>
                  <a:xfrm>
                    <a:off x="1998286" y="2614133"/>
                    <a:ext cx="745976" cy="585868"/>
                  </a:xfrm>
                  <a:custGeom>
                    <a:rect b="b" l="l" r="r" t="t"/>
                    <a:pathLst>
                      <a:path extrusionOk="0" h="585868" w="745976">
                        <a:moveTo>
                          <a:pt x="375149" y="24250"/>
                        </a:moveTo>
                        <a:cubicBezTo>
                          <a:pt x="399174" y="38126"/>
                          <a:pt x="423199" y="57595"/>
                          <a:pt x="445015" y="81689"/>
                        </a:cubicBezTo>
                        <a:cubicBezTo>
                          <a:pt x="499278" y="141475"/>
                          <a:pt x="538353" y="227427"/>
                          <a:pt x="543807" y="299018"/>
                        </a:cubicBezTo>
                        <a:cubicBezTo>
                          <a:pt x="554094" y="296533"/>
                          <a:pt x="566659" y="299502"/>
                          <a:pt x="579224" y="306751"/>
                        </a:cubicBezTo>
                        <a:cubicBezTo>
                          <a:pt x="589441" y="312619"/>
                          <a:pt x="599589" y="321317"/>
                          <a:pt x="608426" y="332156"/>
                        </a:cubicBezTo>
                        <a:cubicBezTo>
                          <a:pt x="628309" y="356388"/>
                          <a:pt x="640736" y="390079"/>
                          <a:pt x="639148" y="415346"/>
                        </a:cubicBezTo>
                        <a:cubicBezTo>
                          <a:pt x="646466" y="417210"/>
                          <a:pt x="654060" y="420386"/>
                          <a:pt x="661654" y="424805"/>
                        </a:cubicBezTo>
                        <a:cubicBezTo>
                          <a:pt x="682158" y="436610"/>
                          <a:pt x="702662" y="456907"/>
                          <a:pt x="718127" y="481346"/>
                        </a:cubicBezTo>
                        <a:cubicBezTo>
                          <a:pt x="739321" y="514829"/>
                          <a:pt x="749056" y="556045"/>
                          <a:pt x="745120" y="585869"/>
                        </a:cubicBezTo>
                        <a:lnTo>
                          <a:pt x="0" y="155628"/>
                        </a:lnTo>
                        <a:cubicBezTo>
                          <a:pt x="0" y="119452"/>
                          <a:pt x="11598" y="93011"/>
                          <a:pt x="37901" y="88247"/>
                        </a:cubicBezTo>
                        <a:cubicBezTo>
                          <a:pt x="53021" y="85486"/>
                          <a:pt x="71592" y="90526"/>
                          <a:pt x="90094" y="101226"/>
                        </a:cubicBezTo>
                        <a:cubicBezTo>
                          <a:pt x="103763" y="109097"/>
                          <a:pt x="117432" y="120074"/>
                          <a:pt x="129721" y="133260"/>
                        </a:cubicBezTo>
                        <a:cubicBezTo>
                          <a:pt x="135106" y="119866"/>
                          <a:pt x="146912" y="113101"/>
                          <a:pt x="161271" y="115310"/>
                        </a:cubicBezTo>
                        <a:cubicBezTo>
                          <a:pt x="168520" y="116415"/>
                          <a:pt x="175907" y="118831"/>
                          <a:pt x="183225" y="122973"/>
                        </a:cubicBezTo>
                        <a:cubicBezTo>
                          <a:pt x="190336" y="127046"/>
                          <a:pt x="197309" y="132915"/>
                          <a:pt x="203867" y="140923"/>
                        </a:cubicBezTo>
                        <a:cubicBezTo>
                          <a:pt x="198068" y="69193"/>
                          <a:pt x="226166" y="14446"/>
                          <a:pt x="274769" y="2503"/>
                        </a:cubicBezTo>
                        <a:cubicBezTo>
                          <a:pt x="303833" y="-4608"/>
                          <a:pt x="339526" y="3677"/>
                          <a:pt x="375149" y="2425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179" name="Google Shape;1179;p56"/>
                <p:cNvGrpSpPr/>
                <p:nvPr/>
              </p:nvGrpSpPr>
              <p:grpSpPr>
                <a:xfrm>
                  <a:off x="2034945" y="2718328"/>
                  <a:ext cx="482985" cy="589186"/>
                  <a:chOff x="2034945" y="2718328"/>
                  <a:chExt cx="482985" cy="589186"/>
                </a:xfrm>
              </p:grpSpPr>
              <p:sp>
                <p:nvSpPr>
                  <p:cNvPr id="1180" name="Google Shape;1180;p56"/>
                  <p:cNvSpPr/>
                  <p:nvPr/>
                </p:nvSpPr>
                <p:spPr>
                  <a:xfrm>
                    <a:off x="2038949" y="2865516"/>
                    <a:ext cx="96238" cy="73248"/>
                  </a:xfrm>
                  <a:custGeom>
                    <a:rect b="b" l="l" r="r" t="t"/>
                    <a:pathLst>
                      <a:path extrusionOk="0" h="73248" w="96238">
                        <a:moveTo>
                          <a:pt x="95962" y="40318"/>
                        </a:moveTo>
                        <a:cubicBezTo>
                          <a:pt x="95962" y="40318"/>
                          <a:pt x="95962" y="39973"/>
                          <a:pt x="95962" y="39765"/>
                        </a:cubicBezTo>
                        <a:cubicBezTo>
                          <a:pt x="95962" y="39558"/>
                          <a:pt x="95962" y="39420"/>
                          <a:pt x="95962" y="39213"/>
                        </a:cubicBezTo>
                        <a:cubicBezTo>
                          <a:pt x="95962" y="39006"/>
                          <a:pt x="95962" y="38868"/>
                          <a:pt x="95962" y="38661"/>
                        </a:cubicBezTo>
                        <a:cubicBezTo>
                          <a:pt x="95962" y="38454"/>
                          <a:pt x="95962" y="38247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8109"/>
                          <a:pt x="95893" y="38109"/>
                          <a:pt x="95893" y="38109"/>
                        </a:cubicBezTo>
                        <a:cubicBezTo>
                          <a:pt x="95893" y="37901"/>
                          <a:pt x="95893" y="37763"/>
                          <a:pt x="95824" y="37556"/>
                        </a:cubicBezTo>
                        <a:cubicBezTo>
                          <a:pt x="95824" y="37349"/>
                          <a:pt x="95755" y="37142"/>
                          <a:pt x="95686" y="36935"/>
                        </a:cubicBezTo>
                        <a:cubicBezTo>
                          <a:pt x="95686" y="36728"/>
                          <a:pt x="95617" y="36521"/>
                          <a:pt x="95548" y="36314"/>
                        </a:cubicBezTo>
                        <a:cubicBezTo>
                          <a:pt x="95548" y="36107"/>
                          <a:pt x="95410" y="35899"/>
                          <a:pt x="95410" y="35692"/>
                        </a:cubicBezTo>
                        <a:cubicBezTo>
                          <a:pt x="95410" y="35554"/>
                          <a:pt x="95341" y="35347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209"/>
                        </a:cubicBezTo>
                        <a:cubicBezTo>
                          <a:pt x="95272" y="35209"/>
                          <a:pt x="95272" y="35209"/>
                          <a:pt x="95272" y="35140"/>
                        </a:cubicBezTo>
                        <a:cubicBezTo>
                          <a:pt x="95272" y="34933"/>
                          <a:pt x="95133" y="34726"/>
                          <a:pt x="95064" y="34519"/>
                        </a:cubicBezTo>
                        <a:cubicBezTo>
                          <a:pt x="95064" y="34312"/>
                          <a:pt x="94926" y="34104"/>
                          <a:pt x="94857" y="33897"/>
                        </a:cubicBezTo>
                        <a:cubicBezTo>
                          <a:pt x="94857" y="33690"/>
                          <a:pt x="94719" y="33552"/>
                          <a:pt x="94650" y="33345"/>
                        </a:cubicBezTo>
                        <a:cubicBezTo>
                          <a:pt x="94581" y="33138"/>
                          <a:pt x="94512" y="33000"/>
                          <a:pt x="94443" y="32793"/>
                        </a:cubicBezTo>
                        <a:cubicBezTo>
                          <a:pt x="94443" y="32655"/>
                          <a:pt x="94305" y="32517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79"/>
                        </a:cubicBezTo>
                        <a:cubicBezTo>
                          <a:pt x="94236" y="32379"/>
                          <a:pt x="94236" y="32379"/>
                          <a:pt x="94236" y="32309"/>
                        </a:cubicBezTo>
                        <a:cubicBezTo>
                          <a:pt x="94167" y="32102"/>
                          <a:pt x="94098" y="31964"/>
                          <a:pt x="93960" y="31757"/>
                        </a:cubicBezTo>
                        <a:cubicBezTo>
                          <a:pt x="93891" y="31550"/>
                          <a:pt x="93753" y="31343"/>
                          <a:pt x="93684" y="31136"/>
                        </a:cubicBezTo>
                        <a:cubicBezTo>
                          <a:pt x="93546" y="30929"/>
                          <a:pt x="93477" y="30653"/>
                          <a:pt x="93338" y="30445"/>
                        </a:cubicBezTo>
                        <a:cubicBezTo>
                          <a:pt x="93200" y="30238"/>
                          <a:pt x="93062" y="29962"/>
                          <a:pt x="92924" y="29755"/>
                        </a:cubicBezTo>
                        <a:cubicBezTo>
                          <a:pt x="92924" y="29755"/>
                          <a:pt x="92924" y="29686"/>
                          <a:pt x="92855" y="29617"/>
                        </a:cubicBezTo>
                        <a:cubicBezTo>
                          <a:pt x="92855" y="29617"/>
                          <a:pt x="92855" y="29479"/>
                          <a:pt x="92786" y="29479"/>
                        </a:cubicBezTo>
                        <a:cubicBezTo>
                          <a:pt x="92510" y="28996"/>
                          <a:pt x="92234" y="28581"/>
                          <a:pt x="91958" y="28098"/>
                        </a:cubicBezTo>
                        <a:cubicBezTo>
                          <a:pt x="91751" y="27753"/>
                          <a:pt x="91475" y="27408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267" y="27063"/>
                          <a:pt x="91267" y="27063"/>
                          <a:pt x="91267" y="27063"/>
                        </a:cubicBezTo>
                        <a:cubicBezTo>
                          <a:pt x="91129" y="26856"/>
                          <a:pt x="90922" y="26579"/>
                          <a:pt x="90784" y="26372"/>
                        </a:cubicBezTo>
                        <a:cubicBezTo>
                          <a:pt x="90646" y="26165"/>
                          <a:pt x="90508" y="26027"/>
                          <a:pt x="90370" y="25820"/>
                        </a:cubicBezTo>
                        <a:cubicBezTo>
                          <a:pt x="90232" y="25613"/>
                          <a:pt x="90094" y="25475"/>
                          <a:pt x="89956" y="25268"/>
                        </a:cubicBezTo>
                        <a:cubicBezTo>
                          <a:pt x="89818" y="25130"/>
                          <a:pt x="89679" y="24922"/>
                          <a:pt x="89541" y="24784"/>
                        </a:cubicBezTo>
                        <a:cubicBezTo>
                          <a:pt x="89541" y="24784"/>
                          <a:pt x="89541" y="24784"/>
                          <a:pt x="89472" y="24715"/>
                        </a:cubicBezTo>
                        <a:cubicBezTo>
                          <a:pt x="89472" y="24715"/>
                          <a:pt x="89472" y="24715"/>
                          <a:pt x="89472" y="24715"/>
                        </a:cubicBezTo>
                        <a:cubicBezTo>
                          <a:pt x="89334" y="24577"/>
                          <a:pt x="89265" y="24439"/>
                          <a:pt x="89127" y="24370"/>
                        </a:cubicBezTo>
                        <a:cubicBezTo>
                          <a:pt x="88989" y="24232"/>
                          <a:pt x="88782" y="24025"/>
                          <a:pt x="88644" y="23887"/>
                        </a:cubicBezTo>
                        <a:cubicBezTo>
                          <a:pt x="88506" y="23749"/>
                          <a:pt x="88299" y="23542"/>
                          <a:pt x="88161" y="23404"/>
                        </a:cubicBezTo>
                        <a:cubicBezTo>
                          <a:pt x="88023" y="23266"/>
                          <a:pt x="87816" y="23127"/>
                          <a:pt x="87678" y="22989"/>
                        </a:cubicBezTo>
                        <a:cubicBezTo>
                          <a:pt x="87608" y="22920"/>
                          <a:pt x="87539" y="22851"/>
                          <a:pt x="87401" y="22782"/>
                        </a:cubicBezTo>
                        <a:cubicBezTo>
                          <a:pt x="87401" y="22782"/>
                          <a:pt x="87401" y="22782"/>
                          <a:pt x="87401" y="22782"/>
                        </a:cubicBezTo>
                        <a:cubicBezTo>
                          <a:pt x="87401" y="22782"/>
                          <a:pt x="87263" y="22644"/>
                          <a:pt x="87194" y="22644"/>
                        </a:cubicBezTo>
                        <a:cubicBezTo>
                          <a:pt x="87056" y="22506"/>
                          <a:pt x="86849" y="22368"/>
                          <a:pt x="86711" y="22230"/>
                        </a:cubicBezTo>
                        <a:cubicBezTo>
                          <a:pt x="86573" y="22092"/>
                          <a:pt x="86366" y="22023"/>
                          <a:pt x="86228" y="21885"/>
                        </a:cubicBezTo>
                        <a:cubicBezTo>
                          <a:pt x="86090" y="21747"/>
                          <a:pt x="85883" y="21678"/>
                          <a:pt x="85745" y="21540"/>
                        </a:cubicBezTo>
                        <a:cubicBezTo>
                          <a:pt x="85606" y="21471"/>
                          <a:pt x="85399" y="21333"/>
                          <a:pt x="85261" y="21264"/>
                        </a:cubicBezTo>
                        <a:cubicBezTo>
                          <a:pt x="85261" y="21264"/>
                          <a:pt x="85192" y="21264"/>
                          <a:pt x="85123" y="21264"/>
                        </a:cubicBezTo>
                        <a:lnTo>
                          <a:pt x="51019" y="1588"/>
                        </a:lnTo>
                        <a:cubicBezTo>
                          <a:pt x="51019" y="1588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7"/>
                        </a:cubicBezTo>
                        <a:cubicBezTo>
                          <a:pt x="49569" y="828"/>
                          <a:pt x="49431" y="759"/>
                          <a:pt x="49224" y="690"/>
                        </a:cubicBezTo>
                        <a:cubicBezTo>
                          <a:pt x="49086" y="690"/>
                          <a:pt x="48879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20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441"/>
                        </a:cubicBezTo>
                        <a:lnTo>
                          <a:pt x="42251" y="46117"/>
                        </a:lnTo>
                        <a:cubicBezTo>
                          <a:pt x="43010" y="46600"/>
                          <a:pt x="43839" y="47083"/>
                          <a:pt x="44529" y="47705"/>
                        </a:cubicBezTo>
                        <a:cubicBezTo>
                          <a:pt x="44529" y="47705"/>
                          <a:pt x="44529" y="47705"/>
                          <a:pt x="44529" y="47705"/>
                        </a:cubicBezTo>
                        <a:cubicBezTo>
                          <a:pt x="45289" y="48326"/>
                          <a:pt x="45979" y="48947"/>
                          <a:pt x="46669" y="49707"/>
                        </a:cubicBezTo>
                        <a:cubicBezTo>
                          <a:pt x="46669" y="49707"/>
                          <a:pt x="46669" y="49707"/>
                          <a:pt x="46669" y="49707"/>
                        </a:cubicBezTo>
                        <a:cubicBezTo>
                          <a:pt x="47360" y="50466"/>
                          <a:pt x="47981" y="51226"/>
                          <a:pt x="48602" y="52054"/>
                        </a:cubicBezTo>
                        <a:cubicBezTo>
                          <a:pt x="48602" y="52054"/>
                          <a:pt x="48602" y="52054"/>
                          <a:pt x="48602" y="52054"/>
                        </a:cubicBezTo>
                        <a:cubicBezTo>
                          <a:pt x="49224" y="52883"/>
                          <a:pt x="49776" y="53711"/>
                          <a:pt x="50259" y="54608"/>
                        </a:cubicBezTo>
                        <a:cubicBezTo>
                          <a:pt x="50259" y="54608"/>
                          <a:pt x="50259" y="54678"/>
                          <a:pt x="50328" y="54747"/>
                        </a:cubicBezTo>
                        <a:cubicBezTo>
                          <a:pt x="50812" y="55644"/>
                          <a:pt x="51295" y="56542"/>
                          <a:pt x="51709" y="57439"/>
                        </a:cubicBezTo>
                        <a:cubicBezTo>
                          <a:pt x="51709" y="57439"/>
                          <a:pt x="51709" y="57439"/>
                          <a:pt x="51709" y="57439"/>
                        </a:cubicBezTo>
                        <a:cubicBezTo>
                          <a:pt x="52123" y="58406"/>
                          <a:pt x="52468" y="59303"/>
                          <a:pt x="52745" y="60270"/>
                        </a:cubicBezTo>
                        <a:cubicBezTo>
                          <a:pt x="52745" y="60270"/>
                          <a:pt x="52745" y="60270"/>
                          <a:pt x="52745" y="60270"/>
                        </a:cubicBezTo>
                        <a:cubicBezTo>
                          <a:pt x="53021" y="61236"/>
                          <a:pt x="53228" y="62203"/>
                          <a:pt x="53435" y="63100"/>
                        </a:cubicBezTo>
                        <a:cubicBezTo>
                          <a:pt x="53435" y="63100"/>
                          <a:pt x="53435" y="63100"/>
                          <a:pt x="53435" y="63100"/>
                        </a:cubicBezTo>
                        <a:cubicBezTo>
                          <a:pt x="53573" y="64067"/>
                          <a:pt x="53642" y="64964"/>
                          <a:pt x="53642" y="65931"/>
                        </a:cubicBezTo>
                        <a:cubicBezTo>
                          <a:pt x="53642" y="66828"/>
                          <a:pt x="53573" y="67657"/>
                          <a:pt x="53435" y="68416"/>
                        </a:cubicBezTo>
                        <a:cubicBezTo>
                          <a:pt x="53435" y="68416"/>
                          <a:pt x="53435" y="68416"/>
                          <a:pt x="53435" y="68416"/>
                        </a:cubicBezTo>
                        <a:cubicBezTo>
                          <a:pt x="53297" y="69175"/>
                          <a:pt x="53090" y="69866"/>
                          <a:pt x="52814" y="70487"/>
                        </a:cubicBezTo>
                        <a:cubicBezTo>
                          <a:pt x="52814" y="70487"/>
                          <a:pt x="52814" y="70487"/>
                          <a:pt x="52814" y="70487"/>
                        </a:cubicBezTo>
                        <a:cubicBezTo>
                          <a:pt x="52606" y="70901"/>
                          <a:pt x="52399" y="71178"/>
                          <a:pt x="52123" y="71523"/>
                        </a:cubicBezTo>
                        <a:cubicBezTo>
                          <a:pt x="51640" y="72213"/>
                          <a:pt x="51088" y="72834"/>
                          <a:pt x="50328" y="73249"/>
                        </a:cubicBezTo>
                        <a:lnTo>
                          <a:pt x="93131" y="48395"/>
                        </a:lnTo>
                        <a:cubicBezTo>
                          <a:pt x="93822" y="47981"/>
                          <a:pt x="94374" y="47360"/>
                          <a:pt x="94926" y="46669"/>
                        </a:cubicBezTo>
                        <a:cubicBezTo>
                          <a:pt x="94926" y="46600"/>
                          <a:pt x="95064" y="46531"/>
                          <a:pt x="95133" y="46462"/>
                        </a:cubicBezTo>
                        <a:cubicBezTo>
                          <a:pt x="95272" y="46186"/>
                          <a:pt x="95410" y="45979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548" y="45703"/>
                          <a:pt x="95548" y="45703"/>
                          <a:pt x="95548" y="45703"/>
                        </a:cubicBezTo>
                        <a:cubicBezTo>
                          <a:pt x="95617" y="45496"/>
                          <a:pt x="95686" y="45357"/>
                          <a:pt x="95824" y="45150"/>
                        </a:cubicBezTo>
                        <a:cubicBezTo>
                          <a:pt x="95893" y="44943"/>
                          <a:pt x="95962" y="44736"/>
                          <a:pt x="96031" y="44529"/>
                        </a:cubicBezTo>
                        <a:cubicBezTo>
                          <a:pt x="96031" y="44322"/>
                          <a:pt x="96169" y="44115"/>
                          <a:pt x="96169" y="43908"/>
                        </a:cubicBezTo>
                        <a:cubicBezTo>
                          <a:pt x="96169" y="43839"/>
                          <a:pt x="96169" y="43701"/>
                          <a:pt x="96169" y="43632"/>
                        </a:cubicBezTo>
                        <a:cubicBezTo>
                          <a:pt x="96169" y="43632"/>
                          <a:pt x="96169" y="43632"/>
                          <a:pt x="96169" y="43632"/>
                        </a:cubicBezTo>
                        <a:cubicBezTo>
                          <a:pt x="96169" y="43563"/>
                          <a:pt x="96169" y="43493"/>
                          <a:pt x="96169" y="43424"/>
                        </a:cubicBezTo>
                        <a:cubicBezTo>
                          <a:pt x="96169" y="43217"/>
                          <a:pt x="96169" y="43079"/>
                          <a:pt x="96238" y="42872"/>
                        </a:cubicBezTo>
                        <a:cubicBezTo>
                          <a:pt x="96238" y="42665"/>
                          <a:pt x="96238" y="42527"/>
                          <a:pt x="96238" y="42320"/>
                        </a:cubicBezTo>
                        <a:cubicBezTo>
                          <a:pt x="96238" y="42113"/>
                          <a:pt x="96238" y="41975"/>
                          <a:pt x="96238" y="41768"/>
                        </a:cubicBezTo>
                        <a:cubicBezTo>
                          <a:pt x="96238" y="41560"/>
                          <a:pt x="96238" y="41422"/>
                          <a:pt x="96238" y="41215"/>
                        </a:cubicBezTo>
                        <a:lnTo>
                          <a:pt x="96238" y="41215"/>
                        </a:lnTo>
                        <a:cubicBezTo>
                          <a:pt x="96238" y="41215"/>
                          <a:pt x="96238" y="40870"/>
                          <a:pt x="96238" y="4066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56"/>
                  <p:cNvSpPr/>
                  <p:nvPr/>
                </p:nvSpPr>
                <p:spPr>
                  <a:xfrm>
                    <a:off x="2246890" y="3185987"/>
                    <a:ext cx="62133" cy="92717"/>
                  </a:xfrm>
                  <a:custGeom>
                    <a:rect b="b" l="l" r="r" t="t"/>
                    <a:pathLst>
                      <a:path extrusionOk="0" h="92717" w="62133">
                        <a:moveTo>
                          <a:pt x="61789" y="20780"/>
                        </a:moveTo>
                        <a:cubicBezTo>
                          <a:pt x="61789" y="20780"/>
                          <a:pt x="61789" y="20435"/>
                          <a:pt x="61789" y="20228"/>
                        </a:cubicBezTo>
                        <a:cubicBezTo>
                          <a:pt x="61789" y="20021"/>
                          <a:pt x="61789" y="19883"/>
                          <a:pt x="61789" y="19676"/>
                        </a:cubicBezTo>
                        <a:cubicBezTo>
                          <a:pt x="61789" y="19468"/>
                          <a:pt x="61789" y="19330"/>
                          <a:pt x="61789" y="19123"/>
                        </a:cubicBezTo>
                        <a:cubicBezTo>
                          <a:pt x="61789" y="18916"/>
                          <a:pt x="61789" y="18709"/>
                          <a:pt x="61719" y="18571"/>
                        </a:cubicBezTo>
                        <a:cubicBezTo>
                          <a:pt x="61719" y="18364"/>
                          <a:pt x="61719" y="18157"/>
                          <a:pt x="61651" y="18019"/>
                        </a:cubicBezTo>
                        <a:cubicBezTo>
                          <a:pt x="61651" y="17812"/>
                          <a:pt x="61581" y="17605"/>
                          <a:pt x="61512" y="17397"/>
                        </a:cubicBezTo>
                        <a:cubicBezTo>
                          <a:pt x="61512" y="17190"/>
                          <a:pt x="61443" y="16983"/>
                          <a:pt x="61374" y="16776"/>
                        </a:cubicBezTo>
                        <a:cubicBezTo>
                          <a:pt x="61374" y="16569"/>
                          <a:pt x="61236" y="16362"/>
                          <a:pt x="61236" y="16155"/>
                        </a:cubicBezTo>
                        <a:cubicBezTo>
                          <a:pt x="61236" y="16017"/>
                          <a:pt x="61167" y="15879"/>
                          <a:pt x="61098" y="15672"/>
                        </a:cubicBezTo>
                        <a:cubicBezTo>
                          <a:pt x="61098" y="15672"/>
                          <a:pt x="61098" y="15672"/>
                          <a:pt x="61098" y="15672"/>
                        </a:cubicBezTo>
                        <a:cubicBezTo>
                          <a:pt x="61098" y="15672"/>
                          <a:pt x="61098" y="15602"/>
                          <a:pt x="61098" y="15533"/>
                        </a:cubicBezTo>
                        <a:cubicBezTo>
                          <a:pt x="61098" y="15326"/>
                          <a:pt x="60960" y="15119"/>
                          <a:pt x="60891" y="14912"/>
                        </a:cubicBezTo>
                        <a:cubicBezTo>
                          <a:pt x="60891" y="14705"/>
                          <a:pt x="60753" y="14498"/>
                          <a:pt x="60684" y="14291"/>
                        </a:cubicBezTo>
                        <a:cubicBezTo>
                          <a:pt x="60684" y="14084"/>
                          <a:pt x="60546" y="13946"/>
                          <a:pt x="60477" y="13738"/>
                        </a:cubicBezTo>
                        <a:cubicBezTo>
                          <a:pt x="60408" y="13531"/>
                          <a:pt x="60339" y="13393"/>
                          <a:pt x="60270" y="13186"/>
                        </a:cubicBezTo>
                        <a:cubicBezTo>
                          <a:pt x="60270" y="13048"/>
                          <a:pt x="60132" y="12910"/>
                          <a:pt x="60063" y="12772"/>
                        </a:cubicBezTo>
                        <a:cubicBezTo>
                          <a:pt x="60063" y="12772"/>
                          <a:pt x="60063" y="12772"/>
                          <a:pt x="60063" y="12772"/>
                        </a:cubicBezTo>
                        <a:cubicBezTo>
                          <a:pt x="60063" y="12772"/>
                          <a:pt x="60063" y="12703"/>
                          <a:pt x="60063" y="12634"/>
                        </a:cubicBezTo>
                        <a:cubicBezTo>
                          <a:pt x="59993" y="12427"/>
                          <a:pt x="59925" y="12289"/>
                          <a:pt x="59786" y="12082"/>
                        </a:cubicBezTo>
                        <a:cubicBezTo>
                          <a:pt x="59717" y="11874"/>
                          <a:pt x="59579" y="11667"/>
                          <a:pt x="59510" y="11460"/>
                        </a:cubicBezTo>
                        <a:cubicBezTo>
                          <a:pt x="59372" y="11253"/>
                          <a:pt x="59303" y="10977"/>
                          <a:pt x="59165" y="10770"/>
                        </a:cubicBezTo>
                        <a:cubicBezTo>
                          <a:pt x="59027" y="10563"/>
                          <a:pt x="58889" y="10287"/>
                          <a:pt x="58751" y="10079"/>
                        </a:cubicBezTo>
                        <a:cubicBezTo>
                          <a:pt x="58751" y="10079"/>
                          <a:pt x="58751" y="10010"/>
                          <a:pt x="58682" y="9941"/>
                        </a:cubicBezTo>
                        <a:cubicBezTo>
                          <a:pt x="58682" y="9941"/>
                          <a:pt x="58682" y="9803"/>
                          <a:pt x="58613" y="9803"/>
                        </a:cubicBezTo>
                        <a:cubicBezTo>
                          <a:pt x="58337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732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7094" y="7387"/>
                          <a:pt x="57094" y="7387"/>
                          <a:pt x="57094" y="7387"/>
                        </a:cubicBezTo>
                        <a:cubicBezTo>
                          <a:pt x="56956" y="7180"/>
                          <a:pt x="56749" y="6904"/>
                          <a:pt x="56611" y="6697"/>
                        </a:cubicBezTo>
                        <a:cubicBezTo>
                          <a:pt x="56473" y="6490"/>
                          <a:pt x="56335" y="6351"/>
                          <a:pt x="56197" y="6144"/>
                        </a:cubicBezTo>
                        <a:cubicBezTo>
                          <a:pt x="56058" y="5937"/>
                          <a:pt x="55920" y="5799"/>
                          <a:pt x="55782" y="5592"/>
                        </a:cubicBezTo>
                        <a:cubicBezTo>
                          <a:pt x="55644" y="5454"/>
                          <a:pt x="55506" y="5247"/>
                          <a:pt x="55368" y="5109"/>
                        </a:cubicBezTo>
                        <a:cubicBezTo>
                          <a:pt x="55368" y="5109"/>
                          <a:pt x="55368" y="5109"/>
                          <a:pt x="55299" y="5040"/>
                        </a:cubicBezTo>
                        <a:cubicBezTo>
                          <a:pt x="55299" y="5040"/>
                          <a:pt x="55299" y="5040"/>
                          <a:pt x="55299" y="5040"/>
                        </a:cubicBezTo>
                        <a:cubicBezTo>
                          <a:pt x="55161" y="4902"/>
                          <a:pt x="55092" y="4764"/>
                          <a:pt x="54954" y="4694"/>
                        </a:cubicBezTo>
                        <a:cubicBezTo>
                          <a:pt x="54816" y="4556"/>
                          <a:pt x="54609" y="4349"/>
                          <a:pt x="54471" y="4211"/>
                        </a:cubicBezTo>
                        <a:cubicBezTo>
                          <a:pt x="54332" y="4073"/>
                          <a:pt x="54125" y="3866"/>
                          <a:pt x="53987" y="3728"/>
                        </a:cubicBezTo>
                        <a:cubicBezTo>
                          <a:pt x="53849" y="3590"/>
                          <a:pt x="53642" y="3452"/>
                          <a:pt x="53504" y="3314"/>
                        </a:cubicBezTo>
                        <a:cubicBezTo>
                          <a:pt x="53435" y="3245"/>
                          <a:pt x="53366" y="3176"/>
                          <a:pt x="53228" y="3107"/>
                        </a:cubicBezTo>
                        <a:cubicBezTo>
                          <a:pt x="53228" y="3107"/>
                          <a:pt x="53228" y="3107"/>
                          <a:pt x="53228" y="3107"/>
                        </a:cubicBezTo>
                        <a:cubicBezTo>
                          <a:pt x="53228" y="3107"/>
                          <a:pt x="53090" y="2969"/>
                          <a:pt x="53021" y="2969"/>
                        </a:cubicBezTo>
                        <a:cubicBezTo>
                          <a:pt x="52883" y="2831"/>
                          <a:pt x="52676" y="2692"/>
                          <a:pt x="52538" y="2554"/>
                        </a:cubicBezTo>
                        <a:cubicBezTo>
                          <a:pt x="52399" y="2416"/>
                          <a:pt x="52192" y="2347"/>
                          <a:pt x="52054" y="2209"/>
                        </a:cubicBezTo>
                        <a:cubicBezTo>
                          <a:pt x="51916" y="2071"/>
                          <a:pt x="51709" y="2002"/>
                          <a:pt x="51571" y="1864"/>
                        </a:cubicBezTo>
                        <a:cubicBezTo>
                          <a:pt x="51433" y="1795"/>
                          <a:pt x="51226" y="1657"/>
                          <a:pt x="51088" y="1588"/>
                        </a:cubicBezTo>
                        <a:cubicBezTo>
                          <a:pt x="51088" y="1588"/>
                          <a:pt x="51019" y="1588"/>
                          <a:pt x="50950" y="1588"/>
                        </a:cubicBezTo>
                        <a:cubicBezTo>
                          <a:pt x="50812" y="1519"/>
                          <a:pt x="50673" y="1450"/>
                          <a:pt x="50605" y="1381"/>
                        </a:cubicBezTo>
                        <a:cubicBezTo>
                          <a:pt x="50466" y="1312"/>
                          <a:pt x="50259" y="1243"/>
                          <a:pt x="50121" y="1105"/>
                        </a:cubicBezTo>
                        <a:cubicBezTo>
                          <a:pt x="49983" y="1036"/>
                          <a:pt x="49776" y="967"/>
                          <a:pt x="49638" y="897"/>
                        </a:cubicBezTo>
                        <a:cubicBezTo>
                          <a:pt x="49500" y="828"/>
                          <a:pt x="49293" y="759"/>
                          <a:pt x="49155" y="690"/>
                        </a:cubicBezTo>
                        <a:cubicBezTo>
                          <a:pt x="49017" y="690"/>
                          <a:pt x="48809" y="552"/>
                          <a:pt x="48671" y="483"/>
                        </a:cubicBezTo>
                        <a:cubicBezTo>
                          <a:pt x="48671" y="483"/>
                          <a:pt x="48671" y="483"/>
                          <a:pt x="48602" y="483"/>
                        </a:cubicBezTo>
                        <a:cubicBezTo>
                          <a:pt x="48602" y="483"/>
                          <a:pt x="48602" y="483"/>
                          <a:pt x="48602" y="483"/>
                        </a:cubicBezTo>
                        <a:cubicBezTo>
                          <a:pt x="48464" y="483"/>
                          <a:pt x="48395" y="414"/>
                          <a:pt x="48257" y="345"/>
                        </a:cubicBezTo>
                        <a:cubicBezTo>
                          <a:pt x="48119" y="345"/>
                          <a:pt x="47912" y="276"/>
                          <a:pt x="47774" y="207"/>
                        </a:cubicBezTo>
                        <a:cubicBezTo>
                          <a:pt x="47636" y="207"/>
                          <a:pt x="47429" y="138"/>
                          <a:pt x="47291" y="69"/>
                        </a:cubicBezTo>
                        <a:cubicBezTo>
                          <a:pt x="47153" y="69"/>
                          <a:pt x="46946" y="69"/>
                          <a:pt x="46807" y="0"/>
                        </a:cubicBezTo>
                        <a:cubicBezTo>
                          <a:pt x="46669" y="0"/>
                          <a:pt x="46600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462" y="0"/>
                          <a:pt x="46393" y="0"/>
                          <a:pt x="46324" y="0"/>
                        </a:cubicBezTo>
                        <a:cubicBezTo>
                          <a:pt x="46117" y="0"/>
                          <a:pt x="45979" y="0"/>
                          <a:pt x="45772" y="0"/>
                        </a:cubicBezTo>
                        <a:cubicBezTo>
                          <a:pt x="45565" y="0"/>
                          <a:pt x="45358" y="0"/>
                          <a:pt x="45151" y="0"/>
                        </a:cubicBezTo>
                        <a:cubicBezTo>
                          <a:pt x="44943" y="0"/>
                          <a:pt x="44736" y="0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460" y="69"/>
                          <a:pt x="44460" y="69"/>
                          <a:pt x="44460" y="69"/>
                        </a:cubicBezTo>
                        <a:cubicBezTo>
                          <a:pt x="44184" y="69"/>
                          <a:pt x="43908" y="207"/>
                          <a:pt x="43701" y="276"/>
                        </a:cubicBezTo>
                        <a:cubicBezTo>
                          <a:pt x="43355" y="414"/>
                          <a:pt x="43079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0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0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7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lnTo>
                          <a:pt x="12565" y="30031"/>
                        </a:lnTo>
                        <a:cubicBezTo>
                          <a:pt x="13255" y="30791"/>
                          <a:pt x="13877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7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866"/>
                          <a:pt x="17605" y="37763"/>
                        </a:cubicBezTo>
                        <a:cubicBezTo>
                          <a:pt x="17605" y="37763"/>
                          <a:pt x="17605" y="37763"/>
                          <a:pt x="17605" y="37763"/>
                        </a:cubicBezTo>
                        <a:cubicBezTo>
                          <a:pt x="18019" y="38730"/>
                          <a:pt x="18364" y="39627"/>
                          <a:pt x="18640" y="40594"/>
                        </a:cubicBezTo>
                        <a:cubicBezTo>
                          <a:pt x="18640" y="40594"/>
                          <a:pt x="18640" y="40594"/>
                          <a:pt x="18640" y="40594"/>
                        </a:cubicBezTo>
                        <a:cubicBezTo>
                          <a:pt x="19192" y="42527"/>
                          <a:pt x="19538" y="44460"/>
                          <a:pt x="19538" y="46255"/>
                        </a:cubicBezTo>
                        <a:lnTo>
                          <a:pt x="19399" y="85399"/>
                        </a:lnTo>
                        <a:cubicBezTo>
                          <a:pt x="19399" y="86297"/>
                          <a:pt x="19331" y="87125"/>
                          <a:pt x="19192" y="87885"/>
                        </a:cubicBezTo>
                        <a:cubicBezTo>
                          <a:pt x="19192" y="87885"/>
                          <a:pt x="19192" y="87885"/>
                          <a:pt x="19192" y="87885"/>
                        </a:cubicBezTo>
                        <a:cubicBezTo>
                          <a:pt x="19054" y="88644"/>
                          <a:pt x="18847" y="89334"/>
                          <a:pt x="18571" y="89956"/>
                        </a:cubicBezTo>
                        <a:cubicBezTo>
                          <a:pt x="18571" y="89956"/>
                          <a:pt x="18571" y="89956"/>
                          <a:pt x="18571" y="89956"/>
                        </a:cubicBezTo>
                        <a:cubicBezTo>
                          <a:pt x="18364" y="90370"/>
                          <a:pt x="18157" y="90646"/>
                          <a:pt x="17881" y="90991"/>
                        </a:cubicBezTo>
                        <a:cubicBezTo>
                          <a:pt x="17398" y="91682"/>
                          <a:pt x="16776" y="92303"/>
                          <a:pt x="16086" y="92717"/>
                        </a:cubicBezTo>
                        <a:lnTo>
                          <a:pt x="16086" y="92717"/>
                        </a:lnTo>
                        <a:cubicBezTo>
                          <a:pt x="16086" y="92717"/>
                          <a:pt x="16086" y="92717"/>
                          <a:pt x="16086" y="92717"/>
                        </a:cubicBezTo>
                        <a:lnTo>
                          <a:pt x="58889" y="67864"/>
                        </a:lnTo>
                        <a:cubicBezTo>
                          <a:pt x="59579" y="67450"/>
                          <a:pt x="60132" y="66828"/>
                          <a:pt x="60684" y="66138"/>
                        </a:cubicBezTo>
                        <a:cubicBezTo>
                          <a:pt x="60684" y="66069"/>
                          <a:pt x="60822" y="66000"/>
                          <a:pt x="60891" y="65931"/>
                        </a:cubicBezTo>
                        <a:cubicBezTo>
                          <a:pt x="61029" y="65655"/>
                          <a:pt x="61167" y="65447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05" y="65171"/>
                          <a:pt x="61305" y="65171"/>
                          <a:pt x="61305" y="65171"/>
                        </a:cubicBezTo>
                        <a:cubicBezTo>
                          <a:pt x="61374" y="64964"/>
                          <a:pt x="61443" y="64826"/>
                          <a:pt x="61581" y="64619"/>
                        </a:cubicBezTo>
                        <a:cubicBezTo>
                          <a:pt x="61651" y="64412"/>
                          <a:pt x="61719" y="64205"/>
                          <a:pt x="61789" y="63998"/>
                        </a:cubicBezTo>
                        <a:cubicBezTo>
                          <a:pt x="61789" y="63790"/>
                          <a:pt x="61927" y="63583"/>
                          <a:pt x="61927" y="63376"/>
                        </a:cubicBezTo>
                        <a:cubicBezTo>
                          <a:pt x="61927" y="63307"/>
                          <a:pt x="61927" y="63169"/>
                          <a:pt x="61927" y="63100"/>
                        </a:cubicBezTo>
                        <a:cubicBezTo>
                          <a:pt x="61927" y="63100"/>
                          <a:pt x="61927" y="63100"/>
                          <a:pt x="61927" y="63100"/>
                        </a:cubicBezTo>
                        <a:cubicBezTo>
                          <a:pt x="61927" y="63031"/>
                          <a:pt x="61927" y="62962"/>
                          <a:pt x="61927" y="62893"/>
                        </a:cubicBezTo>
                        <a:cubicBezTo>
                          <a:pt x="61927" y="62686"/>
                          <a:pt x="61927" y="62548"/>
                          <a:pt x="61996" y="62341"/>
                        </a:cubicBezTo>
                        <a:cubicBezTo>
                          <a:pt x="61996" y="62134"/>
                          <a:pt x="61996" y="61996"/>
                          <a:pt x="61996" y="61788"/>
                        </a:cubicBezTo>
                        <a:cubicBezTo>
                          <a:pt x="61996" y="61581"/>
                          <a:pt x="61996" y="61443"/>
                          <a:pt x="61996" y="61236"/>
                        </a:cubicBezTo>
                        <a:cubicBezTo>
                          <a:pt x="61996" y="61029"/>
                          <a:pt x="61996" y="60891"/>
                          <a:pt x="61996" y="60684"/>
                        </a:cubicBezTo>
                        <a:cubicBezTo>
                          <a:pt x="61996" y="60684"/>
                          <a:pt x="61996" y="60684"/>
                          <a:pt x="61996" y="60684"/>
                        </a:cubicBezTo>
                        <a:lnTo>
                          <a:pt x="62134" y="21540"/>
                        </a:lnTo>
                        <a:cubicBezTo>
                          <a:pt x="62134" y="21540"/>
                          <a:pt x="62134" y="21194"/>
                          <a:pt x="62134" y="2098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56"/>
                  <p:cNvSpPr/>
                  <p:nvPr/>
                </p:nvSpPr>
                <p:spPr>
                  <a:xfrm>
                    <a:off x="2066426" y="2998896"/>
                    <a:ext cx="91819" cy="53227"/>
                  </a:xfrm>
                  <a:custGeom>
                    <a:rect b="b" l="l" r="r" t="t"/>
                    <a:pathLst>
                      <a:path extrusionOk="0" h="53227" w="91819">
                        <a:moveTo>
                          <a:pt x="91613" y="20711"/>
                        </a:moveTo>
                        <a:cubicBezTo>
                          <a:pt x="91613" y="20711"/>
                          <a:pt x="91613" y="20711"/>
                          <a:pt x="91613" y="20711"/>
                        </a:cubicBezTo>
                        <a:cubicBezTo>
                          <a:pt x="91613" y="20711"/>
                          <a:pt x="91613" y="20642"/>
                          <a:pt x="91613" y="20573"/>
                        </a:cubicBezTo>
                        <a:cubicBezTo>
                          <a:pt x="91613" y="20366"/>
                          <a:pt x="91613" y="20228"/>
                          <a:pt x="91613" y="20021"/>
                        </a:cubicBezTo>
                        <a:cubicBezTo>
                          <a:pt x="91613" y="19814"/>
                          <a:pt x="91613" y="19676"/>
                          <a:pt x="91613" y="19469"/>
                        </a:cubicBezTo>
                        <a:cubicBezTo>
                          <a:pt x="91613" y="19261"/>
                          <a:pt x="91613" y="19123"/>
                          <a:pt x="91613" y="18916"/>
                        </a:cubicBezTo>
                        <a:cubicBezTo>
                          <a:pt x="91613" y="18778"/>
                          <a:pt x="91613" y="18640"/>
                          <a:pt x="91613" y="18502"/>
                        </a:cubicBezTo>
                        <a:cubicBezTo>
                          <a:pt x="91613" y="18502"/>
                          <a:pt x="91613" y="18502"/>
                          <a:pt x="91613" y="18502"/>
                        </a:cubicBezTo>
                        <a:cubicBezTo>
                          <a:pt x="91613" y="18502"/>
                          <a:pt x="91613" y="18433"/>
                          <a:pt x="91613" y="18364"/>
                        </a:cubicBezTo>
                        <a:cubicBezTo>
                          <a:pt x="91613" y="18157"/>
                          <a:pt x="91613" y="17950"/>
                          <a:pt x="91543" y="17743"/>
                        </a:cubicBezTo>
                        <a:cubicBezTo>
                          <a:pt x="91543" y="17536"/>
                          <a:pt x="91475" y="17328"/>
                          <a:pt x="91405" y="17121"/>
                        </a:cubicBezTo>
                        <a:cubicBezTo>
                          <a:pt x="91405" y="16914"/>
                          <a:pt x="91336" y="16707"/>
                          <a:pt x="91267" y="16500"/>
                        </a:cubicBezTo>
                        <a:cubicBezTo>
                          <a:pt x="91267" y="16362"/>
                          <a:pt x="91198" y="16224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439" y="13807"/>
                          <a:pt x="90370" y="13600"/>
                          <a:pt x="90301" y="13462"/>
                        </a:cubicBezTo>
                        <a:cubicBezTo>
                          <a:pt x="90301" y="13462"/>
                          <a:pt x="90301" y="13462"/>
                          <a:pt x="90301" y="13462"/>
                        </a:cubicBezTo>
                        <a:cubicBezTo>
                          <a:pt x="90232" y="13255"/>
                          <a:pt x="90163" y="13048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7" y="12151"/>
                          <a:pt x="89749" y="12013"/>
                          <a:pt x="89610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4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1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21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23"/>
                        </a:cubicBezTo>
                        <a:cubicBezTo>
                          <a:pt x="85468" y="5385"/>
                          <a:pt x="85330" y="5178"/>
                          <a:pt x="85123" y="5040"/>
                        </a:cubicBezTo>
                        <a:cubicBezTo>
                          <a:pt x="84985" y="4902"/>
                          <a:pt x="84778" y="4695"/>
                          <a:pt x="84640" y="4556"/>
                        </a:cubicBezTo>
                        <a:cubicBezTo>
                          <a:pt x="84502" y="4418"/>
                          <a:pt x="84295" y="4211"/>
                          <a:pt x="84157" y="4073"/>
                        </a:cubicBezTo>
                        <a:cubicBezTo>
                          <a:pt x="84018" y="3935"/>
                          <a:pt x="83811" y="3728"/>
                          <a:pt x="83673" y="3590"/>
                        </a:cubicBezTo>
                        <a:cubicBezTo>
                          <a:pt x="83673" y="3590"/>
                          <a:pt x="83535" y="3521"/>
                          <a:pt x="83535" y="3452"/>
                        </a:cubicBezTo>
                        <a:cubicBezTo>
                          <a:pt x="83535" y="3452"/>
                          <a:pt x="83535" y="3452"/>
                          <a:pt x="83535" y="3452"/>
                        </a:cubicBezTo>
                        <a:cubicBezTo>
                          <a:pt x="83466" y="3383"/>
                          <a:pt x="83328" y="3245"/>
                          <a:pt x="83190" y="3176"/>
                        </a:cubicBezTo>
                        <a:cubicBezTo>
                          <a:pt x="83052" y="3038"/>
                          <a:pt x="82845" y="2900"/>
                          <a:pt x="82638" y="2762"/>
                        </a:cubicBezTo>
                        <a:cubicBezTo>
                          <a:pt x="82500" y="2623"/>
                          <a:pt x="82292" y="2485"/>
                          <a:pt x="82154" y="2347"/>
                        </a:cubicBezTo>
                        <a:cubicBezTo>
                          <a:pt x="82016" y="2209"/>
                          <a:pt x="81809" y="2140"/>
                          <a:pt x="81671" y="2002"/>
                        </a:cubicBezTo>
                        <a:cubicBezTo>
                          <a:pt x="81533" y="1864"/>
                          <a:pt x="81326" y="1795"/>
                          <a:pt x="81188" y="1657"/>
                        </a:cubicBezTo>
                        <a:cubicBezTo>
                          <a:pt x="81050" y="1588"/>
                          <a:pt x="80843" y="1450"/>
                          <a:pt x="80705" y="1381"/>
                        </a:cubicBezTo>
                        <a:cubicBezTo>
                          <a:pt x="80705" y="1381"/>
                          <a:pt x="80636" y="1381"/>
                          <a:pt x="80566" y="1381"/>
                        </a:cubicBezTo>
                        <a:cubicBezTo>
                          <a:pt x="80429" y="1312"/>
                          <a:pt x="80359" y="1243"/>
                          <a:pt x="80221" y="1174"/>
                        </a:cubicBezTo>
                        <a:cubicBezTo>
                          <a:pt x="80083" y="1105"/>
                          <a:pt x="79945" y="1036"/>
                          <a:pt x="79738" y="967"/>
                        </a:cubicBezTo>
                        <a:cubicBezTo>
                          <a:pt x="79600" y="898"/>
                          <a:pt x="79462" y="829"/>
                          <a:pt x="79255" y="759"/>
                        </a:cubicBezTo>
                        <a:cubicBezTo>
                          <a:pt x="79117" y="759"/>
                          <a:pt x="78979" y="621"/>
                          <a:pt x="78772" y="552"/>
                        </a:cubicBezTo>
                        <a:cubicBezTo>
                          <a:pt x="78633" y="552"/>
                          <a:pt x="78495" y="414"/>
                          <a:pt x="78288" y="345"/>
                        </a:cubicBezTo>
                        <a:cubicBezTo>
                          <a:pt x="78150" y="345"/>
                          <a:pt x="78012" y="207"/>
                          <a:pt x="77805" y="207"/>
                        </a:cubicBezTo>
                        <a:cubicBezTo>
                          <a:pt x="77736" y="207"/>
                          <a:pt x="77667" y="207"/>
                          <a:pt x="77598" y="207"/>
                        </a:cubicBezTo>
                        <a:cubicBezTo>
                          <a:pt x="77598" y="207"/>
                          <a:pt x="77598" y="207"/>
                          <a:pt x="77598" y="207"/>
                        </a:cubicBezTo>
                        <a:cubicBezTo>
                          <a:pt x="77598" y="207"/>
                          <a:pt x="77460" y="207"/>
                          <a:pt x="77391" y="207"/>
                        </a:cubicBezTo>
                        <a:cubicBezTo>
                          <a:pt x="77253" y="207"/>
                          <a:pt x="77046" y="138"/>
                          <a:pt x="76908" y="69"/>
                        </a:cubicBezTo>
                        <a:cubicBezTo>
                          <a:pt x="76770" y="69"/>
                          <a:pt x="76562" y="69"/>
                          <a:pt x="76424" y="0"/>
                        </a:cubicBezTo>
                        <a:cubicBezTo>
                          <a:pt x="76286" y="0"/>
                          <a:pt x="76079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4974" y="0"/>
                          <a:pt x="74836" y="0"/>
                        </a:cubicBezTo>
                        <a:lnTo>
                          <a:pt x="45219" y="2554"/>
                        </a:lnTo>
                        <a:cubicBezTo>
                          <a:pt x="45219" y="2554"/>
                          <a:pt x="45219" y="2554"/>
                          <a:pt x="45219" y="2554"/>
                        </a:cubicBezTo>
                        <a:cubicBezTo>
                          <a:pt x="45012" y="2554"/>
                          <a:pt x="44736" y="2554"/>
                          <a:pt x="44529" y="2623"/>
                        </a:cubicBezTo>
                        <a:cubicBezTo>
                          <a:pt x="44253" y="2623"/>
                          <a:pt x="43977" y="2762"/>
                          <a:pt x="43770" y="2831"/>
                        </a:cubicBezTo>
                        <a:cubicBezTo>
                          <a:pt x="43424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102" y="24784"/>
                        </a:lnTo>
                        <a:cubicBezTo>
                          <a:pt x="33000" y="24715"/>
                          <a:pt x="33966" y="24784"/>
                          <a:pt x="34933" y="25061"/>
                        </a:cubicBezTo>
                        <a:cubicBezTo>
                          <a:pt x="34933" y="25061"/>
                          <a:pt x="34933" y="25061"/>
                          <a:pt x="34933" y="25061"/>
                        </a:cubicBezTo>
                        <a:cubicBezTo>
                          <a:pt x="35899" y="25337"/>
                          <a:pt x="36866" y="25751"/>
                          <a:pt x="37832" y="26303"/>
                        </a:cubicBezTo>
                        <a:cubicBezTo>
                          <a:pt x="38799" y="26856"/>
                          <a:pt x="39834" y="27615"/>
                          <a:pt x="40732" y="28443"/>
                        </a:cubicBezTo>
                        <a:cubicBezTo>
                          <a:pt x="40732" y="28443"/>
                          <a:pt x="40732" y="28443"/>
                          <a:pt x="40732" y="28443"/>
                        </a:cubicBezTo>
                        <a:cubicBezTo>
                          <a:pt x="41698" y="29272"/>
                          <a:pt x="42596" y="30238"/>
                          <a:pt x="43424" y="31274"/>
                        </a:cubicBezTo>
                        <a:cubicBezTo>
                          <a:pt x="43424" y="31274"/>
                          <a:pt x="43424" y="31274"/>
                          <a:pt x="43424" y="31274"/>
                        </a:cubicBezTo>
                        <a:cubicBezTo>
                          <a:pt x="44253" y="32310"/>
                          <a:pt x="45081" y="33483"/>
                          <a:pt x="45772" y="34657"/>
                        </a:cubicBezTo>
                        <a:cubicBezTo>
                          <a:pt x="45772" y="34657"/>
                          <a:pt x="45772" y="34657"/>
                          <a:pt x="45772" y="34657"/>
                        </a:cubicBezTo>
                        <a:cubicBezTo>
                          <a:pt x="46462" y="35899"/>
                          <a:pt x="47152" y="37211"/>
                          <a:pt x="47636" y="38592"/>
                        </a:cubicBezTo>
                        <a:cubicBezTo>
                          <a:pt x="47981" y="39420"/>
                          <a:pt x="48257" y="40249"/>
                          <a:pt x="48464" y="41077"/>
                        </a:cubicBezTo>
                        <a:cubicBezTo>
                          <a:pt x="48464" y="41077"/>
                          <a:pt x="48464" y="41077"/>
                          <a:pt x="48464" y="41077"/>
                        </a:cubicBezTo>
                        <a:cubicBezTo>
                          <a:pt x="48671" y="41906"/>
                          <a:pt x="48878" y="42665"/>
                          <a:pt x="48947" y="43425"/>
                        </a:cubicBezTo>
                        <a:cubicBezTo>
                          <a:pt x="48947" y="43425"/>
                          <a:pt x="48947" y="43425"/>
                          <a:pt x="48947" y="43425"/>
                        </a:cubicBezTo>
                        <a:cubicBezTo>
                          <a:pt x="49085" y="44184"/>
                          <a:pt x="49155" y="44943"/>
                          <a:pt x="49155" y="45634"/>
                        </a:cubicBezTo>
                        <a:cubicBezTo>
                          <a:pt x="49155" y="45634"/>
                          <a:pt x="49155" y="45634"/>
                          <a:pt x="49155" y="45634"/>
                        </a:cubicBezTo>
                        <a:cubicBezTo>
                          <a:pt x="49155" y="46324"/>
                          <a:pt x="49155" y="47014"/>
                          <a:pt x="49085" y="47636"/>
                        </a:cubicBezTo>
                        <a:cubicBezTo>
                          <a:pt x="49085" y="47636"/>
                          <a:pt x="49085" y="47636"/>
                          <a:pt x="49085" y="47636"/>
                        </a:cubicBezTo>
                        <a:cubicBezTo>
                          <a:pt x="49017" y="48257"/>
                          <a:pt x="48878" y="48878"/>
                          <a:pt x="48671" y="49431"/>
                        </a:cubicBezTo>
                        <a:cubicBezTo>
                          <a:pt x="48671" y="49431"/>
                          <a:pt x="48671" y="49431"/>
                          <a:pt x="48671" y="49500"/>
                        </a:cubicBezTo>
                        <a:cubicBezTo>
                          <a:pt x="48533" y="49983"/>
                          <a:pt x="48326" y="50466"/>
                          <a:pt x="48050" y="50881"/>
                        </a:cubicBezTo>
                        <a:cubicBezTo>
                          <a:pt x="48050" y="50881"/>
                          <a:pt x="47981" y="51019"/>
                          <a:pt x="47912" y="51088"/>
                        </a:cubicBezTo>
                        <a:cubicBezTo>
                          <a:pt x="47843" y="51226"/>
                          <a:pt x="47705" y="51364"/>
                          <a:pt x="47636" y="51433"/>
                        </a:cubicBezTo>
                        <a:cubicBezTo>
                          <a:pt x="47152" y="52192"/>
                          <a:pt x="46531" y="52814"/>
                          <a:pt x="45772" y="53228"/>
                        </a:cubicBezTo>
                        <a:lnTo>
                          <a:pt x="88575" y="28374"/>
                        </a:lnTo>
                        <a:cubicBezTo>
                          <a:pt x="89334" y="27960"/>
                          <a:pt x="89887" y="27339"/>
                          <a:pt x="90439" y="26579"/>
                        </a:cubicBezTo>
                        <a:cubicBezTo>
                          <a:pt x="90439" y="26579"/>
                          <a:pt x="90577" y="26510"/>
                          <a:pt x="90577" y="26441"/>
                        </a:cubicBezTo>
                        <a:cubicBezTo>
                          <a:pt x="90577" y="26372"/>
                          <a:pt x="90646" y="26303"/>
                          <a:pt x="90715" y="26234"/>
                        </a:cubicBezTo>
                        <a:cubicBezTo>
                          <a:pt x="90715" y="26234"/>
                          <a:pt x="90784" y="26096"/>
                          <a:pt x="90853" y="26027"/>
                        </a:cubicBezTo>
                        <a:cubicBezTo>
                          <a:pt x="90853" y="25889"/>
                          <a:pt x="90991" y="25820"/>
                          <a:pt x="91060" y="25682"/>
                        </a:cubicBezTo>
                        <a:cubicBezTo>
                          <a:pt x="91198" y="25475"/>
                          <a:pt x="91267" y="25268"/>
                          <a:pt x="91336" y="24992"/>
                        </a:cubicBezTo>
                        <a:cubicBezTo>
                          <a:pt x="91336" y="24853"/>
                          <a:pt x="91405" y="24715"/>
                          <a:pt x="91475" y="24577"/>
                        </a:cubicBezTo>
                        <a:cubicBezTo>
                          <a:pt x="91475" y="24577"/>
                          <a:pt x="91475" y="24577"/>
                          <a:pt x="91475" y="24508"/>
                        </a:cubicBezTo>
                        <a:cubicBezTo>
                          <a:pt x="91475" y="24508"/>
                          <a:pt x="91475" y="24439"/>
                          <a:pt x="91475" y="24370"/>
                        </a:cubicBezTo>
                        <a:cubicBezTo>
                          <a:pt x="91475" y="24163"/>
                          <a:pt x="91613" y="23956"/>
                          <a:pt x="91613" y="23818"/>
                        </a:cubicBezTo>
                        <a:cubicBezTo>
                          <a:pt x="91613" y="23611"/>
                          <a:pt x="91682" y="23404"/>
                          <a:pt x="91751" y="23266"/>
                        </a:cubicBezTo>
                        <a:cubicBezTo>
                          <a:pt x="91751" y="23128"/>
                          <a:pt x="91751" y="22920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782"/>
                          <a:pt x="91820" y="22782"/>
                          <a:pt x="91820" y="22782"/>
                        </a:cubicBezTo>
                        <a:cubicBezTo>
                          <a:pt x="91820" y="22575"/>
                          <a:pt x="91820" y="22437"/>
                          <a:pt x="91820" y="22230"/>
                        </a:cubicBezTo>
                        <a:cubicBezTo>
                          <a:pt x="91820" y="22023"/>
                          <a:pt x="91820" y="21885"/>
                          <a:pt x="91820" y="21678"/>
                        </a:cubicBezTo>
                        <a:cubicBezTo>
                          <a:pt x="91820" y="21471"/>
                          <a:pt x="91820" y="21333"/>
                          <a:pt x="91820" y="21125"/>
                        </a:cubicBezTo>
                        <a:cubicBezTo>
                          <a:pt x="91820" y="20987"/>
                          <a:pt x="91820" y="20849"/>
                          <a:pt x="91820" y="207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56"/>
                  <p:cNvSpPr/>
                  <p:nvPr/>
                </p:nvSpPr>
                <p:spPr>
                  <a:xfrm>
                    <a:off x="2159005" y="3108735"/>
                    <a:ext cx="63100" cy="77528"/>
                  </a:xfrm>
                  <a:custGeom>
                    <a:rect b="b" l="l" r="r" t="t"/>
                    <a:pathLst>
                      <a:path extrusionOk="0" h="77528" w="63100">
                        <a:moveTo>
                          <a:pt x="62617" y="20849"/>
                        </a:moveTo>
                        <a:cubicBezTo>
                          <a:pt x="62617" y="20849"/>
                          <a:pt x="62617" y="20573"/>
                          <a:pt x="62617" y="20435"/>
                        </a:cubicBezTo>
                        <a:cubicBezTo>
                          <a:pt x="62617" y="20435"/>
                          <a:pt x="62617" y="20435"/>
                          <a:pt x="62617" y="20435"/>
                        </a:cubicBezTo>
                        <a:cubicBezTo>
                          <a:pt x="62617" y="20435"/>
                          <a:pt x="62617" y="20366"/>
                          <a:pt x="62617" y="20297"/>
                        </a:cubicBezTo>
                        <a:cubicBezTo>
                          <a:pt x="62617" y="20090"/>
                          <a:pt x="62617" y="19952"/>
                          <a:pt x="62617" y="19745"/>
                        </a:cubicBezTo>
                        <a:cubicBezTo>
                          <a:pt x="62617" y="19538"/>
                          <a:pt x="62617" y="19399"/>
                          <a:pt x="62617" y="19192"/>
                        </a:cubicBezTo>
                        <a:cubicBezTo>
                          <a:pt x="62617" y="18985"/>
                          <a:pt x="62617" y="18778"/>
                          <a:pt x="62548" y="18640"/>
                        </a:cubicBezTo>
                        <a:cubicBezTo>
                          <a:pt x="62548" y="18433"/>
                          <a:pt x="62548" y="18226"/>
                          <a:pt x="62479" y="18019"/>
                        </a:cubicBezTo>
                        <a:cubicBezTo>
                          <a:pt x="62479" y="17950"/>
                          <a:pt x="62479" y="17812"/>
                          <a:pt x="62479" y="17743"/>
                        </a:cubicBezTo>
                        <a:cubicBezTo>
                          <a:pt x="62479" y="17743"/>
                          <a:pt x="62479" y="17743"/>
                          <a:pt x="62479" y="17743"/>
                        </a:cubicBezTo>
                        <a:cubicBezTo>
                          <a:pt x="62479" y="17674"/>
                          <a:pt x="62479" y="17535"/>
                          <a:pt x="62479" y="17466"/>
                        </a:cubicBezTo>
                        <a:cubicBezTo>
                          <a:pt x="62479" y="17259"/>
                          <a:pt x="62410" y="17052"/>
                          <a:pt x="62341" y="16845"/>
                        </a:cubicBezTo>
                        <a:cubicBezTo>
                          <a:pt x="62341" y="16638"/>
                          <a:pt x="62203" y="16431"/>
                          <a:pt x="62203" y="16224"/>
                        </a:cubicBezTo>
                        <a:cubicBezTo>
                          <a:pt x="62203" y="16017"/>
                          <a:pt x="62065" y="15810"/>
                          <a:pt x="61995" y="15602"/>
                        </a:cubicBezTo>
                        <a:cubicBezTo>
                          <a:pt x="61995" y="15395"/>
                          <a:pt x="61857" y="15188"/>
                          <a:pt x="61788" y="14981"/>
                        </a:cubicBezTo>
                        <a:lnTo>
                          <a:pt x="61788" y="14981"/>
                        </a:lnTo>
                        <a:cubicBezTo>
                          <a:pt x="61788" y="14981"/>
                          <a:pt x="61788" y="14912"/>
                          <a:pt x="61788" y="14912"/>
                        </a:cubicBezTo>
                        <a:cubicBezTo>
                          <a:pt x="61788" y="14774"/>
                          <a:pt x="61650" y="14567"/>
                          <a:pt x="61581" y="14429"/>
                        </a:cubicBezTo>
                        <a:cubicBezTo>
                          <a:pt x="61581" y="14222"/>
                          <a:pt x="61443" y="14084"/>
                          <a:pt x="61374" y="13876"/>
                        </a:cubicBezTo>
                        <a:cubicBezTo>
                          <a:pt x="61305" y="13669"/>
                          <a:pt x="61236" y="13531"/>
                          <a:pt x="61167" y="13324"/>
                        </a:cubicBezTo>
                        <a:cubicBezTo>
                          <a:pt x="61098" y="13117"/>
                          <a:pt x="61029" y="12979"/>
                          <a:pt x="60960" y="12772"/>
                        </a:cubicBezTo>
                        <a:cubicBezTo>
                          <a:pt x="60891" y="12565"/>
                          <a:pt x="60822" y="12427"/>
                          <a:pt x="60684" y="12220"/>
                        </a:cubicBezTo>
                        <a:cubicBezTo>
                          <a:pt x="60684" y="12220"/>
                          <a:pt x="60684" y="12151"/>
                          <a:pt x="60684" y="12082"/>
                        </a:cubicBezTo>
                        <a:cubicBezTo>
                          <a:pt x="60684" y="12082"/>
                          <a:pt x="60684" y="12082"/>
                          <a:pt x="60684" y="12082"/>
                        </a:cubicBezTo>
                        <a:cubicBezTo>
                          <a:pt x="60615" y="11943"/>
                          <a:pt x="60546" y="11736"/>
                          <a:pt x="60477" y="11598"/>
                        </a:cubicBezTo>
                        <a:cubicBezTo>
                          <a:pt x="60339" y="11391"/>
                          <a:pt x="60269" y="11184"/>
                          <a:pt x="60131" y="10977"/>
                        </a:cubicBezTo>
                        <a:cubicBezTo>
                          <a:pt x="59924" y="10632"/>
                          <a:pt x="59786" y="10287"/>
                          <a:pt x="59579" y="9941"/>
                        </a:cubicBezTo>
                        <a:cubicBezTo>
                          <a:pt x="59510" y="9803"/>
                          <a:pt x="59372" y="9596"/>
                          <a:pt x="59303" y="9458"/>
                        </a:cubicBezTo>
                        <a:cubicBezTo>
                          <a:pt x="59234" y="9320"/>
                          <a:pt x="59165" y="9182"/>
                          <a:pt x="59027" y="9044"/>
                        </a:cubicBezTo>
                        <a:cubicBezTo>
                          <a:pt x="58889" y="8837"/>
                          <a:pt x="58751" y="8630"/>
                          <a:pt x="58682" y="8423"/>
                        </a:cubicBezTo>
                        <a:cubicBezTo>
                          <a:pt x="58475" y="8077"/>
                          <a:pt x="58198" y="7732"/>
                          <a:pt x="57991" y="7387"/>
                        </a:cubicBezTo>
                        <a:cubicBezTo>
                          <a:pt x="57853" y="7180"/>
                          <a:pt x="57646" y="6973"/>
                          <a:pt x="57508" y="6766"/>
                        </a:cubicBezTo>
                        <a:cubicBezTo>
                          <a:pt x="57508" y="6697"/>
                          <a:pt x="57370" y="6628"/>
                          <a:pt x="57370" y="6559"/>
                        </a:cubicBezTo>
                        <a:cubicBezTo>
                          <a:pt x="57301" y="6420"/>
                          <a:pt x="57163" y="6351"/>
                          <a:pt x="57094" y="6213"/>
                        </a:cubicBezTo>
                        <a:cubicBezTo>
                          <a:pt x="56956" y="6006"/>
                          <a:pt x="56818" y="5868"/>
                          <a:pt x="56680" y="5730"/>
                        </a:cubicBezTo>
                        <a:cubicBezTo>
                          <a:pt x="56542" y="5592"/>
                          <a:pt x="56403" y="5385"/>
                          <a:pt x="56196" y="5247"/>
                        </a:cubicBezTo>
                        <a:cubicBezTo>
                          <a:pt x="56058" y="5109"/>
                          <a:pt x="55851" y="4902"/>
                          <a:pt x="55713" y="4764"/>
                        </a:cubicBezTo>
                        <a:cubicBezTo>
                          <a:pt x="55575" y="4625"/>
                          <a:pt x="55368" y="4418"/>
                          <a:pt x="55230" y="4280"/>
                        </a:cubicBezTo>
                        <a:cubicBezTo>
                          <a:pt x="55092" y="4142"/>
                          <a:pt x="54885" y="3935"/>
                          <a:pt x="54747" y="3797"/>
                        </a:cubicBezTo>
                        <a:cubicBezTo>
                          <a:pt x="54747" y="3797"/>
                          <a:pt x="54677" y="3728"/>
                          <a:pt x="54609" y="3659"/>
                        </a:cubicBezTo>
                        <a:cubicBezTo>
                          <a:pt x="54609" y="3659"/>
                          <a:pt x="54609" y="3659"/>
                          <a:pt x="54609" y="3659"/>
                        </a:cubicBezTo>
                        <a:cubicBezTo>
                          <a:pt x="54470" y="3590"/>
                          <a:pt x="54401" y="3452"/>
                          <a:pt x="54263" y="3383"/>
                        </a:cubicBezTo>
                        <a:cubicBezTo>
                          <a:pt x="54125" y="3245"/>
                          <a:pt x="53918" y="3107"/>
                          <a:pt x="53780" y="2969"/>
                        </a:cubicBezTo>
                        <a:cubicBezTo>
                          <a:pt x="53642" y="2831"/>
                          <a:pt x="53435" y="2692"/>
                          <a:pt x="53297" y="2554"/>
                        </a:cubicBezTo>
                        <a:cubicBezTo>
                          <a:pt x="53159" y="2416"/>
                          <a:pt x="52952" y="2347"/>
                          <a:pt x="52814" y="2209"/>
                        </a:cubicBezTo>
                        <a:cubicBezTo>
                          <a:pt x="52675" y="2071"/>
                          <a:pt x="52468" y="2002"/>
                          <a:pt x="52330" y="1864"/>
                        </a:cubicBezTo>
                        <a:cubicBezTo>
                          <a:pt x="52192" y="1795"/>
                          <a:pt x="51985" y="1657"/>
                          <a:pt x="51847" y="1588"/>
                        </a:cubicBezTo>
                        <a:cubicBezTo>
                          <a:pt x="51847" y="1588"/>
                          <a:pt x="51778" y="1588"/>
                          <a:pt x="51709" y="1588"/>
                        </a:cubicBezTo>
                        <a:cubicBezTo>
                          <a:pt x="51571" y="1519"/>
                          <a:pt x="51502" y="1450"/>
                          <a:pt x="51364" y="1381"/>
                        </a:cubicBezTo>
                        <a:cubicBezTo>
                          <a:pt x="51226" y="1312"/>
                          <a:pt x="51019" y="1243"/>
                          <a:pt x="50881" y="1105"/>
                        </a:cubicBezTo>
                        <a:cubicBezTo>
                          <a:pt x="50742" y="1036"/>
                          <a:pt x="50604" y="967"/>
                          <a:pt x="50397" y="898"/>
                        </a:cubicBezTo>
                        <a:cubicBezTo>
                          <a:pt x="50259" y="828"/>
                          <a:pt x="50121" y="759"/>
                          <a:pt x="49914" y="690"/>
                        </a:cubicBezTo>
                        <a:cubicBezTo>
                          <a:pt x="49776" y="690"/>
                          <a:pt x="49569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6" y="345"/>
                        </a:cubicBezTo>
                        <a:cubicBezTo>
                          <a:pt x="48878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0" y="0"/>
                          <a:pt x="47222" y="0"/>
                          <a:pt x="47152" y="0"/>
                        </a:cubicBezTo>
                        <a:cubicBezTo>
                          <a:pt x="46945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4" y="0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357" y="69"/>
                          <a:pt x="45357" y="69"/>
                          <a:pt x="45357" y="69"/>
                        </a:cubicBezTo>
                        <a:cubicBezTo>
                          <a:pt x="45081" y="69"/>
                          <a:pt x="44805" y="207"/>
                          <a:pt x="44529" y="276"/>
                        </a:cubicBezTo>
                        <a:cubicBezTo>
                          <a:pt x="44184" y="414"/>
                          <a:pt x="43908" y="552"/>
                          <a:pt x="43563" y="690"/>
                        </a:cubicBezTo>
                        <a:lnTo>
                          <a:pt x="759" y="25544"/>
                        </a:lnTo>
                        <a:cubicBezTo>
                          <a:pt x="1312" y="25199"/>
                          <a:pt x="1933" y="24991"/>
                          <a:pt x="2554" y="24853"/>
                        </a:cubicBezTo>
                        <a:cubicBezTo>
                          <a:pt x="2554" y="24853"/>
                          <a:pt x="2554" y="24853"/>
                          <a:pt x="2554" y="24853"/>
                        </a:cubicBezTo>
                        <a:cubicBezTo>
                          <a:pt x="3176" y="24715"/>
                          <a:pt x="3866" y="24715"/>
                          <a:pt x="4556" y="24784"/>
                        </a:cubicBezTo>
                        <a:cubicBezTo>
                          <a:pt x="4556" y="24784"/>
                          <a:pt x="4556" y="24784"/>
                          <a:pt x="4556" y="24784"/>
                        </a:cubicBezTo>
                        <a:cubicBezTo>
                          <a:pt x="5247" y="24853"/>
                          <a:pt x="5937" y="24991"/>
                          <a:pt x="6697" y="25268"/>
                        </a:cubicBezTo>
                        <a:cubicBezTo>
                          <a:pt x="6697" y="25268"/>
                          <a:pt x="6697" y="25268"/>
                          <a:pt x="6697" y="25268"/>
                        </a:cubicBezTo>
                        <a:cubicBezTo>
                          <a:pt x="7456" y="25544"/>
                          <a:pt x="8215" y="25889"/>
                          <a:pt x="8975" y="26303"/>
                        </a:cubicBezTo>
                        <a:cubicBezTo>
                          <a:pt x="9941" y="26856"/>
                          <a:pt x="10908" y="27546"/>
                          <a:pt x="11874" y="28443"/>
                        </a:cubicBezTo>
                        <a:cubicBezTo>
                          <a:pt x="11874" y="28443"/>
                          <a:pt x="11874" y="28443"/>
                          <a:pt x="11874" y="28443"/>
                        </a:cubicBezTo>
                        <a:cubicBezTo>
                          <a:pt x="12841" y="29272"/>
                          <a:pt x="13738" y="30238"/>
                          <a:pt x="14636" y="31412"/>
                        </a:cubicBezTo>
                        <a:cubicBezTo>
                          <a:pt x="15257" y="32240"/>
                          <a:pt x="15879" y="33069"/>
                          <a:pt x="16362" y="33897"/>
                        </a:cubicBezTo>
                        <a:cubicBezTo>
                          <a:pt x="16431" y="34035"/>
                          <a:pt x="16500" y="34173"/>
                          <a:pt x="16638" y="34312"/>
                        </a:cubicBezTo>
                        <a:cubicBezTo>
                          <a:pt x="17190" y="35140"/>
                          <a:pt x="17674" y="36038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cubicBezTo>
                          <a:pt x="20021" y="42527"/>
                          <a:pt x="20021" y="42527"/>
                          <a:pt x="20021" y="42527"/>
                        </a:cubicBezTo>
                        <a:cubicBezTo>
                          <a:pt x="20228" y="43424"/>
                          <a:pt x="20297" y="44322"/>
                          <a:pt x="20366" y="45219"/>
                        </a:cubicBezTo>
                        <a:cubicBezTo>
                          <a:pt x="20366" y="45219"/>
                          <a:pt x="20366" y="45219"/>
                          <a:pt x="20366" y="45219"/>
                        </a:cubicBezTo>
                        <a:cubicBezTo>
                          <a:pt x="20366" y="46117"/>
                          <a:pt x="20366" y="46945"/>
                          <a:pt x="20366" y="47705"/>
                        </a:cubicBezTo>
                        <a:cubicBezTo>
                          <a:pt x="20366" y="47705"/>
                          <a:pt x="20366" y="47705"/>
                          <a:pt x="20366" y="47705"/>
                        </a:cubicBezTo>
                        <a:cubicBezTo>
                          <a:pt x="20297" y="48464"/>
                          <a:pt x="20090" y="49224"/>
                          <a:pt x="19883" y="49914"/>
                        </a:cubicBezTo>
                        <a:cubicBezTo>
                          <a:pt x="19883" y="49914"/>
                          <a:pt x="19883" y="49914"/>
                          <a:pt x="19883" y="49914"/>
                        </a:cubicBezTo>
                        <a:cubicBezTo>
                          <a:pt x="19607" y="50604"/>
                          <a:pt x="19330" y="51226"/>
                          <a:pt x="18916" y="51778"/>
                        </a:cubicBezTo>
                        <a:lnTo>
                          <a:pt x="1795" y="75872"/>
                        </a:lnTo>
                        <a:cubicBezTo>
                          <a:pt x="1312" y="76562"/>
                          <a:pt x="690" y="77115"/>
                          <a:pt x="0" y="77529"/>
                        </a:cubicBezTo>
                        <a:lnTo>
                          <a:pt x="42803" y="52676"/>
                        </a:lnTo>
                        <a:cubicBezTo>
                          <a:pt x="43493" y="52261"/>
                          <a:pt x="44115" y="51709"/>
                          <a:pt x="44598" y="51019"/>
                        </a:cubicBezTo>
                        <a:lnTo>
                          <a:pt x="61719" y="26925"/>
                        </a:lnTo>
                        <a:cubicBezTo>
                          <a:pt x="61719" y="26925"/>
                          <a:pt x="61857" y="26717"/>
                          <a:pt x="61927" y="26579"/>
                        </a:cubicBezTo>
                        <a:cubicBezTo>
                          <a:pt x="62065" y="26303"/>
                          <a:pt x="62203" y="26096"/>
                          <a:pt x="62341" y="25820"/>
                        </a:cubicBezTo>
                        <a:cubicBezTo>
                          <a:pt x="62410" y="25613"/>
                          <a:pt x="62548" y="25406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061"/>
                        </a:cubicBezTo>
                        <a:cubicBezTo>
                          <a:pt x="62617" y="25061"/>
                          <a:pt x="62617" y="25061"/>
                          <a:pt x="62617" y="25061"/>
                        </a:cubicBezTo>
                        <a:cubicBezTo>
                          <a:pt x="62617" y="24922"/>
                          <a:pt x="62755" y="24784"/>
                          <a:pt x="62755" y="24577"/>
                        </a:cubicBezTo>
                        <a:cubicBezTo>
                          <a:pt x="62755" y="24370"/>
                          <a:pt x="62893" y="24232"/>
                          <a:pt x="62893" y="24025"/>
                        </a:cubicBezTo>
                        <a:cubicBezTo>
                          <a:pt x="62893" y="23818"/>
                          <a:pt x="62962" y="23680"/>
                          <a:pt x="63031" y="23473"/>
                        </a:cubicBezTo>
                        <a:cubicBezTo>
                          <a:pt x="63031" y="23266"/>
                          <a:pt x="63031" y="23128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920"/>
                          <a:pt x="63100" y="22920"/>
                          <a:pt x="63100" y="22920"/>
                        </a:cubicBezTo>
                        <a:cubicBezTo>
                          <a:pt x="63100" y="22782"/>
                          <a:pt x="63100" y="22644"/>
                          <a:pt x="63100" y="22437"/>
                        </a:cubicBezTo>
                        <a:cubicBezTo>
                          <a:pt x="63100" y="22230"/>
                          <a:pt x="63100" y="22092"/>
                          <a:pt x="63100" y="21885"/>
                        </a:cubicBezTo>
                        <a:cubicBezTo>
                          <a:pt x="63100" y="21678"/>
                          <a:pt x="63100" y="21540"/>
                          <a:pt x="63100" y="21333"/>
                        </a:cubicBezTo>
                        <a:cubicBezTo>
                          <a:pt x="63100" y="21125"/>
                          <a:pt x="63100" y="20987"/>
                          <a:pt x="63100" y="2078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56"/>
                  <p:cNvSpPr/>
                  <p:nvPr/>
                </p:nvSpPr>
                <p:spPr>
                  <a:xfrm>
                    <a:off x="2333877" y="3209943"/>
                    <a:ext cx="79047" cy="97066"/>
                  </a:xfrm>
                  <a:custGeom>
                    <a:rect b="b" l="l" r="r" t="t"/>
                    <a:pathLst>
                      <a:path extrusionOk="0" h="97066" w="79047">
                        <a:moveTo>
                          <a:pt x="78979" y="64205"/>
                        </a:moveTo>
                        <a:cubicBezTo>
                          <a:pt x="78979" y="64205"/>
                          <a:pt x="78979" y="64205"/>
                          <a:pt x="78979" y="64205"/>
                        </a:cubicBezTo>
                        <a:cubicBezTo>
                          <a:pt x="78979" y="64205"/>
                          <a:pt x="78979" y="64136"/>
                          <a:pt x="78979" y="64067"/>
                        </a:cubicBezTo>
                        <a:cubicBezTo>
                          <a:pt x="78979" y="63859"/>
                          <a:pt x="78979" y="63721"/>
                          <a:pt x="78979" y="63514"/>
                        </a:cubicBezTo>
                        <a:cubicBezTo>
                          <a:pt x="78979" y="63307"/>
                          <a:pt x="78979" y="63169"/>
                          <a:pt x="78979" y="62962"/>
                        </a:cubicBezTo>
                        <a:cubicBezTo>
                          <a:pt x="78979" y="62755"/>
                          <a:pt x="78979" y="62617"/>
                          <a:pt x="78979" y="62410"/>
                        </a:cubicBezTo>
                        <a:cubicBezTo>
                          <a:pt x="78979" y="62272"/>
                          <a:pt x="78979" y="62134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96"/>
                        </a:cubicBezTo>
                        <a:cubicBezTo>
                          <a:pt x="78979" y="61996"/>
                          <a:pt x="78979" y="61996"/>
                          <a:pt x="78979" y="61926"/>
                        </a:cubicBezTo>
                        <a:cubicBezTo>
                          <a:pt x="78979" y="61719"/>
                          <a:pt x="78979" y="61512"/>
                          <a:pt x="78910" y="61374"/>
                        </a:cubicBezTo>
                        <a:cubicBezTo>
                          <a:pt x="78910" y="61167"/>
                          <a:pt x="78841" y="60960"/>
                          <a:pt x="78772" y="60753"/>
                        </a:cubicBezTo>
                        <a:cubicBezTo>
                          <a:pt x="78772" y="60546"/>
                          <a:pt x="78703" y="60339"/>
                          <a:pt x="78634" y="60131"/>
                        </a:cubicBezTo>
                        <a:cubicBezTo>
                          <a:pt x="78634" y="59993"/>
                          <a:pt x="78565" y="59786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648"/>
                        </a:cubicBezTo>
                        <a:cubicBezTo>
                          <a:pt x="78495" y="59648"/>
                          <a:pt x="78495" y="59648"/>
                          <a:pt x="78495" y="59579"/>
                        </a:cubicBezTo>
                        <a:cubicBezTo>
                          <a:pt x="78495" y="59372"/>
                          <a:pt x="78357" y="59165"/>
                          <a:pt x="78288" y="58958"/>
                        </a:cubicBezTo>
                        <a:cubicBezTo>
                          <a:pt x="78288" y="58751"/>
                          <a:pt x="78150" y="58544"/>
                          <a:pt x="78081" y="58337"/>
                        </a:cubicBezTo>
                        <a:cubicBezTo>
                          <a:pt x="78081" y="58129"/>
                          <a:pt x="77943" y="57922"/>
                          <a:pt x="77874" y="57784"/>
                        </a:cubicBezTo>
                        <a:cubicBezTo>
                          <a:pt x="77805" y="57577"/>
                          <a:pt x="77736" y="57370"/>
                          <a:pt x="77667" y="57232"/>
                        </a:cubicBezTo>
                        <a:cubicBezTo>
                          <a:pt x="77667" y="57232"/>
                          <a:pt x="77667" y="57232"/>
                          <a:pt x="77667" y="57232"/>
                        </a:cubicBezTo>
                        <a:lnTo>
                          <a:pt x="60753" y="13462"/>
                        </a:lnTo>
                        <a:cubicBezTo>
                          <a:pt x="60753" y="13462"/>
                          <a:pt x="60753" y="13462"/>
                          <a:pt x="60753" y="13462"/>
                        </a:cubicBezTo>
                        <a:cubicBezTo>
                          <a:pt x="60684" y="13255"/>
                          <a:pt x="60615" y="13117"/>
                          <a:pt x="60546" y="12910"/>
                        </a:cubicBezTo>
                        <a:cubicBezTo>
                          <a:pt x="60477" y="12703"/>
                          <a:pt x="60408" y="12565"/>
                          <a:pt x="60339" y="12358"/>
                        </a:cubicBezTo>
                        <a:cubicBezTo>
                          <a:pt x="60270" y="12151"/>
                          <a:pt x="60201" y="12012"/>
                          <a:pt x="60063" y="11805"/>
                        </a:cubicBezTo>
                        <a:cubicBezTo>
                          <a:pt x="59993" y="11598"/>
                          <a:pt x="59855" y="11391"/>
                          <a:pt x="59786" y="11253"/>
                        </a:cubicBezTo>
                        <a:cubicBezTo>
                          <a:pt x="59648" y="11046"/>
                          <a:pt x="59579" y="10770"/>
                          <a:pt x="59441" y="10563"/>
                        </a:cubicBezTo>
                        <a:cubicBezTo>
                          <a:pt x="59303" y="10218"/>
                          <a:pt x="59096" y="9941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958" y="9665"/>
                          <a:pt x="58958" y="9665"/>
                          <a:pt x="58958" y="9665"/>
                        </a:cubicBezTo>
                        <a:cubicBezTo>
                          <a:pt x="58682" y="9182"/>
                          <a:pt x="58337" y="8630"/>
                          <a:pt x="57991" y="8146"/>
                        </a:cubicBezTo>
                        <a:cubicBezTo>
                          <a:pt x="57784" y="7801"/>
                          <a:pt x="57577" y="7525"/>
                          <a:pt x="57370" y="7249"/>
                        </a:cubicBezTo>
                        <a:cubicBezTo>
                          <a:pt x="57232" y="7042"/>
                          <a:pt x="57025" y="6835"/>
                          <a:pt x="56887" y="6628"/>
                        </a:cubicBezTo>
                        <a:cubicBezTo>
                          <a:pt x="56818" y="6490"/>
                          <a:pt x="56680" y="6420"/>
                          <a:pt x="56611" y="6282"/>
                        </a:cubicBezTo>
                        <a:lnTo>
                          <a:pt x="56611" y="6282"/>
                        </a:lnTo>
                        <a:cubicBezTo>
                          <a:pt x="56611" y="6282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7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4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1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3987" y="3452"/>
                          <a:pt x="53918" y="3452"/>
                        </a:cubicBezTo>
                        <a:cubicBezTo>
                          <a:pt x="53918" y="3452"/>
                          <a:pt x="53918" y="3452"/>
                          <a:pt x="53918" y="3452"/>
                        </a:cubicBezTo>
                        <a:cubicBezTo>
                          <a:pt x="53849" y="3383"/>
                          <a:pt x="53711" y="3245"/>
                          <a:pt x="53642" y="3176"/>
                        </a:cubicBezTo>
                        <a:cubicBezTo>
                          <a:pt x="53435" y="3038"/>
                          <a:pt x="53297" y="2900"/>
                          <a:pt x="53090" y="2761"/>
                        </a:cubicBezTo>
                        <a:cubicBezTo>
                          <a:pt x="52952" y="2623"/>
                          <a:pt x="52745" y="2485"/>
                          <a:pt x="52606" y="2347"/>
                        </a:cubicBezTo>
                        <a:cubicBezTo>
                          <a:pt x="52468" y="2209"/>
                          <a:pt x="52261" y="2071"/>
                          <a:pt x="52123" y="2002"/>
                        </a:cubicBezTo>
                        <a:cubicBezTo>
                          <a:pt x="51985" y="1864"/>
                          <a:pt x="51778" y="1795"/>
                          <a:pt x="51640" y="1657"/>
                        </a:cubicBezTo>
                        <a:cubicBezTo>
                          <a:pt x="51502" y="1588"/>
                          <a:pt x="51295" y="1450"/>
                          <a:pt x="51157" y="1381"/>
                        </a:cubicBezTo>
                        <a:cubicBezTo>
                          <a:pt x="51157" y="1381"/>
                          <a:pt x="51088" y="1381"/>
                          <a:pt x="51019" y="1381"/>
                        </a:cubicBezTo>
                        <a:cubicBezTo>
                          <a:pt x="50881" y="1312"/>
                          <a:pt x="50743" y="1243"/>
                          <a:pt x="50673" y="1174"/>
                        </a:cubicBezTo>
                        <a:cubicBezTo>
                          <a:pt x="50535" y="1105"/>
                          <a:pt x="50397" y="1036"/>
                          <a:pt x="50190" y="967"/>
                        </a:cubicBezTo>
                        <a:cubicBezTo>
                          <a:pt x="50052" y="897"/>
                          <a:pt x="49914" y="828"/>
                          <a:pt x="49707" y="759"/>
                        </a:cubicBezTo>
                        <a:cubicBezTo>
                          <a:pt x="49569" y="690"/>
                          <a:pt x="49431" y="621"/>
                          <a:pt x="49224" y="552"/>
                        </a:cubicBezTo>
                        <a:cubicBezTo>
                          <a:pt x="49086" y="552"/>
                          <a:pt x="48947" y="414"/>
                          <a:pt x="48740" y="345"/>
                        </a:cubicBezTo>
                        <a:cubicBezTo>
                          <a:pt x="48602" y="345"/>
                          <a:pt x="48464" y="207"/>
                          <a:pt x="48257" y="207"/>
                        </a:cubicBezTo>
                        <a:cubicBezTo>
                          <a:pt x="48188" y="207"/>
                          <a:pt x="48119" y="207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669" y="0"/>
                          <a:pt x="46531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81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16" y="24784"/>
                        </a:cubicBezTo>
                        <a:cubicBezTo>
                          <a:pt x="3314" y="24715"/>
                          <a:pt x="4280" y="24784"/>
                          <a:pt x="5247" y="25060"/>
                        </a:cubicBezTo>
                        <a:cubicBezTo>
                          <a:pt x="5247" y="25060"/>
                          <a:pt x="5247" y="25060"/>
                          <a:pt x="5247" y="25060"/>
                        </a:cubicBezTo>
                        <a:cubicBezTo>
                          <a:pt x="6213" y="25337"/>
                          <a:pt x="7180" y="25751"/>
                          <a:pt x="8146" y="26303"/>
                        </a:cubicBezTo>
                        <a:cubicBezTo>
                          <a:pt x="9113" y="26856"/>
                          <a:pt x="10149" y="27615"/>
                          <a:pt x="11046" y="28443"/>
                        </a:cubicBezTo>
                        <a:cubicBezTo>
                          <a:pt x="11046" y="28443"/>
                          <a:pt x="11046" y="28443"/>
                          <a:pt x="11046" y="28443"/>
                        </a:cubicBezTo>
                        <a:cubicBezTo>
                          <a:pt x="12012" y="29272"/>
                          <a:pt x="12910" y="30238"/>
                          <a:pt x="13738" y="31274"/>
                        </a:cubicBezTo>
                        <a:cubicBezTo>
                          <a:pt x="13738" y="31274"/>
                          <a:pt x="13738" y="31274"/>
                          <a:pt x="13738" y="31274"/>
                        </a:cubicBezTo>
                        <a:cubicBezTo>
                          <a:pt x="14567" y="32309"/>
                          <a:pt x="15395" y="33483"/>
                          <a:pt x="16086" y="34657"/>
                        </a:cubicBezTo>
                        <a:cubicBezTo>
                          <a:pt x="16086" y="34657"/>
                          <a:pt x="16086" y="34657"/>
                          <a:pt x="16086" y="34657"/>
                        </a:cubicBezTo>
                        <a:cubicBezTo>
                          <a:pt x="16776" y="35899"/>
                          <a:pt x="17466" y="37211"/>
                          <a:pt x="17950" y="38592"/>
                        </a:cubicBezTo>
                        <a:lnTo>
                          <a:pt x="34864" y="82362"/>
                        </a:lnTo>
                        <a:cubicBezTo>
                          <a:pt x="35209" y="83190"/>
                          <a:pt x="35485" y="84018"/>
                          <a:pt x="35692" y="84847"/>
                        </a:cubicBezTo>
                        <a:cubicBezTo>
                          <a:pt x="35692" y="84847"/>
                          <a:pt x="35692" y="84847"/>
                          <a:pt x="35692" y="84847"/>
                        </a:cubicBezTo>
                        <a:cubicBezTo>
                          <a:pt x="35900" y="85675"/>
                          <a:pt x="36107" y="86435"/>
                          <a:pt x="36176" y="87194"/>
                        </a:cubicBezTo>
                        <a:cubicBezTo>
                          <a:pt x="36176" y="87194"/>
                          <a:pt x="36176" y="87194"/>
                          <a:pt x="36176" y="87194"/>
                        </a:cubicBezTo>
                        <a:cubicBezTo>
                          <a:pt x="36314" y="87954"/>
                          <a:pt x="36383" y="88713"/>
                          <a:pt x="36383" y="89403"/>
                        </a:cubicBezTo>
                        <a:cubicBezTo>
                          <a:pt x="36383" y="89403"/>
                          <a:pt x="36383" y="89403"/>
                          <a:pt x="36383" y="89403"/>
                        </a:cubicBezTo>
                        <a:cubicBezTo>
                          <a:pt x="36383" y="90094"/>
                          <a:pt x="36383" y="90784"/>
                          <a:pt x="36314" y="91406"/>
                        </a:cubicBezTo>
                        <a:cubicBezTo>
                          <a:pt x="36314" y="91406"/>
                          <a:pt x="36314" y="91406"/>
                          <a:pt x="36314" y="91406"/>
                        </a:cubicBezTo>
                        <a:cubicBezTo>
                          <a:pt x="36245" y="92027"/>
                          <a:pt x="36107" y="92648"/>
                          <a:pt x="35900" y="93200"/>
                        </a:cubicBezTo>
                        <a:cubicBezTo>
                          <a:pt x="35900" y="93200"/>
                          <a:pt x="35900" y="93200"/>
                          <a:pt x="35900" y="93269"/>
                        </a:cubicBezTo>
                        <a:cubicBezTo>
                          <a:pt x="35761" y="93753"/>
                          <a:pt x="35554" y="94236"/>
                          <a:pt x="35278" y="94719"/>
                        </a:cubicBezTo>
                        <a:cubicBezTo>
                          <a:pt x="35278" y="94719"/>
                          <a:pt x="35209" y="94857"/>
                          <a:pt x="35140" y="94926"/>
                        </a:cubicBezTo>
                        <a:cubicBezTo>
                          <a:pt x="35071" y="95064"/>
                          <a:pt x="34933" y="95202"/>
                          <a:pt x="34864" y="95272"/>
                        </a:cubicBezTo>
                        <a:cubicBezTo>
                          <a:pt x="34381" y="96031"/>
                          <a:pt x="33759" y="96652"/>
                          <a:pt x="33000" y="97066"/>
                        </a:cubicBez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33000" y="97066"/>
                        </a:lnTo>
                        <a:cubicBezTo>
                          <a:pt x="33000" y="97066"/>
                          <a:pt x="33000" y="97066"/>
                          <a:pt x="33000" y="97066"/>
                        </a:cubicBezTo>
                        <a:lnTo>
                          <a:pt x="75803" y="72213"/>
                        </a:lnTo>
                        <a:cubicBezTo>
                          <a:pt x="76562" y="71799"/>
                          <a:pt x="77115" y="71177"/>
                          <a:pt x="77667" y="70418"/>
                        </a:cubicBezTo>
                        <a:cubicBezTo>
                          <a:pt x="77667" y="70418"/>
                          <a:pt x="77805" y="70349"/>
                          <a:pt x="77805" y="70280"/>
                        </a:cubicBezTo>
                        <a:cubicBezTo>
                          <a:pt x="77805" y="70211"/>
                          <a:pt x="77874" y="70142"/>
                          <a:pt x="77943" y="70073"/>
                        </a:cubicBezTo>
                        <a:cubicBezTo>
                          <a:pt x="77943" y="70073"/>
                          <a:pt x="78012" y="69935"/>
                          <a:pt x="78081" y="69866"/>
                        </a:cubicBezTo>
                        <a:cubicBezTo>
                          <a:pt x="78081" y="69728"/>
                          <a:pt x="78219" y="69659"/>
                          <a:pt x="78288" y="69521"/>
                        </a:cubicBezTo>
                        <a:cubicBezTo>
                          <a:pt x="78427" y="69313"/>
                          <a:pt x="78495" y="69106"/>
                          <a:pt x="78565" y="68830"/>
                        </a:cubicBezTo>
                        <a:cubicBezTo>
                          <a:pt x="78565" y="68692"/>
                          <a:pt x="78634" y="68554"/>
                          <a:pt x="78703" y="68416"/>
                        </a:cubicBezTo>
                        <a:cubicBezTo>
                          <a:pt x="78703" y="68416"/>
                          <a:pt x="78703" y="68416"/>
                          <a:pt x="78703" y="68347"/>
                        </a:cubicBezTo>
                        <a:cubicBezTo>
                          <a:pt x="78703" y="68347"/>
                          <a:pt x="78703" y="68278"/>
                          <a:pt x="78703" y="68209"/>
                        </a:cubicBezTo>
                        <a:cubicBezTo>
                          <a:pt x="78703" y="68002"/>
                          <a:pt x="78841" y="67795"/>
                          <a:pt x="78841" y="67657"/>
                        </a:cubicBezTo>
                        <a:cubicBezTo>
                          <a:pt x="78841" y="67450"/>
                          <a:pt x="78910" y="67242"/>
                          <a:pt x="78979" y="67104"/>
                        </a:cubicBezTo>
                        <a:cubicBezTo>
                          <a:pt x="78979" y="66966"/>
                          <a:pt x="78979" y="66759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621"/>
                          <a:pt x="79048" y="66621"/>
                          <a:pt x="79048" y="66621"/>
                        </a:cubicBezTo>
                        <a:cubicBezTo>
                          <a:pt x="79048" y="66414"/>
                          <a:pt x="79048" y="66276"/>
                          <a:pt x="79048" y="66069"/>
                        </a:cubicBezTo>
                        <a:cubicBezTo>
                          <a:pt x="79048" y="65862"/>
                          <a:pt x="79048" y="65724"/>
                          <a:pt x="79048" y="65516"/>
                        </a:cubicBezTo>
                        <a:cubicBezTo>
                          <a:pt x="79048" y="65309"/>
                          <a:pt x="79048" y="65171"/>
                          <a:pt x="79048" y="64964"/>
                        </a:cubicBezTo>
                        <a:cubicBezTo>
                          <a:pt x="79048" y="64826"/>
                          <a:pt x="79048" y="64688"/>
                          <a:pt x="79048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56"/>
                  <p:cNvSpPr/>
                  <p:nvPr/>
                </p:nvSpPr>
                <p:spPr>
                  <a:xfrm>
                    <a:off x="2067462" y="2761684"/>
                    <a:ext cx="91888" cy="90162"/>
                  </a:xfrm>
                  <a:custGeom>
                    <a:rect b="b" l="l" r="r" t="t"/>
                    <a:pathLst>
                      <a:path extrusionOk="0" h="90162" w="91888">
                        <a:moveTo>
                          <a:pt x="91129" y="57439"/>
                        </a:moveTo>
                        <a:cubicBezTo>
                          <a:pt x="91129" y="57439"/>
                          <a:pt x="91129" y="57163"/>
                          <a:pt x="91129" y="57025"/>
                        </a:cubicBezTo>
                        <a:cubicBezTo>
                          <a:pt x="91129" y="57025"/>
                          <a:pt x="91129" y="57025"/>
                          <a:pt x="91129" y="57025"/>
                        </a:cubicBezTo>
                        <a:cubicBezTo>
                          <a:pt x="91129" y="57025"/>
                          <a:pt x="91129" y="56956"/>
                          <a:pt x="91129" y="56887"/>
                        </a:cubicBezTo>
                        <a:cubicBezTo>
                          <a:pt x="91129" y="56680"/>
                          <a:pt x="91129" y="56542"/>
                          <a:pt x="91129" y="56335"/>
                        </a:cubicBezTo>
                        <a:cubicBezTo>
                          <a:pt x="91129" y="56127"/>
                          <a:pt x="91129" y="55989"/>
                          <a:pt x="91129" y="55782"/>
                        </a:cubicBezTo>
                        <a:cubicBezTo>
                          <a:pt x="91129" y="55575"/>
                          <a:pt x="91129" y="55368"/>
                          <a:pt x="91060" y="55230"/>
                        </a:cubicBezTo>
                        <a:cubicBezTo>
                          <a:pt x="91060" y="55023"/>
                          <a:pt x="91060" y="54816"/>
                          <a:pt x="90991" y="54609"/>
                        </a:cubicBezTo>
                        <a:cubicBezTo>
                          <a:pt x="90991" y="54540"/>
                          <a:pt x="90991" y="54401"/>
                          <a:pt x="90991" y="54332"/>
                        </a:cubicBezTo>
                        <a:cubicBezTo>
                          <a:pt x="90991" y="54332"/>
                          <a:pt x="90991" y="54332"/>
                          <a:pt x="90991" y="54332"/>
                        </a:cubicBezTo>
                        <a:cubicBezTo>
                          <a:pt x="90991" y="54263"/>
                          <a:pt x="90991" y="54125"/>
                          <a:pt x="90991" y="54056"/>
                        </a:cubicBezTo>
                        <a:cubicBezTo>
                          <a:pt x="90991" y="53849"/>
                          <a:pt x="90922" y="53642"/>
                          <a:pt x="90853" y="53435"/>
                        </a:cubicBezTo>
                        <a:cubicBezTo>
                          <a:pt x="90853" y="53228"/>
                          <a:pt x="90715" y="53021"/>
                          <a:pt x="90715" y="52814"/>
                        </a:cubicBezTo>
                        <a:cubicBezTo>
                          <a:pt x="90715" y="52607"/>
                          <a:pt x="90577" y="52399"/>
                          <a:pt x="90508" y="52192"/>
                        </a:cubicBezTo>
                        <a:cubicBezTo>
                          <a:pt x="90508" y="51985"/>
                          <a:pt x="90370" y="51778"/>
                          <a:pt x="90301" y="51571"/>
                        </a:cubicBezTo>
                        <a:cubicBezTo>
                          <a:pt x="90301" y="51571"/>
                          <a:pt x="90301" y="51571"/>
                          <a:pt x="90301" y="51502"/>
                        </a:cubicBezTo>
                        <a:cubicBezTo>
                          <a:pt x="90301" y="51502"/>
                          <a:pt x="90301" y="51502"/>
                          <a:pt x="90301" y="51502"/>
                        </a:cubicBezTo>
                        <a:cubicBezTo>
                          <a:pt x="90301" y="51364"/>
                          <a:pt x="90163" y="51157"/>
                          <a:pt x="90163" y="51019"/>
                        </a:cubicBezTo>
                        <a:cubicBezTo>
                          <a:pt x="90163" y="50812"/>
                          <a:pt x="90025" y="50673"/>
                          <a:pt x="89956" y="50466"/>
                        </a:cubicBezTo>
                        <a:cubicBezTo>
                          <a:pt x="89887" y="50259"/>
                          <a:pt x="89818" y="50121"/>
                          <a:pt x="89749" y="49914"/>
                        </a:cubicBezTo>
                        <a:cubicBezTo>
                          <a:pt x="89679" y="49707"/>
                          <a:pt x="89611" y="49569"/>
                          <a:pt x="89541" y="49362"/>
                        </a:cubicBezTo>
                        <a:cubicBezTo>
                          <a:pt x="89472" y="49155"/>
                          <a:pt x="89403" y="49017"/>
                          <a:pt x="89265" y="48809"/>
                        </a:cubicBezTo>
                        <a:cubicBezTo>
                          <a:pt x="89265" y="48809"/>
                          <a:pt x="89265" y="48740"/>
                          <a:pt x="89265" y="48671"/>
                        </a:cubicBezTo>
                        <a:cubicBezTo>
                          <a:pt x="89265" y="48671"/>
                          <a:pt x="89265" y="48671"/>
                          <a:pt x="89265" y="48671"/>
                        </a:cubicBezTo>
                        <a:cubicBezTo>
                          <a:pt x="89196" y="48533"/>
                          <a:pt x="89127" y="48395"/>
                          <a:pt x="89058" y="48257"/>
                        </a:cubicBezTo>
                        <a:cubicBezTo>
                          <a:pt x="88920" y="48050"/>
                          <a:pt x="88851" y="47843"/>
                          <a:pt x="88713" y="47636"/>
                        </a:cubicBezTo>
                        <a:cubicBezTo>
                          <a:pt x="88506" y="47291"/>
                          <a:pt x="88368" y="46945"/>
                          <a:pt x="88161" y="46600"/>
                        </a:cubicBezTo>
                        <a:cubicBezTo>
                          <a:pt x="88092" y="46462"/>
                          <a:pt x="87954" y="46255"/>
                          <a:pt x="87816" y="46117"/>
                        </a:cubicBezTo>
                        <a:cubicBezTo>
                          <a:pt x="87746" y="45979"/>
                          <a:pt x="87678" y="45841"/>
                          <a:pt x="87539" y="45703"/>
                        </a:cubicBezTo>
                        <a:cubicBezTo>
                          <a:pt x="87401" y="45496"/>
                          <a:pt x="87332" y="45358"/>
                          <a:pt x="87194" y="45150"/>
                        </a:cubicBezTo>
                        <a:cubicBezTo>
                          <a:pt x="86987" y="44805"/>
                          <a:pt x="86711" y="44460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2" y="43425"/>
                          <a:pt x="85883" y="43286"/>
                          <a:pt x="85813" y="43217"/>
                        </a:cubicBezTo>
                        <a:lnTo>
                          <a:pt x="56404" y="6559"/>
                        </a:lnTo>
                        <a:cubicBezTo>
                          <a:pt x="56404" y="6559"/>
                          <a:pt x="56265" y="6351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23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9" y="4625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3" y="2969"/>
                        </a:cubicBezTo>
                        <a:cubicBezTo>
                          <a:pt x="52744" y="2831"/>
                          <a:pt x="52537" y="2692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50" y="1588"/>
                        </a:cubicBezTo>
                        <a:cubicBezTo>
                          <a:pt x="50950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604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7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1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cubicBezTo>
                          <a:pt x="46462" y="0"/>
                          <a:pt x="46462" y="0"/>
                          <a:pt x="46462" y="0"/>
                        </a:cubicBezTo>
                        <a:cubicBezTo>
                          <a:pt x="46393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8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1"/>
                        </a:cubicBezTo>
                        <a:cubicBezTo>
                          <a:pt x="11046" y="28581"/>
                          <a:pt x="11046" y="28581"/>
                          <a:pt x="11046" y="28581"/>
                        </a:cubicBezTo>
                        <a:cubicBezTo>
                          <a:pt x="12012" y="29410"/>
                          <a:pt x="12979" y="30446"/>
                          <a:pt x="13877" y="31550"/>
                        </a:cubicBezTo>
                        <a:lnTo>
                          <a:pt x="43355" y="68209"/>
                        </a:lnTo>
                        <a:cubicBezTo>
                          <a:pt x="43977" y="69037"/>
                          <a:pt x="44598" y="69866"/>
                          <a:pt x="45151" y="70694"/>
                        </a:cubicBezTo>
                        <a:cubicBezTo>
                          <a:pt x="45219" y="70832"/>
                          <a:pt x="45289" y="70970"/>
                          <a:pt x="45358" y="71109"/>
                        </a:cubicBezTo>
                        <a:cubicBezTo>
                          <a:pt x="45910" y="71937"/>
                          <a:pt x="46393" y="72834"/>
                          <a:pt x="46807" y="73663"/>
                        </a:cubicBezTo>
                        <a:cubicBezTo>
                          <a:pt x="46807" y="73663"/>
                          <a:pt x="46807" y="73663"/>
                          <a:pt x="46807" y="73663"/>
                        </a:cubicBezTo>
                        <a:cubicBezTo>
                          <a:pt x="47222" y="74629"/>
                          <a:pt x="47636" y="75527"/>
                          <a:pt x="47981" y="76493"/>
                        </a:cubicBezTo>
                        <a:cubicBezTo>
                          <a:pt x="47981" y="76493"/>
                          <a:pt x="47981" y="76493"/>
                          <a:pt x="47981" y="76493"/>
                        </a:cubicBezTo>
                        <a:cubicBezTo>
                          <a:pt x="48326" y="77460"/>
                          <a:pt x="48533" y="78357"/>
                          <a:pt x="48740" y="79255"/>
                        </a:cubicBezTo>
                        <a:cubicBezTo>
                          <a:pt x="48740" y="79255"/>
                          <a:pt x="48740" y="79255"/>
                          <a:pt x="48740" y="79255"/>
                        </a:cubicBezTo>
                        <a:cubicBezTo>
                          <a:pt x="48947" y="80152"/>
                          <a:pt x="49017" y="81050"/>
                          <a:pt x="49085" y="81947"/>
                        </a:cubicBezTo>
                        <a:cubicBezTo>
                          <a:pt x="49085" y="81947"/>
                          <a:pt x="49085" y="81947"/>
                          <a:pt x="49085" y="81947"/>
                        </a:cubicBezTo>
                        <a:cubicBezTo>
                          <a:pt x="49085" y="82845"/>
                          <a:pt x="49085" y="83673"/>
                          <a:pt x="49085" y="84433"/>
                        </a:cubicBezTo>
                        <a:cubicBezTo>
                          <a:pt x="49085" y="84433"/>
                          <a:pt x="49085" y="84433"/>
                          <a:pt x="49085" y="84433"/>
                        </a:cubicBezTo>
                        <a:cubicBezTo>
                          <a:pt x="49017" y="85192"/>
                          <a:pt x="48809" y="85952"/>
                          <a:pt x="48602" y="86642"/>
                        </a:cubicBezTo>
                        <a:cubicBezTo>
                          <a:pt x="48602" y="86642"/>
                          <a:pt x="48602" y="86642"/>
                          <a:pt x="48602" y="86642"/>
                        </a:cubicBezTo>
                        <a:cubicBezTo>
                          <a:pt x="48326" y="87332"/>
                          <a:pt x="48050" y="87954"/>
                          <a:pt x="47636" y="88506"/>
                        </a:cubicBezTo>
                        <a:cubicBezTo>
                          <a:pt x="47152" y="89196"/>
                          <a:pt x="46531" y="89749"/>
                          <a:pt x="45841" y="90163"/>
                        </a:cubicBezTo>
                        <a:lnTo>
                          <a:pt x="45841" y="90163"/>
                        </a:lnTo>
                        <a:cubicBezTo>
                          <a:pt x="45841" y="90163"/>
                          <a:pt x="45841" y="90163"/>
                          <a:pt x="45841" y="90163"/>
                        </a:cubicBezTo>
                        <a:lnTo>
                          <a:pt x="88644" y="65309"/>
                        </a:lnTo>
                        <a:cubicBezTo>
                          <a:pt x="89334" y="64895"/>
                          <a:pt x="89956" y="64343"/>
                          <a:pt x="90439" y="63652"/>
                        </a:cubicBezTo>
                        <a:cubicBezTo>
                          <a:pt x="90439" y="63583"/>
                          <a:pt x="90577" y="63445"/>
                          <a:pt x="90646" y="63376"/>
                        </a:cubicBezTo>
                        <a:cubicBezTo>
                          <a:pt x="90784" y="63100"/>
                          <a:pt x="90991" y="62824"/>
                          <a:pt x="91129" y="62548"/>
                        </a:cubicBezTo>
                        <a:cubicBezTo>
                          <a:pt x="91267" y="62341"/>
                          <a:pt x="91337" y="62134"/>
                          <a:pt x="91405" y="61858"/>
                        </a:cubicBezTo>
                        <a:cubicBezTo>
                          <a:pt x="91405" y="61858"/>
                          <a:pt x="91405" y="61788"/>
                          <a:pt x="91405" y="61719"/>
                        </a:cubicBezTo>
                        <a:cubicBezTo>
                          <a:pt x="91405" y="61719"/>
                          <a:pt x="91405" y="61719"/>
                          <a:pt x="91405" y="61719"/>
                        </a:cubicBezTo>
                        <a:cubicBezTo>
                          <a:pt x="91405" y="61581"/>
                          <a:pt x="91544" y="61443"/>
                          <a:pt x="91544" y="61236"/>
                        </a:cubicBezTo>
                        <a:cubicBezTo>
                          <a:pt x="91544" y="61029"/>
                          <a:pt x="91682" y="60822"/>
                          <a:pt x="91682" y="60684"/>
                        </a:cubicBezTo>
                        <a:cubicBezTo>
                          <a:pt x="91682" y="60477"/>
                          <a:pt x="91751" y="60339"/>
                          <a:pt x="91820" y="60132"/>
                        </a:cubicBezTo>
                        <a:cubicBezTo>
                          <a:pt x="91820" y="59924"/>
                          <a:pt x="91820" y="59786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579"/>
                          <a:pt x="91889" y="59579"/>
                          <a:pt x="91889" y="59579"/>
                        </a:cubicBezTo>
                        <a:cubicBezTo>
                          <a:pt x="91889" y="59441"/>
                          <a:pt x="91889" y="59303"/>
                          <a:pt x="91889" y="59096"/>
                        </a:cubicBezTo>
                        <a:cubicBezTo>
                          <a:pt x="91889" y="58889"/>
                          <a:pt x="91889" y="58751"/>
                          <a:pt x="91889" y="58544"/>
                        </a:cubicBezTo>
                        <a:cubicBezTo>
                          <a:pt x="91889" y="58337"/>
                          <a:pt x="91889" y="58199"/>
                          <a:pt x="91889" y="57991"/>
                        </a:cubicBezTo>
                        <a:cubicBezTo>
                          <a:pt x="91889" y="57784"/>
                          <a:pt x="91889" y="57646"/>
                          <a:pt x="91889" y="5743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56"/>
                  <p:cNvSpPr/>
                  <p:nvPr/>
                </p:nvSpPr>
                <p:spPr>
                  <a:xfrm>
                    <a:off x="2398289" y="3173077"/>
                    <a:ext cx="91750" cy="90231"/>
                  </a:xfrm>
                  <a:custGeom>
                    <a:rect b="b" l="l" r="r" t="t"/>
                    <a:pathLst>
                      <a:path extrusionOk="0" h="90231" w="91750">
                        <a:moveTo>
                          <a:pt x="91060" y="57301"/>
                        </a:moveTo>
                        <a:cubicBezTo>
                          <a:pt x="91060" y="57301"/>
                          <a:pt x="91060" y="57025"/>
                          <a:pt x="91060" y="56887"/>
                        </a:cubicBezTo>
                        <a:lnTo>
                          <a:pt x="91060" y="56887"/>
                        </a:lnTo>
                        <a:cubicBezTo>
                          <a:pt x="91060" y="56887"/>
                          <a:pt x="91060" y="56749"/>
                          <a:pt x="91060" y="56749"/>
                        </a:cubicBezTo>
                        <a:cubicBezTo>
                          <a:pt x="91060" y="56542"/>
                          <a:pt x="91060" y="56404"/>
                          <a:pt x="91060" y="56197"/>
                        </a:cubicBezTo>
                        <a:cubicBezTo>
                          <a:pt x="91060" y="55989"/>
                          <a:pt x="91060" y="55851"/>
                          <a:pt x="91060" y="55644"/>
                        </a:cubicBezTo>
                        <a:cubicBezTo>
                          <a:pt x="91060" y="55437"/>
                          <a:pt x="91060" y="55230"/>
                          <a:pt x="90991" y="55092"/>
                        </a:cubicBezTo>
                        <a:cubicBezTo>
                          <a:pt x="90991" y="54885"/>
                          <a:pt x="90991" y="54678"/>
                          <a:pt x="90922" y="54471"/>
                        </a:cubicBezTo>
                        <a:cubicBezTo>
                          <a:pt x="90922" y="54401"/>
                          <a:pt x="90922" y="54332"/>
                          <a:pt x="90922" y="54194"/>
                        </a:cubicBezTo>
                        <a:cubicBezTo>
                          <a:pt x="90922" y="54194"/>
                          <a:pt x="90922" y="54194"/>
                          <a:pt x="90922" y="54194"/>
                        </a:cubicBezTo>
                        <a:cubicBezTo>
                          <a:pt x="90922" y="54125"/>
                          <a:pt x="90922" y="53987"/>
                          <a:pt x="90922" y="53918"/>
                        </a:cubicBezTo>
                        <a:cubicBezTo>
                          <a:pt x="90922" y="53711"/>
                          <a:pt x="90853" y="53504"/>
                          <a:pt x="90784" y="53297"/>
                        </a:cubicBezTo>
                        <a:cubicBezTo>
                          <a:pt x="90784" y="53090"/>
                          <a:pt x="90646" y="52883"/>
                          <a:pt x="90646" y="52676"/>
                        </a:cubicBezTo>
                        <a:cubicBezTo>
                          <a:pt x="90646" y="52468"/>
                          <a:pt x="90508" y="52261"/>
                          <a:pt x="90439" y="52054"/>
                        </a:cubicBezTo>
                        <a:cubicBezTo>
                          <a:pt x="90439" y="51847"/>
                          <a:pt x="90301" y="51640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433"/>
                          <a:pt x="90232" y="51433"/>
                          <a:pt x="90232" y="51433"/>
                        </a:cubicBezTo>
                        <a:cubicBezTo>
                          <a:pt x="90232" y="51226"/>
                          <a:pt x="90094" y="51088"/>
                          <a:pt x="90025" y="50881"/>
                        </a:cubicBezTo>
                        <a:cubicBezTo>
                          <a:pt x="90025" y="50674"/>
                          <a:pt x="89887" y="50535"/>
                          <a:pt x="89817" y="50328"/>
                        </a:cubicBezTo>
                        <a:cubicBezTo>
                          <a:pt x="89749" y="50121"/>
                          <a:pt x="89679" y="49983"/>
                          <a:pt x="89610" y="49776"/>
                        </a:cubicBezTo>
                        <a:cubicBezTo>
                          <a:pt x="89541" y="49569"/>
                          <a:pt x="89472" y="49431"/>
                          <a:pt x="89403" y="49224"/>
                        </a:cubicBezTo>
                        <a:cubicBezTo>
                          <a:pt x="89334" y="49017"/>
                          <a:pt x="89265" y="48878"/>
                          <a:pt x="89127" y="48671"/>
                        </a:cubicBezTo>
                        <a:cubicBezTo>
                          <a:pt x="89127" y="48671"/>
                          <a:pt x="89127" y="48671"/>
                          <a:pt x="89127" y="48602"/>
                        </a:cubicBezTo>
                        <a:lnTo>
                          <a:pt x="89127" y="48602"/>
                        </a:lnTo>
                        <a:cubicBezTo>
                          <a:pt x="89127" y="48602"/>
                          <a:pt x="88989" y="48257"/>
                          <a:pt x="88920" y="48119"/>
                        </a:cubicBezTo>
                        <a:cubicBezTo>
                          <a:pt x="88782" y="47912"/>
                          <a:pt x="88713" y="47705"/>
                          <a:pt x="88575" y="47498"/>
                        </a:cubicBezTo>
                        <a:cubicBezTo>
                          <a:pt x="88368" y="47153"/>
                          <a:pt x="88230" y="46807"/>
                          <a:pt x="88023" y="46462"/>
                        </a:cubicBezTo>
                        <a:cubicBezTo>
                          <a:pt x="87954" y="46324"/>
                          <a:pt x="87815" y="46117"/>
                          <a:pt x="87746" y="45979"/>
                        </a:cubicBezTo>
                        <a:cubicBezTo>
                          <a:pt x="87677" y="45841"/>
                          <a:pt x="87608" y="45703"/>
                          <a:pt x="87539" y="45634"/>
                        </a:cubicBezTo>
                        <a:cubicBezTo>
                          <a:pt x="87401" y="45427"/>
                          <a:pt x="87332" y="45219"/>
                          <a:pt x="87194" y="45081"/>
                        </a:cubicBezTo>
                        <a:cubicBezTo>
                          <a:pt x="86987" y="44736"/>
                          <a:pt x="86711" y="44391"/>
                          <a:pt x="86504" y="44115"/>
                        </a:cubicBezTo>
                        <a:cubicBezTo>
                          <a:pt x="86366" y="43908"/>
                          <a:pt x="86159" y="43701"/>
                          <a:pt x="86021" y="43494"/>
                        </a:cubicBezTo>
                        <a:cubicBezTo>
                          <a:pt x="85951" y="43425"/>
                          <a:pt x="85882" y="43286"/>
                          <a:pt x="85813" y="43217"/>
                        </a:cubicBezTo>
                        <a:lnTo>
                          <a:pt x="56403" y="6559"/>
                        </a:lnTo>
                        <a:cubicBezTo>
                          <a:pt x="56403" y="6559"/>
                          <a:pt x="56265" y="6352"/>
                          <a:pt x="56127" y="6282"/>
                        </a:cubicBezTo>
                        <a:cubicBezTo>
                          <a:pt x="55989" y="6075"/>
                          <a:pt x="55851" y="5937"/>
                          <a:pt x="55713" y="5730"/>
                        </a:cubicBezTo>
                        <a:cubicBezTo>
                          <a:pt x="55575" y="5592"/>
                          <a:pt x="55437" y="5385"/>
                          <a:pt x="55230" y="5247"/>
                        </a:cubicBezTo>
                        <a:cubicBezTo>
                          <a:pt x="55092" y="5109"/>
                          <a:pt x="54885" y="4902"/>
                          <a:pt x="54747" y="4764"/>
                        </a:cubicBezTo>
                        <a:cubicBezTo>
                          <a:pt x="54608" y="4626"/>
                          <a:pt x="54401" y="4418"/>
                          <a:pt x="54263" y="4280"/>
                        </a:cubicBezTo>
                        <a:cubicBezTo>
                          <a:pt x="54125" y="4142"/>
                          <a:pt x="53918" y="3935"/>
                          <a:pt x="53780" y="3797"/>
                        </a:cubicBezTo>
                        <a:cubicBezTo>
                          <a:pt x="53780" y="3797"/>
                          <a:pt x="53642" y="3728"/>
                          <a:pt x="53642" y="3659"/>
                        </a:cubicBezTo>
                        <a:cubicBezTo>
                          <a:pt x="53642" y="3659"/>
                          <a:pt x="53642" y="3659"/>
                          <a:pt x="53642" y="3659"/>
                        </a:cubicBezTo>
                        <a:cubicBezTo>
                          <a:pt x="53573" y="3590"/>
                          <a:pt x="53435" y="3452"/>
                          <a:pt x="53366" y="3383"/>
                        </a:cubicBezTo>
                        <a:cubicBezTo>
                          <a:pt x="53228" y="3245"/>
                          <a:pt x="53021" y="3107"/>
                          <a:pt x="52882" y="2969"/>
                        </a:cubicBezTo>
                        <a:cubicBezTo>
                          <a:pt x="52744" y="2831"/>
                          <a:pt x="52537" y="2693"/>
                          <a:pt x="52399" y="2554"/>
                        </a:cubicBezTo>
                        <a:cubicBezTo>
                          <a:pt x="52261" y="2416"/>
                          <a:pt x="52054" y="2347"/>
                          <a:pt x="51916" y="2209"/>
                        </a:cubicBezTo>
                        <a:cubicBezTo>
                          <a:pt x="51778" y="2071"/>
                          <a:pt x="51571" y="2002"/>
                          <a:pt x="51433" y="1864"/>
                        </a:cubicBezTo>
                        <a:cubicBezTo>
                          <a:pt x="51295" y="1795"/>
                          <a:pt x="51088" y="1657"/>
                          <a:pt x="50949" y="1588"/>
                        </a:cubicBezTo>
                        <a:cubicBezTo>
                          <a:pt x="50949" y="1588"/>
                          <a:pt x="50881" y="1588"/>
                          <a:pt x="50811" y="1588"/>
                        </a:cubicBezTo>
                        <a:cubicBezTo>
                          <a:pt x="50673" y="1519"/>
                          <a:pt x="50535" y="1450"/>
                          <a:pt x="50466" y="1381"/>
                        </a:cubicBezTo>
                        <a:cubicBezTo>
                          <a:pt x="50328" y="1312"/>
                          <a:pt x="50121" y="1243"/>
                          <a:pt x="49983" y="1105"/>
                        </a:cubicBezTo>
                        <a:cubicBezTo>
                          <a:pt x="49845" y="1036"/>
                          <a:pt x="49638" y="967"/>
                          <a:pt x="49500" y="898"/>
                        </a:cubicBezTo>
                        <a:cubicBezTo>
                          <a:pt x="49362" y="829"/>
                          <a:pt x="49155" y="759"/>
                          <a:pt x="49016" y="690"/>
                        </a:cubicBezTo>
                        <a:cubicBezTo>
                          <a:pt x="48878" y="690"/>
                          <a:pt x="48671" y="552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533" y="483"/>
                          <a:pt x="48533" y="483"/>
                          <a:pt x="48533" y="483"/>
                        </a:cubicBezTo>
                        <a:cubicBezTo>
                          <a:pt x="48395" y="483"/>
                          <a:pt x="48257" y="414"/>
                          <a:pt x="48119" y="345"/>
                        </a:cubicBezTo>
                        <a:cubicBezTo>
                          <a:pt x="47981" y="345"/>
                          <a:pt x="47774" y="276"/>
                          <a:pt x="47636" y="207"/>
                        </a:cubicBezTo>
                        <a:cubicBezTo>
                          <a:pt x="47498" y="207"/>
                          <a:pt x="47290" y="138"/>
                          <a:pt x="47152" y="69"/>
                        </a:cubicBezTo>
                        <a:cubicBezTo>
                          <a:pt x="47014" y="69"/>
                          <a:pt x="46807" y="69"/>
                          <a:pt x="46669" y="0"/>
                        </a:cubicBezTo>
                        <a:cubicBezTo>
                          <a:pt x="46600" y="0"/>
                          <a:pt x="46531" y="0"/>
                          <a:pt x="46462" y="0"/>
                        </a:cubicBezTo>
                        <a:lnTo>
                          <a:pt x="46462" y="0"/>
                        </a:lnTo>
                        <a:cubicBezTo>
                          <a:pt x="46462" y="0"/>
                          <a:pt x="46324" y="0"/>
                          <a:pt x="46255" y="0"/>
                        </a:cubicBezTo>
                        <a:cubicBezTo>
                          <a:pt x="46048" y="0"/>
                          <a:pt x="45910" y="0"/>
                          <a:pt x="45703" y="0"/>
                        </a:cubicBezTo>
                        <a:cubicBezTo>
                          <a:pt x="45496" y="0"/>
                          <a:pt x="45289" y="0"/>
                          <a:pt x="45081" y="0"/>
                        </a:cubicBezTo>
                        <a:cubicBezTo>
                          <a:pt x="44874" y="0"/>
                          <a:pt x="44667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cubicBezTo>
                          <a:pt x="42803" y="690"/>
                          <a:pt x="42803" y="690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199"/>
                          <a:pt x="1174" y="24992"/>
                          <a:pt x="1795" y="24922"/>
                        </a:cubicBezTo>
                        <a:cubicBezTo>
                          <a:pt x="1795" y="24922"/>
                          <a:pt x="1795" y="24922"/>
                          <a:pt x="1795" y="24922"/>
                        </a:cubicBezTo>
                        <a:cubicBezTo>
                          <a:pt x="2416" y="24784"/>
                          <a:pt x="3037" y="24784"/>
                          <a:pt x="3728" y="24922"/>
                        </a:cubicBezTo>
                        <a:cubicBezTo>
                          <a:pt x="3728" y="24922"/>
                          <a:pt x="3728" y="24922"/>
                          <a:pt x="3728" y="24922"/>
                        </a:cubicBezTo>
                        <a:cubicBezTo>
                          <a:pt x="4418" y="24992"/>
                          <a:pt x="5109" y="25130"/>
                          <a:pt x="5868" y="25406"/>
                        </a:cubicBezTo>
                        <a:cubicBezTo>
                          <a:pt x="5868" y="25406"/>
                          <a:pt x="5868" y="25406"/>
                          <a:pt x="5868" y="25406"/>
                        </a:cubicBezTo>
                        <a:cubicBezTo>
                          <a:pt x="6628" y="25682"/>
                          <a:pt x="7387" y="26027"/>
                          <a:pt x="8146" y="26441"/>
                        </a:cubicBezTo>
                        <a:cubicBezTo>
                          <a:pt x="9113" y="26994"/>
                          <a:pt x="10079" y="27684"/>
                          <a:pt x="11046" y="28582"/>
                        </a:cubicBezTo>
                        <a:cubicBezTo>
                          <a:pt x="11046" y="28582"/>
                          <a:pt x="11046" y="28582"/>
                          <a:pt x="11046" y="28582"/>
                        </a:cubicBezTo>
                        <a:cubicBezTo>
                          <a:pt x="12012" y="29410"/>
                          <a:pt x="12979" y="30446"/>
                          <a:pt x="13876" y="31550"/>
                        </a:cubicBezTo>
                        <a:lnTo>
                          <a:pt x="43286" y="68209"/>
                        </a:lnTo>
                        <a:cubicBezTo>
                          <a:pt x="43908" y="69037"/>
                          <a:pt x="44529" y="69866"/>
                          <a:pt x="45081" y="70694"/>
                        </a:cubicBezTo>
                        <a:cubicBezTo>
                          <a:pt x="45150" y="70832"/>
                          <a:pt x="45219" y="70971"/>
                          <a:pt x="45289" y="71040"/>
                        </a:cubicBezTo>
                        <a:cubicBezTo>
                          <a:pt x="45841" y="71868"/>
                          <a:pt x="46324" y="72765"/>
                          <a:pt x="46738" y="73663"/>
                        </a:cubicBezTo>
                        <a:cubicBezTo>
                          <a:pt x="46738" y="73663"/>
                          <a:pt x="46738" y="73663"/>
                          <a:pt x="46738" y="73663"/>
                        </a:cubicBezTo>
                        <a:cubicBezTo>
                          <a:pt x="47152" y="74629"/>
                          <a:pt x="47567" y="75527"/>
                          <a:pt x="47912" y="76493"/>
                        </a:cubicBezTo>
                        <a:cubicBezTo>
                          <a:pt x="47912" y="76493"/>
                          <a:pt x="47912" y="76493"/>
                          <a:pt x="47912" y="76493"/>
                        </a:cubicBezTo>
                        <a:cubicBezTo>
                          <a:pt x="48257" y="77460"/>
                          <a:pt x="48464" y="78357"/>
                          <a:pt x="48671" y="79255"/>
                        </a:cubicBezTo>
                        <a:cubicBezTo>
                          <a:pt x="48671" y="79255"/>
                          <a:pt x="48671" y="79255"/>
                          <a:pt x="48671" y="79255"/>
                        </a:cubicBezTo>
                        <a:cubicBezTo>
                          <a:pt x="48878" y="80152"/>
                          <a:pt x="48947" y="81050"/>
                          <a:pt x="49016" y="81947"/>
                        </a:cubicBezTo>
                        <a:cubicBezTo>
                          <a:pt x="49016" y="81947"/>
                          <a:pt x="49016" y="81947"/>
                          <a:pt x="49016" y="81947"/>
                        </a:cubicBezTo>
                        <a:cubicBezTo>
                          <a:pt x="49016" y="82845"/>
                          <a:pt x="49016" y="83673"/>
                          <a:pt x="49016" y="84433"/>
                        </a:cubicBezTo>
                        <a:cubicBezTo>
                          <a:pt x="49016" y="84433"/>
                          <a:pt x="49016" y="84433"/>
                          <a:pt x="49016" y="84433"/>
                        </a:cubicBezTo>
                        <a:cubicBezTo>
                          <a:pt x="48947" y="85192"/>
                          <a:pt x="48740" y="85952"/>
                          <a:pt x="48533" y="86642"/>
                        </a:cubicBezTo>
                        <a:cubicBezTo>
                          <a:pt x="48533" y="86642"/>
                          <a:pt x="48533" y="86642"/>
                          <a:pt x="48533" y="86711"/>
                        </a:cubicBezTo>
                        <a:cubicBezTo>
                          <a:pt x="48257" y="87401"/>
                          <a:pt x="47981" y="88023"/>
                          <a:pt x="47567" y="88575"/>
                        </a:cubicBezTo>
                        <a:cubicBezTo>
                          <a:pt x="47083" y="89334"/>
                          <a:pt x="46462" y="89887"/>
                          <a:pt x="45772" y="90232"/>
                        </a:cubicBezTo>
                        <a:lnTo>
                          <a:pt x="45772" y="90232"/>
                        </a:lnTo>
                        <a:cubicBezTo>
                          <a:pt x="45772" y="90232"/>
                          <a:pt x="45772" y="90232"/>
                          <a:pt x="45772" y="90232"/>
                        </a:cubicBezTo>
                        <a:lnTo>
                          <a:pt x="88575" y="65378"/>
                        </a:lnTo>
                        <a:cubicBezTo>
                          <a:pt x="89265" y="64964"/>
                          <a:pt x="89887" y="64412"/>
                          <a:pt x="90370" y="63722"/>
                        </a:cubicBezTo>
                        <a:cubicBezTo>
                          <a:pt x="90370" y="63652"/>
                          <a:pt x="90508" y="63583"/>
                          <a:pt x="90577" y="63445"/>
                        </a:cubicBezTo>
                        <a:cubicBezTo>
                          <a:pt x="90715" y="63169"/>
                          <a:pt x="90922" y="62893"/>
                          <a:pt x="90991" y="62617"/>
                        </a:cubicBezTo>
                        <a:cubicBezTo>
                          <a:pt x="91129" y="62410"/>
                          <a:pt x="91198" y="62203"/>
                          <a:pt x="91267" y="61927"/>
                        </a:cubicBezTo>
                        <a:cubicBezTo>
                          <a:pt x="91267" y="61927"/>
                          <a:pt x="91267" y="61858"/>
                          <a:pt x="91267" y="61789"/>
                        </a:cubicBezTo>
                        <a:cubicBezTo>
                          <a:pt x="91267" y="61789"/>
                          <a:pt x="91267" y="61789"/>
                          <a:pt x="91267" y="61789"/>
                        </a:cubicBezTo>
                        <a:cubicBezTo>
                          <a:pt x="91267" y="61650"/>
                          <a:pt x="91336" y="61512"/>
                          <a:pt x="91405" y="61374"/>
                        </a:cubicBezTo>
                        <a:cubicBezTo>
                          <a:pt x="91405" y="61167"/>
                          <a:pt x="91543" y="60960"/>
                          <a:pt x="91543" y="60822"/>
                        </a:cubicBezTo>
                        <a:cubicBezTo>
                          <a:pt x="91543" y="60615"/>
                          <a:pt x="91613" y="60477"/>
                          <a:pt x="91682" y="60270"/>
                        </a:cubicBezTo>
                        <a:cubicBezTo>
                          <a:pt x="91682" y="60063"/>
                          <a:pt x="91682" y="59924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717"/>
                          <a:pt x="91751" y="59717"/>
                          <a:pt x="91751" y="59717"/>
                        </a:cubicBezTo>
                        <a:cubicBezTo>
                          <a:pt x="91751" y="59579"/>
                          <a:pt x="91751" y="59441"/>
                          <a:pt x="91751" y="59303"/>
                        </a:cubicBezTo>
                        <a:cubicBezTo>
                          <a:pt x="91751" y="59096"/>
                          <a:pt x="91751" y="58958"/>
                          <a:pt x="91751" y="58751"/>
                        </a:cubicBezTo>
                        <a:cubicBezTo>
                          <a:pt x="91751" y="58544"/>
                          <a:pt x="91751" y="58406"/>
                          <a:pt x="91751" y="58199"/>
                        </a:cubicBezTo>
                        <a:cubicBezTo>
                          <a:pt x="91751" y="57991"/>
                          <a:pt x="91751" y="57853"/>
                          <a:pt x="91751" y="5764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56"/>
                  <p:cNvSpPr/>
                  <p:nvPr/>
                </p:nvSpPr>
                <p:spPr>
                  <a:xfrm>
                    <a:off x="2143472" y="2718328"/>
                    <a:ext cx="79185" cy="97066"/>
                  </a:xfrm>
                  <a:custGeom>
                    <a:rect b="b" l="l" r="r" t="t"/>
                    <a:pathLst>
                      <a:path extrusionOk="0" h="97066" w="79185">
                        <a:moveTo>
                          <a:pt x="79117" y="64550"/>
                        </a:moveTo>
                        <a:cubicBezTo>
                          <a:pt x="79117" y="64550"/>
                          <a:pt x="79117" y="64550"/>
                          <a:pt x="79117" y="64550"/>
                        </a:cubicBezTo>
                        <a:cubicBezTo>
                          <a:pt x="79117" y="64550"/>
                          <a:pt x="79117" y="64481"/>
                          <a:pt x="79117" y="64412"/>
                        </a:cubicBezTo>
                        <a:cubicBezTo>
                          <a:pt x="79117" y="64205"/>
                          <a:pt x="79117" y="64067"/>
                          <a:pt x="79117" y="63860"/>
                        </a:cubicBezTo>
                        <a:cubicBezTo>
                          <a:pt x="79117" y="63652"/>
                          <a:pt x="79117" y="63514"/>
                          <a:pt x="79117" y="63307"/>
                        </a:cubicBezTo>
                        <a:cubicBezTo>
                          <a:pt x="79117" y="63100"/>
                          <a:pt x="79117" y="62962"/>
                          <a:pt x="79117" y="62755"/>
                        </a:cubicBezTo>
                        <a:cubicBezTo>
                          <a:pt x="79117" y="62617"/>
                          <a:pt x="79117" y="62479"/>
                          <a:pt x="79117" y="62341"/>
                        </a:cubicBezTo>
                        <a:cubicBezTo>
                          <a:pt x="79117" y="62341"/>
                          <a:pt x="79117" y="62341"/>
                          <a:pt x="79117" y="62341"/>
                        </a:cubicBezTo>
                        <a:cubicBezTo>
                          <a:pt x="79117" y="62341"/>
                          <a:pt x="79117" y="62272"/>
                          <a:pt x="79117" y="62203"/>
                        </a:cubicBezTo>
                        <a:cubicBezTo>
                          <a:pt x="79117" y="61996"/>
                          <a:pt x="79117" y="61788"/>
                          <a:pt x="79048" y="61581"/>
                        </a:cubicBezTo>
                        <a:cubicBezTo>
                          <a:pt x="78979" y="61374"/>
                          <a:pt x="78979" y="61167"/>
                          <a:pt x="78910" y="60960"/>
                        </a:cubicBezTo>
                        <a:cubicBezTo>
                          <a:pt x="78910" y="60753"/>
                          <a:pt x="78841" y="60546"/>
                          <a:pt x="78772" y="60339"/>
                        </a:cubicBezTo>
                        <a:cubicBezTo>
                          <a:pt x="78772" y="60201"/>
                          <a:pt x="78703" y="60062"/>
                          <a:pt x="78633" y="59855"/>
                        </a:cubicBezTo>
                        <a:cubicBezTo>
                          <a:pt x="78633" y="59855"/>
                          <a:pt x="78633" y="59855"/>
                          <a:pt x="78633" y="59855"/>
                        </a:cubicBezTo>
                        <a:cubicBezTo>
                          <a:pt x="78633" y="59855"/>
                          <a:pt x="78633" y="59786"/>
                          <a:pt x="78633" y="59717"/>
                        </a:cubicBezTo>
                        <a:cubicBezTo>
                          <a:pt x="78633" y="59510"/>
                          <a:pt x="78495" y="59303"/>
                          <a:pt x="78426" y="59096"/>
                        </a:cubicBezTo>
                        <a:cubicBezTo>
                          <a:pt x="78426" y="58889"/>
                          <a:pt x="78288" y="58682"/>
                          <a:pt x="78219" y="58475"/>
                        </a:cubicBezTo>
                        <a:cubicBezTo>
                          <a:pt x="78219" y="58268"/>
                          <a:pt x="78081" y="58060"/>
                          <a:pt x="78012" y="57853"/>
                        </a:cubicBezTo>
                        <a:cubicBezTo>
                          <a:pt x="77943" y="57646"/>
                          <a:pt x="77874" y="57439"/>
                          <a:pt x="77805" y="57301"/>
                        </a:cubicBezTo>
                        <a:lnTo>
                          <a:pt x="60891" y="13600"/>
                        </a:lnTo>
                        <a:cubicBezTo>
                          <a:pt x="60891" y="13600"/>
                          <a:pt x="60891" y="13600"/>
                          <a:pt x="60891" y="13600"/>
                        </a:cubicBezTo>
                        <a:cubicBezTo>
                          <a:pt x="60822" y="13393"/>
                          <a:pt x="60753" y="13186"/>
                          <a:pt x="60684" y="13048"/>
                        </a:cubicBezTo>
                        <a:cubicBezTo>
                          <a:pt x="60615" y="12841"/>
                          <a:pt x="60546" y="12703"/>
                          <a:pt x="60477" y="12496"/>
                        </a:cubicBezTo>
                        <a:cubicBezTo>
                          <a:pt x="60408" y="12289"/>
                          <a:pt x="60339" y="12151"/>
                          <a:pt x="60201" y="11943"/>
                        </a:cubicBezTo>
                        <a:cubicBezTo>
                          <a:pt x="60131" y="11736"/>
                          <a:pt x="59993" y="11529"/>
                          <a:pt x="59924" y="11322"/>
                        </a:cubicBezTo>
                        <a:cubicBezTo>
                          <a:pt x="59786" y="11115"/>
                          <a:pt x="59717" y="10839"/>
                          <a:pt x="59579" y="10632"/>
                        </a:cubicBezTo>
                        <a:cubicBezTo>
                          <a:pt x="59441" y="10287"/>
                          <a:pt x="59234" y="10010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9027" y="9665"/>
                          <a:pt x="59027" y="9665"/>
                          <a:pt x="59027" y="9665"/>
                        </a:cubicBezTo>
                        <a:cubicBezTo>
                          <a:pt x="58682" y="9113"/>
                          <a:pt x="58406" y="8630"/>
                          <a:pt x="58060" y="8077"/>
                        </a:cubicBezTo>
                        <a:cubicBezTo>
                          <a:pt x="57853" y="7732"/>
                          <a:pt x="57646" y="7456"/>
                          <a:pt x="57370" y="7180"/>
                        </a:cubicBezTo>
                        <a:cubicBezTo>
                          <a:pt x="57232" y="6973"/>
                          <a:pt x="57025" y="6766"/>
                          <a:pt x="56887" y="6559"/>
                        </a:cubicBezTo>
                        <a:cubicBezTo>
                          <a:pt x="56818" y="6490"/>
                          <a:pt x="56749" y="6351"/>
                          <a:pt x="56680" y="6282"/>
                        </a:cubicBezTo>
                        <a:cubicBezTo>
                          <a:pt x="56680" y="6282"/>
                          <a:pt x="56680" y="6282"/>
                          <a:pt x="56680" y="6282"/>
                        </a:cubicBezTo>
                        <a:cubicBezTo>
                          <a:pt x="56680" y="6213"/>
                          <a:pt x="56542" y="6144"/>
                          <a:pt x="56473" y="6075"/>
                        </a:cubicBezTo>
                        <a:cubicBezTo>
                          <a:pt x="56335" y="5868"/>
                          <a:pt x="56196" y="5730"/>
                          <a:pt x="56058" y="5523"/>
                        </a:cubicBezTo>
                        <a:cubicBezTo>
                          <a:pt x="55920" y="5385"/>
                          <a:pt x="55782" y="5178"/>
                          <a:pt x="55575" y="5040"/>
                        </a:cubicBezTo>
                        <a:cubicBezTo>
                          <a:pt x="55437" y="4902"/>
                          <a:pt x="55230" y="4695"/>
                          <a:pt x="55092" y="4556"/>
                        </a:cubicBezTo>
                        <a:cubicBezTo>
                          <a:pt x="54954" y="4418"/>
                          <a:pt x="54747" y="4211"/>
                          <a:pt x="54609" y="4073"/>
                        </a:cubicBezTo>
                        <a:cubicBezTo>
                          <a:pt x="54470" y="3935"/>
                          <a:pt x="54263" y="3728"/>
                          <a:pt x="54125" y="3590"/>
                        </a:cubicBezTo>
                        <a:cubicBezTo>
                          <a:pt x="54125" y="3590"/>
                          <a:pt x="54056" y="3521"/>
                          <a:pt x="53987" y="3452"/>
                        </a:cubicBezTo>
                        <a:cubicBezTo>
                          <a:pt x="53987" y="3452"/>
                          <a:pt x="53987" y="3452"/>
                          <a:pt x="53987" y="3452"/>
                        </a:cubicBezTo>
                        <a:cubicBezTo>
                          <a:pt x="53849" y="3383"/>
                          <a:pt x="53780" y="3245"/>
                          <a:pt x="53642" y="3176"/>
                        </a:cubicBezTo>
                        <a:cubicBezTo>
                          <a:pt x="53504" y="3038"/>
                          <a:pt x="53297" y="2900"/>
                          <a:pt x="53159" y="2762"/>
                        </a:cubicBezTo>
                        <a:cubicBezTo>
                          <a:pt x="53021" y="2623"/>
                          <a:pt x="52814" y="2485"/>
                          <a:pt x="52675" y="2347"/>
                        </a:cubicBezTo>
                        <a:cubicBezTo>
                          <a:pt x="52537" y="2209"/>
                          <a:pt x="52330" y="2140"/>
                          <a:pt x="52192" y="2002"/>
                        </a:cubicBezTo>
                        <a:cubicBezTo>
                          <a:pt x="52054" y="1864"/>
                          <a:pt x="51847" y="1795"/>
                          <a:pt x="51709" y="1657"/>
                        </a:cubicBezTo>
                        <a:cubicBezTo>
                          <a:pt x="51571" y="1588"/>
                          <a:pt x="51364" y="1450"/>
                          <a:pt x="51226" y="1381"/>
                        </a:cubicBezTo>
                        <a:cubicBezTo>
                          <a:pt x="51226" y="1381"/>
                          <a:pt x="51157" y="1381"/>
                          <a:pt x="51088" y="1381"/>
                        </a:cubicBezTo>
                        <a:cubicBezTo>
                          <a:pt x="50949" y="1381"/>
                          <a:pt x="50881" y="1243"/>
                          <a:pt x="50742" y="1174"/>
                        </a:cubicBezTo>
                        <a:cubicBezTo>
                          <a:pt x="50604" y="1105"/>
                          <a:pt x="50466" y="1036"/>
                          <a:pt x="50259" y="967"/>
                        </a:cubicBezTo>
                        <a:cubicBezTo>
                          <a:pt x="50121" y="898"/>
                          <a:pt x="49983" y="828"/>
                          <a:pt x="49776" y="759"/>
                        </a:cubicBezTo>
                        <a:cubicBezTo>
                          <a:pt x="49638" y="759"/>
                          <a:pt x="49500" y="621"/>
                          <a:pt x="49293" y="552"/>
                        </a:cubicBezTo>
                        <a:cubicBezTo>
                          <a:pt x="49155" y="552"/>
                          <a:pt x="49016" y="414"/>
                          <a:pt x="48809" y="414"/>
                        </a:cubicBezTo>
                        <a:cubicBezTo>
                          <a:pt x="48671" y="414"/>
                          <a:pt x="48533" y="276"/>
                          <a:pt x="48326" y="276"/>
                        </a:cubicBezTo>
                        <a:cubicBezTo>
                          <a:pt x="48257" y="276"/>
                          <a:pt x="48119" y="276"/>
                          <a:pt x="48050" y="207"/>
                        </a:cubicBezTo>
                        <a:cubicBezTo>
                          <a:pt x="48050" y="207"/>
                          <a:pt x="48050" y="207"/>
                          <a:pt x="48050" y="207"/>
                        </a:cubicBezTo>
                        <a:cubicBezTo>
                          <a:pt x="48050" y="207"/>
                          <a:pt x="47912" y="207"/>
                          <a:pt x="47912" y="207"/>
                        </a:cubicBezTo>
                        <a:cubicBezTo>
                          <a:pt x="47774" y="207"/>
                          <a:pt x="47567" y="138"/>
                          <a:pt x="47429" y="69"/>
                        </a:cubicBezTo>
                        <a:cubicBezTo>
                          <a:pt x="47290" y="69"/>
                          <a:pt x="47083" y="69"/>
                          <a:pt x="46945" y="0"/>
                        </a:cubicBezTo>
                        <a:cubicBezTo>
                          <a:pt x="46738" y="0"/>
                          <a:pt x="46600" y="0"/>
                          <a:pt x="46462" y="0"/>
                        </a:cubicBezTo>
                        <a:cubicBezTo>
                          <a:pt x="46255" y="0"/>
                          <a:pt x="46117" y="0"/>
                          <a:pt x="45910" y="0"/>
                        </a:cubicBezTo>
                        <a:cubicBezTo>
                          <a:pt x="45703" y="0"/>
                          <a:pt x="45496" y="0"/>
                          <a:pt x="45289" y="0"/>
                        </a:cubicBezTo>
                        <a:cubicBezTo>
                          <a:pt x="45289" y="0"/>
                          <a:pt x="45289" y="0"/>
                          <a:pt x="45289" y="0"/>
                        </a:cubicBezTo>
                        <a:cubicBezTo>
                          <a:pt x="45012" y="0"/>
                          <a:pt x="44805" y="0"/>
                          <a:pt x="44598" y="69"/>
                        </a:cubicBezTo>
                        <a:cubicBezTo>
                          <a:pt x="44322" y="69"/>
                          <a:pt x="44046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690" y="25130"/>
                          <a:pt x="1519" y="24853"/>
                          <a:pt x="2485" y="24784"/>
                        </a:cubicBezTo>
                        <a:cubicBezTo>
                          <a:pt x="3383" y="24715"/>
                          <a:pt x="4349" y="24784"/>
                          <a:pt x="5316" y="25061"/>
                        </a:cubicBezTo>
                        <a:cubicBezTo>
                          <a:pt x="5316" y="25061"/>
                          <a:pt x="5316" y="25061"/>
                          <a:pt x="5316" y="25061"/>
                        </a:cubicBezTo>
                        <a:cubicBezTo>
                          <a:pt x="6282" y="25337"/>
                          <a:pt x="7249" y="25751"/>
                          <a:pt x="8215" y="26303"/>
                        </a:cubicBezTo>
                        <a:cubicBezTo>
                          <a:pt x="9182" y="26856"/>
                          <a:pt x="10149" y="27615"/>
                          <a:pt x="11115" y="28443"/>
                        </a:cubicBezTo>
                        <a:cubicBezTo>
                          <a:pt x="11115" y="28443"/>
                          <a:pt x="11115" y="28443"/>
                          <a:pt x="11115" y="28443"/>
                        </a:cubicBezTo>
                        <a:cubicBezTo>
                          <a:pt x="12082" y="29272"/>
                          <a:pt x="12979" y="30238"/>
                          <a:pt x="13807" y="31274"/>
                        </a:cubicBezTo>
                        <a:cubicBezTo>
                          <a:pt x="13807" y="31274"/>
                          <a:pt x="13807" y="31274"/>
                          <a:pt x="13807" y="31274"/>
                        </a:cubicBezTo>
                        <a:cubicBezTo>
                          <a:pt x="14636" y="32310"/>
                          <a:pt x="15464" y="33483"/>
                          <a:pt x="16155" y="34726"/>
                        </a:cubicBezTo>
                        <a:cubicBezTo>
                          <a:pt x="16155" y="34726"/>
                          <a:pt x="16155" y="34726"/>
                          <a:pt x="16155" y="34726"/>
                        </a:cubicBezTo>
                        <a:cubicBezTo>
                          <a:pt x="16914" y="35969"/>
                          <a:pt x="17535" y="37280"/>
                          <a:pt x="18088" y="38661"/>
                        </a:cubicBezTo>
                        <a:lnTo>
                          <a:pt x="35002" y="82362"/>
                        </a:lnTo>
                        <a:cubicBezTo>
                          <a:pt x="35347" y="83190"/>
                          <a:pt x="35623" y="84018"/>
                          <a:pt x="35830" y="84847"/>
                        </a:cubicBezTo>
                        <a:cubicBezTo>
                          <a:pt x="35830" y="84847"/>
                          <a:pt x="35830" y="84847"/>
                          <a:pt x="35830" y="84847"/>
                        </a:cubicBezTo>
                        <a:cubicBezTo>
                          <a:pt x="36038" y="85675"/>
                          <a:pt x="36245" y="86435"/>
                          <a:pt x="36314" y="87194"/>
                        </a:cubicBezTo>
                        <a:cubicBezTo>
                          <a:pt x="36314" y="87194"/>
                          <a:pt x="36314" y="87194"/>
                          <a:pt x="36314" y="87194"/>
                        </a:cubicBezTo>
                        <a:cubicBezTo>
                          <a:pt x="36452" y="87954"/>
                          <a:pt x="36521" y="88713"/>
                          <a:pt x="36521" y="89403"/>
                        </a:cubicBezTo>
                        <a:cubicBezTo>
                          <a:pt x="36521" y="89403"/>
                          <a:pt x="36521" y="89403"/>
                          <a:pt x="36521" y="89403"/>
                        </a:cubicBezTo>
                        <a:cubicBezTo>
                          <a:pt x="36521" y="90094"/>
                          <a:pt x="36521" y="90784"/>
                          <a:pt x="36452" y="91406"/>
                        </a:cubicBezTo>
                        <a:cubicBezTo>
                          <a:pt x="36452" y="91406"/>
                          <a:pt x="36452" y="91406"/>
                          <a:pt x="36452" y="91406"/>
                        </a:cubicBezTo>
                        <a:cubicBezTo>
                          <a:pt x="36383" y="92027"/>
                          <a:pt x="36245" y="92648"/>
                          <a:pt x="36038" y="93200"/>
                        </a:cubicBezTo>
                        <a:cubicBezTo>
                          <a:pt x="36038" y="93200"/>
                          <a:pt x="36038" y="93200"/>
                          <a:pt x="36038" y="93270"/>
                        </a:cubicBezTo>
                        <a:cubicBezTo>
                          <a:pt x="35899" y="93753"/>
                          <a:pt x="35692" y="94236"/>
                          <a:pt x="35416" y="94719"/>
                        </a:cubicBezTo>
                        <a:cubicBezTo>
                          <a:pt x="35416" y="94719"/>
                          <a:pt x="35347" y="94857"/>
                          <a:pt x="35278" y="94926"/>
                        </a:cubicBezTo>
                        <a:cubicBezTo>
                          <a:pt x="35209" y="95064"/>
                          <a:pt x="35071" y="95203"/>
                          <a:pt x="35002" y="95272"/>
                        </a:cubicBezTo>
                        <a:cubicBezTo>
                          <a:pt x="34519" y="96031"/>
                          <a:pt x="33897" y="96652"/>
                          <a:pt x="33207" y="97067"/>
                        </a:cubicBezTo>
                        <a:lnTo>
                          <a:pt x="76010" y="72213"/>
                        </a:lnTo>
                        <a:cubicBezTo>
                          <a:pt x="76770" y="71799"/>
                          <a:pt x="77322" y="71178"/>
                          <a:pt x="77805" y="70418"/>
                        </a:cubicBezTo>
                        <a:cubicBezTo>
                          <a:pt x="77805" y="70418"/>
                          <a:pt x="77943" y="70349"/>
                          <a:pt x="77943" y="70280"/>
                        </a:cubicBezTo>
                        <a:cubicBezTo>
                          <a:pt x="77943" y="70211"/>
                          <a:pt x="78012" y="70142"/>
                          <a:pt x="78081" y="70073"/>
                        </a:cubicBezTo>
                        <a:cubicBezTo>
                          <a:pt x="78081" y="70073"/>
                          <a:pt x="78150" y="69935"/>
                          <a:pt x="78219" y="69866"/>
                        </a:cubicBezTo>
                        <a:cubicBezTo>
                          <a:pt x="78219" y="69728"/>
                          <a:pt x="78357" y="69659"/>
                          <a:pt x="78426" y="69521"/>
                        </a:cubicBezTo>
                        <a:cubicBezTo>
                          <a:pt x="78564" y="69314"/>
                          <a:pt x="78633" y="69106"/>
                          <a:pt x="78703" y="68830"/>
                        </a:cubicBezTo>
                        <a:cubicBezTo>
                          <a:pt x="78703" y="68692"/>
                          <a:pt x="78772" y="68554"/>
                          <a:pt x="78841" y="68416"/>
                        </a:cubicBezTo>
                        <a:cubicBezTo>
                          <a:pt x="78841" y="68416"/>
                          <a:pt x="78841" y="68416"/>
                          <a:pt x="78841" y="68347"/>
                        </a:cubicBezTo>
                        <a:cubicBezTo>
                          <a:pt x="78841" y="68347"/>
                          <a:pt x="78841" y="68278"/>
                          <a:pt x="78841" y="68209"/>
                        </a:cubicBezTo>
                        <a:cubicBezTo>
                          <a:pt x="78841" y="68002"/>
                          <a:pt x="78979" y="67795"/>
                          <a:pt x="78979" y="67657"/>
                        </a:cubicBezTo>
                        <a:cubicBezTo>
                          <a:pt x="78979" y="67450"/>
                          <a:pt x="79048" y="67311"/>
                          <a:pt x="79117" y="67104"/>
                        </a:cubicBezTo>
                        <a:cubicBezTo>
                          <a:pt x="79117" y="66966"/>
                          <a:pt x="79117" y="66759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621"/>
                          <a:pt x="79186" y="66621"/>
                          <a:pt x="79186" y="66621"/>
                        </a:cubicBezTo>
                        <a:cubicBezTo>
                          <a:pt x="79186" y="66414"/>
                          <a:pt x="79186" y="66276"/>
                          <a:pt x="79186" y="66069"/>
                        </a:cubicBezTo>
                        <a:cubicBezTo>
                          <a:pt x="79186" y="65862"/>
                          <a:pt x="79186" y="65724"/>
                          <a:pt x="79186" y="65516"/>
                        </a:cubicBezTo>
                        <a:cubicBezTo>
                          <a:pt x="79186" y="65309"/>
                          <a:pt x="79186" y="65171"/>
                          <a:pt x="79186" y="64964"/>
                        </a:cubicBezTo>
                        <a:cubicBezTo>
                          <a:pt x="79186" y="64826"/>
                          <a:pt x="79186" y="64688"/>
                          <a:pt x="79186" y="6461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56"/>
                  <p:cNvSpPr/>
                  <p:nvPr/>
                </p:nvSpPr>
                <p:spPr>
                  <a:xfrm>
                    <a:off x="2107502" y="2835628"/>
                    <a:ext cx="294722" cy="379110"/>
                  </a:xfrm>
                  <a:custGeom>
                    <a:rect b="b" l="l" r="r" t="t"/>
                    <a:pathLst>
                      <a:path extrusionOk="0" h="379110" w="294722">
                        <a:moveTo>
                          <a:pt x="147879" y="20223"/>
                        </a:moveTo>
                        <a:cubicBezTo>
                          <a:pt x="229274" y="67168"/>
                          <a:pt x="294998" y="181080"/>
                          <a:pt x="294721" y="274626"/>
                        </a:cubicBezTo>
                        <a:cubicBezTo>
                          <a:pt x="294445" y="368171"/>
                          <a:pt x="228238" y="405866"/>
                          <a:pt x="146912" y="358920"/>
                        </a:cubicBezTo>
                        <a:cubicBezTo>
                          <a:pt x="65517" y="311906"/>
                          <a:pt x="-275" y="197994"/>
                          <a:pt x="1" y="104448"/>
                        </a:cubicBezTo>
                        <a:cubicBezTo>
                          <a:pt x="277" y="10972"/>
                          <a:pt x="66484" y="-26792"/>
                          <a:pt x="147879" y="2022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56"/>
                  <p:cNvSpPr/>
                  <p:nvPr/>
                </p:nvSpPr>
                <p:spPr>
                  <a:xfrm>
                    <a:off x="2150997" y="2811322"/>
                    <a:ext cx="294237" cy="394203"/>
                  </a:xfrm>
                  <a:custGeom>
                    <a:rect b="b" l="l" r="r" t="t"/>
                    <a:pathLst>
                      <a:path extrusionOk="0" h="394203" w="294237">
                        <a:moveTo>
                          <a:pt x="293961" y="267382"/>
                        </a:moveTo>
                        <a:cubicBezTo>
                          <a:pt x="293961" y="266967"/>
                          <a:pt x="293961" y="266553"/>
                          <a:pt x="293961" y="266139"/>
                        </a:cubicBezTo>
                        <a:cubicBezTo>
                          <a:pt x="293961" y="265242"/>
                          <a:pt x="293892" y="264344"/>
                          <a:pt x="293823" y="263447"/>
                        </a:cubicBezTo>
                        <a:cubicBezTo>
                          <a:pt x="293823" y="262411"/>
                          <a:pt x="293754" y="261306"/>
                          <a:pt x="293685" y="260271"/>
                        </a:cubicBezTo>
                        <a:cubicBezTo>
                          <a:pt x="293685" y="259442"/>
                          <a:pt x="293547" y="258614"/>
                          <a:pt x="293478" y="257786"/>
                        </a:cubicBezTo>
                        <a:cubicBezTo>
                          <a:pt x="293409" y="256819"/>
                          <a:pt x="293340" y="255922"/>
                          <a:pt x="293271" y="254955"/>
                        </a:cubicBezTo>
                        <a:cubicBezTo>
                          <a:pt x="293271" y="254334"/>
                          <a:pt x="293202" y="253712"/>
                          <a:pt x="293133" y="253091"/>
                        </a:cubicBezTo>
                        <a:cubicBezTo>
                          <a:pt x="292995" y="251710"/>
                          <a:pt x="292856" y="250399"/>
                          <a:pt x="292649" y="249018"/>
                        </a:cubicBezTo>
                        <a:cubicBezTo>
                          <a:pt x="292580" y="248258"/>
                          <a:pt x="292511" y="247430"/>
                          <a:pt x="292373" y="246670"/>
                        </a:cubicBezTo>
                        <a:cubicBezTo>
                          <a:pt x="292373" y="246394"/>
                          <a:pt x="292373" y="246118"/>
                          <a:pt x="292304" y="245911"/>
                        </a:cubicBezTo>
                        <a:cubicBezTo>
                          <a:pt x="291959" y="243426"/>
                          <a:pt x="291614" y="241009"/>
                          <a:pt x="291269" y="238524"/>
                        </a:cubicBezTo>
                        <a:cubicBezTo>
                          <a:pt x="291269" y="238524"/>
                          <a:pt x="291269" y="238386"/>
                          <a:pt x="291269" y="238386"/>
                        </a:cubicBezTo>
                        <a:cubicBezTo>
                          <a:pt x="291269" y="238041"/>
                          <a:pt x="291130" y="237627"/>
                          <a:pt x="291062" y="237281"/>
                        </a:cubicBezTo>
                        <a:cubicBezTo>
                          <a:pt x="290716" y="235210"/>
                          <a:pt x="290371" y="233139"/>
                          <a:pt x="290026" y="231068"/>
                        </a:cubicBezTo>
                        <a:cubicBezTo>
                          <a:pt x="289957" y="230723"/>
                          <a:pt x="289888" y="230309"/>
                          <a:pt x="289819" y="229963"/>
                        </a:cubicBezTo>
                        <a:cubicBezTo>
                          <a:pt x="289612" y="228997"/>
                          <a:pt x="289405" y="228030"/>
                          <a:pt x="289197" y="226995"/>
                        </a:cubicBezTo>
                        <a:cubicBezTo>
                          <a:pt x="288921" y="225821"/>
                          <a:pt x="288714" y="224579"/>
                          <a:pt x="288438" y="223405"/>
                        </a:cubicBezTo>
                        <a:cubicBezTo>
                          <a:pt x="288300" y="222715"/>
                          <a:pt x="288093" y="222024"/>
                          <a:pt x="287955" y="221403"/>
                        </a:cubicBezTo>
                        <a:cubicBezTo>
                          <a:pt x="287679" y="220298"/>
                          <a:pt x="287472" y="219263"/>
                          <a:pt x="287196" y="218158"/>
                        </a:cubicBezTo>
                        <a:cubicBezTo>
                          <a:pt x="286988" y="217330"/>
                          <a:pt x="286850" y="216501"/>
                          <a:pt x="286643" y="215673"/>
                        </a:cubicBezTo>
                        <a:cubicBezTo>
                          <a:pt x="286367" y="214706"/>
                          <a:pt x="286091" y="213671"/>
                          <a:pt x="285884" y="212704"/>
                        </a:cubicBezTo>
                        <a:cubicBezTo>
                          <a:pt x="285608" y="211599"/>
                          <a:pt x="285331" y="210564"/>
                          <a:pt x="285055" y="209459"/>
                        </a:cubicBezTo>
                        <a:cubicBezTo>
                          <a:pt x="284917" y="208907"/>
                          <a:pt x="284779" y="208424"/>
                          <a:pt x="284641" y="207872"/>
                        </a:cubicBezTo>
                        <a:cubicBezTo>
                          <a:pt x="284227" y="206422"/>
                          <a:pt x="283813" y="205041"/>
                          <a:pt x="283398" y="203591"/>
                        </a:cubicBezTo>
                        <a:cubicBezTo>
                          <a:pt x="283122" y="202694"/>
                          <a:pt x="282846" y="201796"/>
                          <a:pt x="282639" y="200899"/>
                        </a:cubicBezTo>
                        <a:cubicBezTo>
                          <a:pt x="282570" y="200623"/>
                          <a:pt x="282501" y="200346"/>
                          <a:pt x="282432" y="200139"/>
                        </a:cubicBezTo>
                        <a:cubicBezTo>
                          <a:pt x="281672" y="197585"/>
                          <a:pt x="280844" y="195031"/>
                          <a:pt x="280016" y="192545"/>
                        </a:cubicBezTo>
                        <a:cubicBezTo>
                          <a:pt x="280016" y="192545"/>
                          <a:pt x="280016" y="192545"/>
                          <a:pt x="280016" y="192476"/>
                        </a:cubicBezTo>
                        <a:cubicBezTo>
                          <a:pt x="279946" y="192200"/>
                          <a:pt x="279808" y="191924"/>
                          <a:pt x="279739" y="191717"/>
                        </a:cubicBezTo>
                        <a:cubicBezTo>
                          <a:pt x="278980" y="189508"/>
                          <a:pt x="278221" y="187298"/>
                          <a:pt x="277461" y="185089"/>
                        </a:cubicBezTo>
                        <a:cubicBezTo>
                          <a:pt x="277323" y="184744"/>
                          <a:pt x="277185" y="184399"/>
                          <a:pt x="277047" y="184054"/>
                        </a:cubicBezTo>
                        <a:cubicBezTo>
                          <a:pt x="276702" y="183225"/>
                          <a:pt x="276426" y="182328"/>
                          <a:pt x="276080" y="181499"/>
                        </a:cubicBezTo>
                        <a:cubicBezTo>
                          <a:pt x="275597" y="180326"/>
                          <a:pt x="275183" y="179083"/>
                          <a:pt x="274700" y="177909"/>
                        </a:cubicBezTo>
                        <a:cubicBezTo>
                          <a:pt x="274424" y="177150"/>
                          <a:pt x="274078" y="176390"/>
                          <a:pt x="273802" y="175631"/>
                        </a:cubicBezTo>
                        <a:cubicBezTo>
                          <a:pt x="273457" y="174665"/>
                          <a:pt x="273043" y="173767"/>
                          <a:pt x="272698" y="172801"/>
                        </a:cubicBezTo>
                        <a:cubicBezTo>
                          <a:pt x="272421" y="172110"/>
                          <a:pt x="272145" y="171420"/>
                          <a:pt x="271869" y="170729"/>
                        </a:cubicBezTo>
                        <a:cubicBezTo>
                          <a:pt x="271317" y="169349"/>
                          <a:pt x="270695" y="168037"/>
                          <a:pt x="270143" y="166656"/>
                        </a:cubicBezTo>
                        <a:cubicBezTo>
                          <a:pt x="269867" y="165966"/>
                          <a:pt x="269522" y="165206"/>
                          <a:pt x="269246" y="164516"/>
                        </a:cubicBezTo>
                        <a:cubicBezTo>
                          <a:pt x="269108" y="164240"/>
                          <a:pt x="269039" y="164033"/>
                          <a:pt x="268900" y="163757"/>
                        </a:cubicBezTo>
                        <a:cubicBezTo>
                          <a:pt x="267865" y="161409"/>
                          <a:pt x="266760" y="158993"/>
                          <a:pt x="265656" y="156646"/>
                        </a:cubicBezTo>
                        <a:cubicBezTo>
                          <a:pt x="265656" y="156577"/>
                          <a:pt x="265587" y="156439"/>
                          <a:pt x="265518" y="156370"/>
                        </a:cubicBezTo>
                        <a:cubicBezTo>
                          <a:pt x="265173" y="155679"/>
                          <a:pt x="264896" y="155058"/>
                          <a:pt x="264551" y="154368"/>
                        </a:cubicBezTo>
                        <a:cubicBezTo>
                          <a:pt x="263654" y="152573"/>
                          <a:pt x="262825" y="150709"/>
                          <a:pt x="261928" y="148914"/>
                        </a:cubicBezTo>
                        <a:cubicBezTo>
                          <a:pt x="261790" y="148637"/>
                          <a:pt x="261652" y="148361"/>
                          <a:pt x="261514" y="148085"/>
                        </a:cubicBezTo>
                        <a:cubicBezTo>
                          <a:pt x="260754" y="146635"/>
                          <a:pt x="259995" y="145117"/>
                          <a:pt x="259235" y="143667"/>
                        </a:cubicBezTo>
                        <a:cubicBezTo>
                          <a:pt x="258614" y="142493"/>
                          <a:pt x="257993" y="141251"/>
                          <a:pt x="257371" y="140077"/>
                        </a:cubicBezTo>
                        <a:cubicBezTo>
                          <a:pt x="257233" y="139870"/>
                          <a:pt x="257095" y="139663"/>
                          <a:pt x="257026" y="139455"/>
                        </a:cubicBezTo>
                        <a:cubicBezTo>
                          <a:pt x="254955" y="135658"/>
                          <a:pt x="252815" y="131861"/>
                          <a:pt x="250675" y="128133"/>
                        </a:cubicBezTo>
                        <a:cubicBezTo>
                          <a:pt x="250468" y="127788"/>
                          <a:pt x="250329" y="127512"/>
                          <a:pt x="250122" y="127167"/>
                        </a:cubicBezTo>
                        <a:cubicBezTo>
                          <a:pt x="249915" y="126822"/>
                          <a:pt x="249639" y="126477"/>
                          <a:pt x="249432" y="126131"/>
                        </a:cubicBezTo>
                        <a:cubicBezTo>
                          <a:pt x="246325" y="120884"/>
                          <a:pt x="243081" y="115707"/>
                          <a:pt x="239698" y="110598"/>
                        </a:cubicBezTo>
                        <a:cubicBezTo>
                          <a:pt x="239491" y="110322"/>
                          <a:pt x="239352" y="110046"/>
                          <a:pt x="239145" y="109769"/>
                        </a:cubicBezTo>
                        <a:cubicBezTo>
                          <a:pt x="238800" y="109286"/>
                          <a:pt x="238524" y="108872"/>
                          <a:pt x="238179" y="108389"/>
                        </a:cubicBezTo>
                        <a:cubicBezTo>
                          <a:pt x="235486" y="104384"/>
                          <a:pt x="232656" y="100380"/>
                          <a:pt x="229825" y="96445"/>
                        </a:cubicBezTo>
                        <a:cubicBezTo>
                          <a:pt x="229825" y="96445"/>
                          <a:pt x="229825" y="96445"/>
                          <a:pt x="229825" y="96445"/>
                        </a:cubicBezTo>
                        <a:cubicBezTo>
                          <a:pt x="229825" y="96445"/>
                          <a:pt x="229756" y="96307"/>
                          <a:pt x="229687" y="96307"/>
                        </a:cubicBezTo>
                        <a:cubicBezTo>
                          <a:pt x="227685" y="93615"/>
                          <a:pt x="225614" y="90922"/>
                          <a:pt x="223543" y="88230"/>
                        </a:cubicBezTo>
                        <a:cubicBezTo>
                          <a:pt x="223474" y="88092"/>
                          <a:pt x="223336" y="87954"/>
                          <a:pt x="223267" y="87885"/>
                        </a:cubicBezTo>
                        <a:cubicBezTo>
                          <a:pt x="221748" y="85952"/>
                          <a:pt x="220160" y="84018"/>
                          <a:pt x="218572" y="82085"/>
                        </a:cubicBezTo>
                        <a:cubicBezTo>
                          <a:pt x="218227" y="81671"/>
                          <a:pt x="217951" y="81326"/>
                          <a:pt x="217606" y="80912"/>
                        </a:cubicBezTo>
                        <a:cubicBezTo>
                          <a:pt x="217606" y="80912"/>
                          <a:pt x="217606" y="80912"/>
                          <a:pt x="217606" y="80843"/>
                        </a:cubicBezTo>
                        <a:cubicBezTo>
                          <a:pt x="215742" y="78565"/>
                          <a:pt x="213809" y="76355"/>
                          <a:pt x="211945" y="74146"/>
                        </a:cubicBezTo>
                        <a:cubicBezTo>
                          <a:pt x="211876" y="74008"/>
                          <a:pt x="211738" y="73939"/>
                          <a:pt x="211669" y="73801"/>
                        </a:cubicBezTo>
                        <a:cubicBezTo>
                          <a:pt x="211116" y="73111"/>
                          <a:pt x="210495" y="72489"/>
                          <a:pt x="209874" y="71868"/>
                        </a:cubicBezTo>
                        <a:cubicBezTo>
                          <a:pt x="208631" y="70487"/>
                          <a:pt x="207457" y="69106"/>
                          <a:pt x="206215" y="67795"/>
                        </a:cubicBezTo>
                        <a:cubicBezTo>
                          <a:pt x="206008" y="67519"/>
                          <a:pt x="205731" y="67311"/>
                          <a:pt x="205524" y="67035"/>
                        </a:cubicBezTo>
                        <a:cubicBezTo>
                          <a:pt x="204696" y="66138"/>
                          <a:pt x="203867" y="65240"/>
                          <a:pt x="202970" y="64412"/>
                        </a:cubicBezTo>
                        <a:cubicBezTo>
                          <a:pt x="202003" y="63445"/>
                          <a:pt x="201106" y="62410"/>
                          <a:pt x="200139" y="61443"/>
                        </a:cubicBezTo>
                        <a:cubicBezTo>
                          <a:pt x="199794" y="61098"/>
                          <a:pt x="199449" y="60753"/>
                          <a:pt x="199104" y="60408"/>
                        </a:cubicBezTo>
                        <a:cubicBezTo>
                          <a:pt x="198206" y="59510"/>
                          <a:pt x="197240" y="58613"/>
                          <a:pt x="196342" y="57646"/>
                        </a:cubicBezTo>
                        <a:cubicBezTo>
                          <a:pt x="195514" y="56887"/>
                          <a:pt x="194754" y="56058"/>
                          <a:pt x="193926" y="55299"/>
                        </a:cubicBezTo>
                        <a:cubicBezTo>
                          <a:pt x="193443" y="54885"/>
                          <a:pt x="193028" y="54470"/>
                          <a:pt x="192545" y="54056"/>
                        </a:cubicBezTo>
                        <a:cubicBezTo>
                          <a:pt x="191579" y="53090"/>
                          <a:pt x="190543" y="52192"/>
                          <a:pt x="189507" y="51226"/>
                        </a:cubicBezTo>
                        <a:cubicBezTo>
                          <a:pt x="188817" y="50604"/>
                          <a:pt x="188127" y="49914"/>
                          <a:pt x="187436" y="49293"/>
                        </a:cubicBezTo>
                        <a:cubicBezTo>
                          <a:pt x="186884" y="48809"/>
                          <a:pt x="186332" y="48326"/>
                          <a:pt x="185780" y="47843"/>
                        </a:cubicBezTo>
                        <a:cubicBezTo>
                          <a:pt x="184744" y="46945"/>
                          <a:pt x="183777" y="46048"/>
                          <a:pt x="182742" y="45219"/>
                        </a:cubicBezTo>
                        <a:cubicBezTo>
                          <a:pt x="182121" y="44667"/>
                          <a:pt x="181499" y="44115"/>
                          <a:pt x="180878" y="43632"/>
                        </a:cubicBezTo>
                        <a:cubicBezTo>
                          <a:pt x="180188" y="43079"/>
                          <a:pt x="179497" y="42527"/>
                          <a:pt x="178876" y="41975"/>
                        </a:cubicBezTo>
                        <a:cubicBezTo>
                          <a:pt x="177909" y="41146"/>
                          <a:pt x="176874" y="40318"/>
                          <a:pt x="175907" y="39558"/>
                        </a:cubicBezTo>
                        <a:cubicBezTo>
                          <a:pt x="175355" y="39144"/>
                          <a:pt x="174872" y="38730"/>
                          <a:pt x="174388" y="38316"/>
                        </a:cubicBezTo>
                        <a:cubicBezTo>
                          <a:pt x="173560" y="37625"/>
                          <a:pt x="172662" y="37004"/>
                          <a:pt x="171834" y="36383"/>
                        </a:cubicBezTo>
                        <a:cubicBezTo>
                          <a:pt x="170936" y="35692"/>
                          <a:pt x="169970" y="34933"/>
                          <a:pt x="169072" y="34243"/>
                        </a:cubicBezTo>
                        <a:cubicBezTo>
                          <a:pt x="168727" y="33966"/>
                          <a:pt x="168313" y="33690"/>
                          <a:pt x="167968" y="33414"/>
                        </a:cubicBezTo>
                        <a:cubicBezTo>
                          <a:pt x="166794" y="32586"/>
                          <a:pt x="165690" y="31757"/>
                          <a:pt x="164516" y="30998"/>
                        </a:cubicBezTo>
                        <a:cubicBezTo>
                          <a:pt x="163757" y="30446"/>
                          <a:pt x="162928" y="29893"/>
                          <a:pt x="162169" y="29341"/>
                        </a:cubicBezTo>
                        <a:cubicBezTo>
                          <a:pt x="161962" y="29203"/>
                          <a:pt x="161755" y="29065"/>
                          <a:pt x="161547" y="28927"/>
                        </a:cubicBezTo>
                        <a:cubicBezTo>
                          <a:pt x="159476" y="27477"/>
                          <a:pt x="157405" y="26096"/>
                          <a:pt x="155265" y="24784"/>
                        </a:cubicBezTo>
                        <a:cubicBezTo>
                          <a:pt x="155265" y="24784"/>
                          <a:pt x="155265" y="24784"/>
                          <a:pt x="155265" y="24784"/>
                        </a:cubicBezTo>
                        <a:cubicBezTo>
                          <a:pt x="155058" y="24646"/>
                          <a:pt x="154920" y="24577"/>
                          <a:pt x="154713" y="24439"/>
                        </a:cubicBezTo>
                        <a:cubicBezTo>
                          <a:pt x="152849" y="23266"/>
                          <a:pt x="150916" y="22092"/>
                          <a:pt x="149052" y="20987"/>
                        </a:cubicBezTo>
                        <a:cubicBezTo>
                          <a:pt x="148568" y="20711"/>
                          <a:pt x="148085" y="20435"/>
                          <a:pt x="147602" y="20159"/>
                        </a:cubicBezTo>
                        <a:cubicBezTo>
                          <a:pt x="146014" y="19261"/>
                          <a:pt x="144495" y="18364"/>
                          <a:pt x="142907" y="17536"/>
                        </a:cubicBezTo>
                        <a:cubicBezTo>
                          <a:pt x="142286" y="17190"/>
                          <a:pt x="141734" y="16914"/>
                          <a:pt x="141112" y="16638"/>
                        </a:cubicBezTo>
                        <a:cubicBezTo>
                          <a:pt x="140284" y="16224"/>
                          <a:pt x="139524" y="15810"/>
                          <a:pt x="138696" y="15395"/>
                        </a:cubicBezTo>
                        <a:cubicBezTo>
                          <a:pt x="138075" y="15050"/>
                          <a:pt x="137453" y="14705"/>
                          <a:pt x="136832" y="14429"/>
                        </a:cubicBezTo>
                        <a:cubicBezTo>
                          <a:pt x="135866" y="13946"/>
                          <a:pt x="134830" y="13531"/>
                          <a:pt x="133863" y="13048"/>
                        </a:cubicBezTo>
                        <a:cubicBezTo>
                          <a:pt x="133173" y="12703"/>
                          <a:pt x="132414" y="12358"/>
                          <a:pt x="131723" y="12013"/>
                        </a:cubicBezTo>
                        <a:cubicBezTo>
                          <a:pt x="131447" y="11874"/>
                          <a:pt x="131171" y="11736"/>
                          <a:pt x="130826" y="11598"/>
                        </a:cubicBezTo>
                        <a:cubicBezTo>
                          <a:pt x="128824" y="10701"/>
                          <a:pt x="126891" y="9872"/>
                          <a:pt x="124958" y="9113"/>
                        </a:cubicBezTo>
                        <a:cubicBezTo>
                          <a:pt x="124958" y="9113"/>
                          <a:pt x="124958" y="9113"/>
                          <a:pt x="124958" y="9113"/>
                        </a:cubicBezTo>
                        <a:cubicBezTo>
                          <a:pt x="122956" y="8284"/>
                          <a:pt x="120953" y="7594"/>
                          <a:pt x="119020" y="6904"/>
                        </a:cubicBezTo>
                        <a:cubicBezTo>
                          <a:pt x="118744" y="6835"/>
                          <a:pt x="118537" y="6766"/>
                          <a:pt x="118261" y="6628"/>
                        </a:cubicBezTo>
                        <a:cubicBezTo>
                          <a:pt x="117571" y="6351"/>
                          <a:pt x="116880" y="6144"/>
                          <a:pt x="116121" y="5937"/>
                        </a:cubicBezTo>
                        <a:cubicBezTo>
                          <a:pt x="115085" y="5592"/>
                          <a:pt x="114119" y="5247"/>
                          <a:pt x="113083" y="4971"/>
                        </a:cubicBezTo>
                        <a:cubicBezTo>
                          <a:pt x="112600" y="4833"/>
                          <a:pt x="112117" y="4695"/>
                          <a:pt x="111633" y="4556"/>
                        </a:cubicBezTo>
                        <a:cubicBezTo>
                          <a:pt x="110736" y="4280"/>
                          <a:pt x="109907" y="4073"/>
                          <a:pt x="109010" y="3866"/>
                        </a:cubicBezTo>
                        <a:cubicBezTo>
                          <a:pt x="108320" y="3659"/>
                          <a:pt x="107698" y="3452"/>
                          <a:pt x="107008" y="3314"/>
                        </a:cubicBezTo>
                        <a:cubicBezTo>
                          <a:pt x="106318" y="3107"/>
                          <a:pt x="105627" y="3038"/>
                          <a:pt x="104937" y="2831"/>
                        </a:cubicBezTo>
                        <a:cubicBezTo>
                          <a:pt x="104039" y="2623"/>
                          <a:pt x="103211" y="2416"/>
                          <a:pt x="102313" y="2278"/>
                        </a:cubicBezTo>
                        <a:cubicBezTo>
                          <a:pt x="101830" y="2209"/>
                          <a:pt x="101416" y="2071"/>
                          <a:pt x="100933" y="2002"/>
                        </a:cubicBezTo>
                        <a:cubicBezTo>
                          <a:pt x="100104" y="1864"/>
                          <a:pt x="99345" y="1726"/>
                          <a:pt x="98516" y="1588"/>
                        </a:cubicBezTo>
                        <a:cubicBezTo>
                          <a:pt x="97550" y="1450"/>
                          <a:pt x="96514" y="1243"/>
                          <a:pt x="95548" y="1105"/>
                        </a:cubicBezTo>
                        <a:cubicBezTo>
                          <a:pt x="95202" y="1105"/>
                          <a:pt x="94857" y="967"/>
                          <a:pt x="94512" y="898"/>
                        </a:cubicBezTo>
                        <a:cubicBezTo>
                          <a:pt x="93684" y="759"/>
                          <a:pt x="92855" y="759"/>
                          <a:pt x="92096" y="621"/>
                        </a:cubicBezTo>
                        <a:cubicBezTo>
                          <a:pt x="91060" y="483"/>
                          <a:pt x="89956" y="414"/>
                          <a:pt x="88920" y="276"/>
                        </a:cubicBezTo>
                        <a:cubicBezTo>
                          <a:pt x="88644" y="276"/>
                          <a:pt x="88299" y="207"/>
                          <a:pt x="87954" y="207"/>
                        </a:cubicBezTo>
                        <a:cubicBezTo>
                          <a:pt x="87263" y="207"/>
                          <a:pt x="86573" y="207"/>
                          <a:pt x="85813" y="138"/>
                        </a:cubicBezTo>
                        <a:cubicBezTo>
                          <a:pt x="84571" y="138"/>
                          <a:pt x="83328" y="0"/>
                          <a:pt x="82085" y="0"/>
                        </a:cubicBezTo>
                        <a:cubicBezTo>
                          <a:pt x="81740" y="0"/>
                          <a:pt x="81395" y="0"/>
                          <a:pt x="81050" y="0"/>
                        </a:cubicBezTo>
                        <a:cubicBezTo>
                          <a:pt x="80498" y="0"/>
                          <a:pt x="80014" y="0"/>
                          <a:pt x="79462" y="69"/>
                        </a:cubicBezTo>
                        <a:cubicBezTo>
                          <a:pt x="77874" y="69"/>
                          <a:pt x="76355" y="207"/>
                          <a:pt x="74836" y="276"/>
                        </a:cubicBezTo>
                        <a:cubicBezTo>
                          <a:pt x="74353" y="276"/>
                          <a:pt x="73870" y="276"/>
                          <a:pt x="73456" y="276"/>
                        </a:cubicBezTo>
                        <a:cubicBezTo>
                          <a:pt x="73111" y="276"/>
                          <a:pt x="72765" y="414"/>
                          <a:pt x="72420" y="414"/>
                        </a:cubicBezTo>
                        <a:cubicBezTo>
                          <a:pt x="70073" y="690"/>
                          <a:pt x="67795" y="967"/>
                          <a:pt x="65516" y="1450"/>
                        </a:cubicBezTo>
                        <a:cubicBezTo>
                          <a:pt x="65309" y="1450"/>
                          <a:pt x="65102" y="1450"/>
                          <a:pt x="64964" y="1519"/>
                        </a:cubicBezTo>
                        <a:cubicBezTo>
                          <a:pt x="64964" y="1519"/>
                          <a:pt x="64826" y="1519"/>
                          <a:pt x="64826" y="1519"/>
                        </a:cubicBezTo>
                        <a:cubicBezTo>
                          <a:pt x="64343" y="1588"/>
                          <a:pt x="63928" y="1726"/>
                          <a:pt x="63445" y="1864"/>
                        </a:cubicBezTo>
                        <a:cubicBezTo>
                          <a:pt x="62065" y="2209"/>
                          <a:pt x="60615" y="2485"/>
                          <a:pt x="59234" y="2900"/>
                        </a:cubicBezTo>
                        <a:cubicBezTo>
                          <a:pt x="58544" y="3107"/>
                          <a:pt x="57922" y="3314"/>
                          <a:pt x="57301" y="3521"/>
                        </a:cubicBezTo>
                        <a:cubicBezTo>
                          <a:pt x="56403" y="3797"/>
                          <a:pt x="55506" y="4073"/>
                          <a:pt x="54677" y="4349"/>
                        </a:cubicBezTo>
                        <a:cubicBezTo>
                          <a:pt x="54470" y="4418"/>
                          <a:pt x="54263" y="4556"/>
                          <a:pt x="54056" y="4625"/>
                        </a:cubicBezTo>
                        <a:cubicBezTo>
                          <a:pt x="52744" y="5109"/>
                          <a:pt x="51433" y="5661"/>
                          <a:pt x="50190" y="6213"/>
                        </a:cubicBezTo>
                        <a:cubicBezTo>
                          <a:pt x="49569" y="6490"/>
                          <a:pt x="48947" y="6697"/>
                          <a:pt x="48326" y="7042"/>
                        </a:cubicBezTo>
                        <a:cubicBezTo>
                          <a:pt x="46462" y="7939"/>
                          <a:pt x="44598" y="8837"/>
                          <a:pt x="42803" y="9941"/>
                        </a:cubicBezTo>
                        <a:lnTo>
                          <a:pt x="0" y="34795"/>
                        </a:lnTo>
                        <a:cubicBezTo>
                          <a:pt x="1795" y="33759"/>
                          <a:pt x="3659" y="32793"/>
                          <a:pt x="5523" y="31895"/>
                        </a:cubicBezTo>
                        <a:cubicBezTo>
                          <a:pt x="6144" y="31619"/>
                          <a:pt x="6766" y="31343"/>
                          <a:pt x="7387" y="31067"/>
                        </a:cubicBezTo>
                        <a:cubicBezTo>
                          <a:pt x="8699" y="30515"/>
                          <a:pt x="9941" y="29962"/>
                          <a:pt x="11253" y="29479"/>
                        </a:cubicBezTo>
                        <a:cubicBezTo>
                          <a:pt x="12358" y="29065"/>
                          <a:pt x="13393" y="28720"/>
                          <a:pt x="14498" y="28374"/>
                        </a:cubicBezTo>
                        <a:cubicBezTo>
                          <a:pt x="15188" y="28167"/>
                          <a:pt x="15809" y="27960"/>
                          <a:pt x="16500" y="27753"/>
                        </a:cubicBezTo>
                        <a:cubicBezTo>
                          <a:pt x="17881" y="27339"/>
                          <a:pt x="19261" y="27063"/>
                          <a:pt x="20711" y="26717"/>
                        </a:cubicBezTo>
                        <a:cubicBezTo>
                          <a:pt x="21195" y="26648"/>
                          <a:pt x="21609" y="26510"/>
                          <a:pt x="22092" y="26372"/>
                        </a:cubicBezTo>
                        <a:cubicBezTo>
                          <a:pt x="22299" y="26372"/>
                          <a:pt x="22575" y="26303"/>
                          <a:pt x="22851" y="26234"/>
                        </a:cubicBezTo>
                        <a:cubicBezTo>
                          <a:pt x="25129" y="25820"/>
                          <a:pt x="27408" y="25475"/>
                          <a:pt x="29755" y="25199"/>
                        </a:cubicBezTo>
                        <a:cubicBezTo>
                          <a:pt x="30584" y="25130"/>
                          <a:pt x="31343" y="25061"/>
                          <a:pt x="32171" y="24991"/>
                        </a:cubicBezTo>
                        <a:cubicBezTo>
                          <a:pt x="33690" y="24853"/>
                          <a:pt x="35278" y="24784"/>
                          <a:pt x="36797" y="24784"/>
                        </a:cubicBezTo>
                        <a:cubicBezTo>
                          <a:pt x="37694" y="24784"/>
                          <a:pt x="38523" y="24784"/>
                          <a:pt x="39420" y="24784"/>
                        </a:cubicBezTo>
                        <a:cubicBezTo>
                          <a:pt x="40663" y="24784"/>
                          <a:pt x="41906" y="24784"/>
                          <a:pt x="43148" y="24922"/>
                        </a:cubicBezTo>
                        <a:cubicBezTo>
                          <a:pt x="44184" y="24922"/>
                          <a:pt x="45150" y="24991"/>
                          <a:pt x="46186" y="25061"/>
                        </a:cubicBezTo>
                        <a:cubicBezTo>
                          <a:pt x="47222" y="25130"/>
                          <a:pt x="48326" y="25268"/>
                          <a:pt x="49362" y="25406"/>
                        </a:cubicBezTo>
                        <a:cubicBezTo>
                          <a:pt x="50535" y="25544"/>
                          <a:pt x="51709" y="25682"/>
                          <a:pt x="52883" y="25820"/>
                        </a:cubicBezTo>
                        <a:cubicBezTo>
                          <a:pt x="53849" y="25958"/>
                          <a:pt x="54885" y="26165"/>
                          <a:pt x="55851" y="26303"/>
                        </a:cubicBezTo>
                        <a:cubicBezTo>
                          <a:pt x="57094" y="26510"/>
                          <a:pt x="58336" y="26717"/>
                          <a:pt x="59648" y="26994"/>
                        </a:cubicBezTo>
                        <a:cubicBezTo>
                          <a:pt x="60477" y="27201"/>
                          <a:pt x="61374" y="27339"/>
                          <a:pt x="62272" y="27546"/>
                        </a:cubicBezTo>
                        <a:cubicBezTo>
                          <a:pt x="63652" y="27891"/>
                          <a:pt x="64964" y="28167"/>
                          <a:pt x="66345" y="28581"/>
                        </a:cubicBezTo>
                        <a:cubicBezTo>
                          <a:pt x="67242" y="28789"/>
                          <a:pt x="68071" y="29065"/>
                          <a:pt x="68968" y="29272"/>
                        </a:cubicBezTo>
                        <a:cubicBezTo>
                          <a:pt x="70487" y="29686"/>
                          <a:pt x="71937" y="30169"/>
                          <a:pt x="73456" y="30653"/>
                        </a:cubicBezTo>
                        <a:cubicBezTo>
                          <a:pt x="74146" y="30860"/>
                          <a:pt x="74836" y="31136"/>
                          <a:pt x="75596" y="31343"/>
                        </a:cubicBezTo>
                        <a:cubicBezTo>
                          <a:pt x="77805" y="32102"/>
                          <a:pt x="80014" y="32931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2292" y="33828"/>
                          <a:pt x="82292" y="33828"/>
                          <a:pt x="82292" y="33828"/>
                        </a:cubicBezTo>
                        <a:cubicBezTo>
                          <a:pt x="84502" y="34726"/>
                          <a:pt x="86780" y="35692"/>
                          <a:pt x="89058" y="36728"/>
                        </a:cubicBezTo>
                        <a:cubicBezTo>
                          <a:pt x="89749" y="37073"/>
                          <a:pt x="90508" y="37418"/>
                          <a:pt x="91198" y="37763"/>
                        </a:cubicBezTo>
                        <a:cubicBezTo>
                          <a:pt x="92786" y="38523"/>
                          <a:pt x="94443" y="39282"/>
                          <a:pt x="96031" y="40111"/>
                        </a:cubicBezTo>
                        <a:cubicBezTo>
                          <a:pt x="96859" y="40525"/>
                          <a:pt x="97619" y="40939"/>
                          <a:pt x="98447" y="41353"/>
                        </a:cubicBezTo>
                        <a:cubicBezTo>
                          <a:pt x="100588" y="42458"/>
                          <a:pt x="102728" y="43632"/>
                          <a:pt x="104937" y="44874"/>
                        </a:cubicBezTo>
                        <a:cubicBezTo>
                          <a:pt x="107353" y="46255"/>
                          <a:pt x="109700" y="47705"/>
                          <a:pt x="112048" y="49155"/>
                        </a:cubicBezTo>
                        <a:cubicBezTo>
                          <a:pt x="112255" y="49293"/>
                          <a:pt x="112393" y="49362"/>
                          <a:pt x="112600" y="49500"/>
                        </a:cubicBezTo>
                        <a:cubicBezTo>
                          <a:pt x="114947" y="50950"/>
                          <a:pt x="117225" y="52537"/>
                          <a:pt x="119504" y="54125"/>
                        </a:cubicBezTo>
                        <a:cubicBezTo>
                          <a:pt x="120263" y="54678"/>
                          <a:pt x="121091" y="55230"/>
                          <a:pt x="121851" y="55782"/>
                        </a:cubicBezTo>
                        <a:cubicBezTo>
                          <a:pt x="123370" y="56887"/>
                          <a:pt x="124889" y="57991"/>
                          <a:pt x="126407" y="59096"/>
                        </a:cubicBezTo>
                        <a:cubicBezTo>
                          <a:pt x="127374" y="59786"/>
                          <a:pt x="128271" y="60546"/>
                          <a:pt x="129238" y="61236"/>
                        </a:cubicBezTo>
                        <a:cubicBezTo>
                          <a:pt x="130619" y="62272"/>
                          <a:pt x="131999" y="63376"/>
                          <a:pt x="133311" y="64412"/>
                        </a:cubicBezTo>
                        <a:cubicBezTo>
                          <a:pt x="134347" y="65240"/>
                          <a:pt x="135313" y="66000"/>
                          <a:pt x="136280" y="66828"/>
                        </a:cubicBezTo>
                        <a:cubicBezTo>
                          <a:pt x="137591" y="67864"/>
                          <a:pt x="138834" y="68968"/>
                          <a:pt x="140146" y="70073"/>
                        </a:cubicBezTo>
                        <a:cubicBezTo>
                          <a:pt x="141181" y="70970"/>
                          <a:pt x="142217" y="71868"/>
                          <a:pt x="143183" y="72765"/>
                        </a:cubicBezTo>
                        <a:cubicBezTo>
                          <a:pt x="144426" y="73870"/>
                          <a:pt x="145669" y="74975"/>
                          <a:pt x="146912" y="76148"/>
                        </a:cubicBezTo>
                        <a:cubicBezTo>
                          <a:pt x="147947" y="77046"/>
                          <a:pt x="148914" y="78012"/>
                          <a:pt x="149949" y="78979"/>
                        </a:cubicBezTo>
                        <a:cubicBezTo>
                          <a:pt x="151192" y="80152"/>
                          <a:pt x="152434" y="81395"/>
                          <a:pt x="153746" y="82638"/>
                        </a:cubicBezTo>
                        <a:cubicBezTo>
                          <a:pt x="154644" y="83535"/>
                          <a:pt x="155610" y="84433"/>
                          <a:pt x="156508" y="85399"/>
                        </a:cubicBezTo>
                        <a:cubicBezTo>
                          <a:pt x="157819" y="86711"/>
                          <a:pt x="159062" y="88023"/>
                          <a:pt x="160374" y="89334"/>
                        </a:cubicBezTo>
                        <a:cubicBezTo>
                          <a:pt x="161202" y="90232"/>
                          <a:pt x="162100" y="91060"/>
                          <a:pt x="162928" y="91958"/>
                        </a:cubicBezTo>
                        <a:cubicBezTo>
                          <a:pt x="164378" y="93546"/>
                          <a:pt x="165897" y="95203"/>
                          <a:pt x="167347" y="96790"/>
                        </a:cubicBezTo>
                        <a:cubicBezTo>
                          <a:pt x="167899" y="97412"/>
                          <a:pt x="168520" y="98033"/>
                          <a:pt x="169072" y="98723"/>
                        </a:cubicBezTo>
                        <a:cubicBezTo>
                          <a:pt x="171144" y="101071"/>
                          <a:pt x="173146" y="103418"/>
                          <a:pt x="175079" y="105765"/>
                        </a:cubicBezTo>
                        <a:cubicBezTo>
                          <a:pt x="175424" y="106180"/>
                          <a:pt x="175769" y="106594"/>
                          <a:pt x="176114" y="107008"/>
                        </a:cubicBezTo>
                        <a:cubicBezTo>
                          <a:pt x="177771" y="109010"/>
                          <a:pt x="179359" y="111012"/>
                          <a:pt x="181016" y="113083"/>
                        </a:cubicBezTo>
                        <a:cubicBezTo>
                          <a:pt x="183156" y="115776"/>
                          <a:pt x="185227" y="118537"/>
                          <a:pt x="187298" y="121299"/>
                        </a:cubicBezTo>
                        <a:cubicBezTo>
                          <a:pt x="187298" y="121299"/>
                          <a:pt x="187298" y="121299"/>
                          <a:pt x="187298" y="121299"/>
                        </a:cubicBezTo>
                        <a:cubicBezTo>
                          <a:pt x="190198" y="125165"/>
                          <a:pt x="192959" y="129169"/>
                          <a:pt x="195652" y="133242"/>
                        </a:cubicBezTo>
                        <a:cubicBezTo>
                          <a:pt x="196135" y="134002"/>
                          <a:pt x="196618" y="134692"/>
                          <a:pt x="197102" y="135451"/>
                        </a:cubicBezTo>
                        <a:cubicBezTo>
                          <a:pt x="200484" y="140560"/>
                          <a:pt x="203729" y="145738"/>
                          <a:pt x="206836" y="150985"/>
                        </a:cubicBezTo>
                        <a:cubicBezTo>
                          <a:pt x="207250" y="151675"/>
                          <a:pt x="207664" y="152296"/>
                          <a:pt x="208010" y="152987"/>
                        </a:cubicBezTo>
                        <a:cubicBezTo>
                          <a:pt x="210219" y="156715"/>
                          <a:pt x="212359" y="160512"/>
                          <a:pt x="214361" y="164309"/>
                        </a:cubicBezTo>
                        <a:cubicBezTo>
                          <a:pt x="215120" y="165690"/>
                          <a:pt x="215811" y="167070"/>
                          <a:pt x="216570" y="168520"/>
                        </a:cubicBezTo>
                        <a:cubicBezTo>
                          <a:pt x="217330" y="170039"/>
                          <a:pt x="218089" y="171489"/>
                          <a:pt x="218848" y="173008"/>
                        </a:cubicBezTo>
                        <a:cubicBezTo>
                          <a:pt x="219884" y="175079"/>
                          <a:pt x="220920" y="177219"/>
                          <a:pt x="221886" y="179290"/>
                        </a:cubicBezTo>
                        <a:cubicBezTo>
                          <a:pt x="222231" y="179980"/>
                          <a:pt x="222576" y="180671"/>
                          <a:pt x="222853" y="181361"/>
                        </a:cubicBezTo>
                        <a:cubicBezTo>
                          <a:pt x="224164" y="184054"/>
                          <a:pt x="225338" y="186815"/>
                          <a:pt x="226581" y="189577"/>
                        </a:cubicBezTo>
                        <a:cubicBezTo>
                          <a:pt x="226926" y="190267"/>
                          <a:pt x="227202" y="191026"/>
                          <a:pt x="227478" y="191717"/>
                        </a:cubicBezTo>
                        <a:cubicBezTo>
                          <a:pt x="228376" y="193788"/>
                          <a:pt x="229204" y="195790"/>
                          <a:pt x="230033" y="197861"/>
                        </a:cubicBezTo>
                        <a:cubicBezTo>
                          <a:pt x="230447" y="198828"/>
                          <a:pt x="230792" y="199725"/>
                          <a:pt x="231137" y="200692"/>
                        </a:cubicBezTo>
                        <a:cubicBezTo>
                          <a:pt x="231897" y="202694"/>
                          <a:pt x="232656" y="204627"/>
                          <a:pt x="233415" y="206629"/>
                        </a:cubicBezTo>
                        <a:cubicBezTo>
                          <a:pt x="233760" y="207457"/>
                          <a:pt x="234037" y="208286"/>
                          <a:pt x="234382" y="209183"/>
                        </a:cubicBezTo>
                        <a:cubicBezTo>
                          <a:pt x="235348" y="211807"/>
                          <a:pt x="236246" y="214361"/>
                          <a:pt x="237143" y="216985"/>
                        </a:cubicBezTo>
                        <a:cubicBezTo>
                          <a:pt x="237212" y="217192"/>
                          <a:pt x="237281" y="217468"/>
                          <a:pt x="237351" y="217675"/>
                        </a:cubicBezTo>
                        <a:cubicBezTo>
                          <a:pt x="238317" y="220505"/>
                          <a:pt x="239214" y="223336"/>
                          <a:pt x="240043" y="226166"/>
                        </a:cubicBezTo>
                        <a:cubicBezTo>
                          <a:pt x="240319" y="227064"/>
                          <a:pt x="240595" y="228030"/>
                          <a:pt x="240871" y="228928"/>
                        </a:cubicBezTo>
                        <a:cubicBezTo>
                          <a:pt x="241424" y="230861"/>
                          <a:pt x="241976" y="232794"/>
                          <a:pt x="242528" y="234796"/>
                        </a:cubicBezTo>
                        <a:cubicBezTo>
                          <a:pt x="242804" y="235901"/>
                          <a:pt x="243081" y="236936"/>
                          <a:pt x="243357" y="238041"/>
                        </a:cubicBezTo>
                        <a:cubicBezTo>
                          <a:pt x="243840" y="239836"/>
                          <a:pt x="244254" y="241700"/>
                          <a:pt x="244737" y="243495"/>
                        </a:cubicBezTo>
                        <a:cubicBezTo>
                          <a:pt x="245014" y="244599"/>
                          <a:pt x="245221" y="245635"/>
                          <a:pt x="245497" y="246740"/>
                        </a:cubicBezTo>
                        <a:cubicBezTo>
                          <a:pt x="245911" y="248604"/>
                          <a:pt x="246325" y="250468"/>
                          <a:pt x="246670" y="252401"/>
                        </a:cubicBezTo>
                        <a:cubicBezTo>
                          <a:pt x="246878" y="253367"/>
                          <a:pt x="247085" y="254403"/>
                          <a:pt x="247292" y="255369"/>
                        </a:cubicBezTo>
                        <a:cubicBezTo>
                          <a:pt x="247775" y="257786"/>
                          <a:pt x="248189" y="260271"/>
                          <a:pt x="248603" y="262687"/>
                        </a:cubicBezTo>
                        <a:cubicBezTo>
                          <a:pt x="248603" y="263032"/>
                          <a:pt x="248742" y="263447"/>
                          <a:pt x="248811" y="263792"/>
                        </a:cubicBezTo>
                        <a:cubicBezTo>
                          <a:pt x="249225" y="266553"/>
                          <a:pt x="249639" y="269384"/>
                          <a:pt x="249984" y="272145"/>
                        </a:cubicBezTo>
                        <a:cubicBezTo>
                          <a:pt x="250053" y="272905"/>
                          <a:pt x="250122" y="273664"/>
                          <a:pt x="250260" y="274493"/>
                        </a:cubicBezTo>
                        <a:cubicBezTo>
                          <a:pt x="250468" y="276495"/>
                          <a:pt x="250675" y="278497"/>
                          <a:pt x="250882" y="280499"/>
                        </a:cubicBezTo>
                        <a:cubicBezTo>
                          <a:pt x="250951" y="281465"/>
                          <a:pt x="251020" y="282363"/>
                          <a:pt x="251089" y="283329"/>
                        </a:cubicBezTo>
                        <a:cubicBezTo>
                          <a:pt x="251227" y="285193"/>
                          <a:pt x="251365" y="287126"/>
                          <a:pt x="251434" y="288990"/>
                        </a:cubicBezTo>
                        <a:cubicBezTo>
                          <a:pt x="251434" y="289888"/>
                          <a:pt x="251503" y="290785"/>
                          <a:pt x="251572" y="291683"/>
                        </a:cubicBezTo>
                        <a:cubicBezTo>
                          <a:pt x="251641" y="294306"/>
                          <a:pt x="251710" y="296999"/>
                          <a:pt x="251710" y="299622"/>
                        </a:cubicBezTo>
                        <a:cubicBezTo>
                          <a:pt x="251710" y="302384"/>
                          <a:pt x="251641" y="305076"/>
                          <a:pt x="251503" y="307700"/>
                        </a:cubicBezTo>
                        <a:cubicBezTo>
                          <a:pt x="251503" y="308459"/>
                          <a:pt x="251434" y="309149"/>
                          <a:pt x="251365" y="309909"/>
                        </a:cubicBezTo>
                        <a:cubicBezTo>
                          <a:pt x="251227" y="311704"/>
                          <a:pt x="251158" y="313568"/>
                          <a:pt x="250951" y="315294"/>
                        </a:cubicBezTo>
                        <a:cubicBezTo>
                          <a:pt x="250882" y="316329"/>
                          <a:pt x="250744" y="317296"/>
                          <a:pt x="250606" y="318331"/>
                        </a:cubicBezTo>
                        <a:cubicBezTo>
                          <a:pt x="250468" y="319850"/>
                          <a:pt x="250260" y="321369"/>
                          <a:pt x="250053" y="322819"/>
                        </a:cubicBezTo>
                        <a:cubicBezTo>
                          <a:pt x="249915" y="323923"/>
                          <a:pt x="249777" y="324959"/>
                          <a:pt x="249570" y="325994"/>
                        </a:cubicBezTo>
                        <a:cubicBezTo>
                          <a:pt x="249363" y="327375"/>
                          <a:pt x="249156" y="328687"/>
                          <a:pt x="248880" y="329999"/>
                        </a:cubicBezTo>
                        <a:cubicBezTo>
                          <a:pt x="248673" y="331172"/>
                          <a:pt x="248396" y="332346"/>
                          <a:pt x="248189" y="333520"/>
                        </a:cubicBezTo>
                        <a:cubicBezTo>
                          <a:pt x="247913" y="334693"/>
                          <a:pt x="247637" y="335867"/>
                          <a:pt x="247361" y="337040"/>
                        </a:cubicBezTo>
                        <a:cubicBezTo>
                          <a:pt x="247016" y="338421"/>
                          <a:pt x="246670" y="339733"/>
                          <a:pt x="246325" y="341114"/>
                        </a:cubicBezTo>
                        <a:cubicBezTo>
                          <a:pt x="246049" y="342149"/>
                          <a:pt x="245773" y="343185"/>
                          <a:pt x="245428" y="344220"/>
                        </a:cubicBezTo>
                        <a:cubicBezTo>
                          <a:pt x="244944" y="345808"/>
                          <a:pt x="244392" y="347396"/>
                          <a:pt x="243840" y="348915"/>
                        </a:cubicBezTo>
                        <a:cubicBezTo>
                          <a:pt x="243564" y="349743"/>
                          <a:pt x="243288" y="350572"/>
                          <a:pt x="242943" y="351400"/>
                        </a:cubicBezTo>
                        <a:cubicBezTo>
                          <a:pt x="241976" y="353955"/>
                          <a:pt x="240940" y="356509"/>
                          <a:pt x="239767" y="358856"/>
                        </a:cubicBezTo>
                        <a:cubicBezTo>
                          <a:pt x="239629" y="359132"/>
                          <a:pt x="239491" y="359340"/>
                          <a:pt x="239352" y="359616"/>
                        </a:cubicBezTo>
                        <a:cubicBezTo>
                          <a:pt x="237834" y="362791"/>
                          <a:pt x="236177" y="365829"/>
                          <a:pt x="234313" y="368660"/>
                        </a:cubicBezTo>
                        <a:cubicBezTo>
                          <a:pt x="234175" y="368867"/>
                          <a:pt x="234037" y="369143"/>
                          <a:pt x="233899" y="369350"/>
                        </a:cubicBezTo>
                        <a:cubicBezTo>
                          <a:pt x="232380" y="371697"/>
                          <a:pt x="230792" y="373906"/>
                          <a:pt x="229135" y="376047"/>
                        </a:cubicBezTo>
                        <a:cubicBezTo>
                          <a:pt x="228721" y="376530"/>
                          <a:pt x="228307" y="377082"/>
                          <a:pt x="227892" y="377565"/>
                        </a:cubicBezTo>
                        <a:cubicBezTo>
                          <a:pt x="226235" y="379498"/>
                          <a:pt x="224579" y="381431"/>
                          <a:pt x="222784" y="383157"/>
                        </a:cubicBezTo>
                        <a:cubicBezTo>
                          <a:pt x="222646" y="383295"/>
                          <a:pt x="222507" y="383434"/>
                          <a:pt x="222369" y="383572"/>
                        </a:cubicBezTo>
                        <a:cubicBezTo>
                          <a:pt x="220505" y="385436"/>
                          <a:pt x="218503" y="387093"/>
                          <a:pt x="216432" y="388680"/>
                        </a:cubicBezTo>
                        <a:cubicBezTo>
                          <a:pt x="215949" y="389095"/>
                          <a:pt x="215466" y="389440"/>
                          <a:pt x="214913" y="389854"/>
                        </a:cubicBezTo>
                        <a:cubicBezTo>
                          <a:pt x="212842" y="391373"/>
                          <a:pt x="210702" y="392892"/>
                          <a:pt x="208424" y="394203"/>
                        </a:cubicBezTo>
                        <a:lnTo>
                          <a:pt x="208424" y="394203"/>
                        </a:lnTo>
                        <a:cubicBezTo>
                          <a:pt x="208424" y="394203"/>
                          <a:pt x="208424" y="394203"/>
                          <a:pt x="208424" y="394203"/>
                        </a:cubicBezTo>
                        <a:lnTo>
                          <a:pt x="251227" y="369350"/>
                        </a:lnTo>
                        <a:cubicBezTo>
                          <a:pt x="253436" y="368038"/>
                          <a:pt x="255576" y="366588"/>
                          <a:pt x="257716" y="365001"/>
                        </a:cubicBezTo>
                        <a:cubicBezTo>
                          <a:pt x="258200" y="364655"/>
                          <a:pt x="258752" y="364241"/>
                          <a:pt x="259235" y="363896"/>
                        </a:cubicBezTo>
                        <a:cubicBezTo>
                          <a:pt x="261307" y="362308"/>
                          <a:pt x="263240" y="360651"/>
                          <a:pt x="265173" y="358787"/>
                        </a:cubicBezTo>
                        <a:cubicBezTo>
                          <a:pt x="265311" y="358649"/>
                          <a:pt x="265449" y="358511"/>
                          <a:pt x="265587" y="358373"/>
                        </a:cubicBezTo>
                        <a:cubicBezTo>
                          <a:pt x="267382" y="356647"/>
                          <a:pt x="269039" y="354783"/>
                          <a:pt x="270626" y="352781"/>
                        </a:cubicBezTo>
                        <a:cubicBezTo>
                          <a:pt x="271041" y="352298"/>
                          <a:pt x="271455" y="351814"/>
                          <a:pt x="271869" y="351262"/>
                        </a:cubicBezTo>
                        <a:cubicBezTo>
                          <a:pt x="273526" y="349122"/>
                          <a:pt x="275183" y="346913"/>
                          <a:pt x="276633" y="344566"/>
                        </a:cubicBezTo>
                        <a:cubicBezTo>
                          <a:pt x="276633" y="344566"/>
                          <a:pt x="276702" y="344427"/>
                          <a:pt x="276771" y="344358"/>
                        </a:cubicBezTo>
                        <a:cubicBezTo>
                          <a:pt x="276840" y="344220"/>
                          <a:pt x="276978" y="344013"/>
                          <a:pt x="277047" y="343875"/>
                        </a:cubicBezTo>
                        <a:cubicBezTo>
                          <a:pt x="278842" y="340976"/>
                          <a:pt x="280499" y="338007"/>
                          <a:pt x="282087" y="334762"/>
                        </a:cubicBezTo>
                        <a:cubicBezTo>
                          <a:pt x="282156" y="334555"/>
                          <a:pt x="282294" y="334417"/>
                          <a:pt x="282363" y="334279"/>
                        </a:cubicBezTo>
                        <a:cubicBezTo>
                          <a:pt x="282363" y="334210"/>
                          <a:pt x="282363" y="334072"/>
                          <a:pt x="282501" y="334003"/>
                        </a:cubicBezTo>
                        <a:cubicBezTo>
                          <a:pt x="283605" y="331586"/>
                          <a:pt x="284710" y="329101"/>
                          <a:pt x="285677" y="326547"/>
                        </a:cubicBezTo>
                        <a:cubicBezTo>
                          <a:pt x="285746" y="326340"/>
                          <a:pt x="285884" y="326133"/>
                          <a:pt x="285953" y="325925"/>
                        </a:cubicBezTo>
                        <a:cubicBezTo>
                          <a:pt x="286160" y="325304"/>
                          <a:pt x="286367" y="324683"/>
                          <a:pt x="286574" y="324061"/>
                        </a:cubicBezTo>
                        <a:cubicBezTo>
                          <a:pt x="287126" y="322543"/>
                          <a:pt x="287610" y="320955"/>
                          <a:pt x="288093" y="319367"/>
                        </a:cubicBezTo>
                        <a:cubicBezTo>
                          <a:pt x="288231" y="318953"/>
                          <a:pt x="288369" y="318538"/>
                          <a:pt x="288507" y="318124"/>
                        </a:cubicBezTo>
                        <a:cubicBezTo>
                          <a:pt x="288714" y="317503"/>
                          <a:pt x="288852" y="316881"/>
                          <a:pt x="288990" y="316260"/>
                        </a:cubicBezTo>
                        <a:cubicBezTo>
                          <a:pt x="289336" y="314948"/>
                          <a:pt x="289681" y="313568"/>
                          <a:pt x="290026" y="312256"/>
                        </a:cubicBezTo>
                        <a:cubicBezTo>
                          <a:pt x="290164" y="311704"/>
                          <a:pt x="290302" y="311151"/>
                          <a:pt x="290440" y="310599"/>
                        </a:cubicBezTo>
                        <a:cubicBezTo>
                          <a:pt x="290578" y="309978"/>
                          <a:pt x="290716" y="309356"/>
                          <a:pt x="290785" y="308735"/>
                        </a:cubicBezTo>
                        <a:cubicBezTo>
                          <a:pt x="291062" y="307562"/>
                          <a:pt x="291269" y="306388"/>
                          <a:pt x="291476" y="305214"/>
                        </a:cubicBezTo>
                        <a:cubicBezTo>
                          <a:pt x="291614" y="304593"/>
                          <a:pt x="291752" y="304041"/>
                          <a:pt x="291821" y="303419"/>
                        </a:cubicBezTo>
                        <a:cubicBezTo>
                          <a:pt x="291959" y="302729"/>
                          <a:pt x="292028" y="301969"/>
                          <a:pt x="292166" y="301210"/>
                        </a:cubicBezTo>
                        <a:cubicBezTo>
                          <a:pt x="292304" y="300174"/>
                          <a:pt x="292511" y="299070"/>
                          <a:pt x="292649" y="297965"/>
                        </a:cubicBezTo>
                        <a:cubicBezTo>
                          <a:pt x="292718" y="297413"/>
                          <a:pt x="292856" y="296861"/>
                          <a:pt x="292926" y="296308"/>
                        </a:cubicBezTo>
                        <a:cubicBezTo>
                          <a:pt x="293064" y="295411"/>
                          <a:pt x="293133" y="294444"/>
                          <a:pt x="293202" y="293478"/>
                        </a:cubicBezTo>
                        <a:cubicBezTo>
                          <a:pt x="293340" y="292442"/>
                          <a:pt x="293409" y="291476"/>
                          <a:pt x="293547" y="290440"/>
                        </a:cubicBezTo>
                        <a:cubicBezTo>
                          <a:pt x="293547" y="290026"/>
                          <a:pt x="293616" y="289612"/>
                          <a:pt x="293685" y="289198"/>
                        </a:cubicBezTo>
                        <a:cubicBezTo>
                          <a:pt x="293823" y="287817"/>
                          <a:pt x="293892" y="286436"/>
                          <a:pt x="293961" y="284986"/>
                        </a:cubicBezTo>
                        <a:cubicBezTo>
                          <a:pt x="293961" y="284227"/>
                          <a:pt x="294030" y="283537"/>
                          <a:pt x="294099" y="282777"/>
                        </a:cubicBezTo>
                        <a:cubicBezTo>
                          <a:pt x="294099" y="282570"/>
                          <a:pt x="294099" y="282432"/>
                          <a:pt x="294099" y="282225"/>
                        </a:cubicBezTo>
                        <a:cubicBezTo>
                          <a:pt x="294168" y="279878"/>
                          <a:pt x="294237" y="277530"/>
                          <a:pt x="294237" y="275114"/>
                        </a:cubicBezTo>
                        <a:cubicBezTo>
                          <a:pt x="294237" y="274976"/>
                          <a:pt x="294237" y="274838"/>
                          <a:pt x="294237" y="274700"/>
                        </a:cubicBezTo>
                        <a:cubicBezTo>
                          <a:pt x="294237" y="272491"/>
                          <a:pt x="294237" y="270281"/>
                          <a:pt x="294168" y="26807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56"/>
                  <p:cNvSpPr/>
                  <p:nvPr/>
                </p:nvSpPr>
                <p:spPr>
                  <a:xfrm>
                    <a:off x="2398427" y="2970453"/>
                    <a:ext cx="91750" cy="53434"/>
                  </a:xfrm>
                  <a:custGeom>
                    <a:rect b="b" l="l" r="r" t="t"/>
                    <a:pathLst>
                      <a:path extrusionOk="0" h="53434" w="91750">
                        <a:moveTo>
                          <a:pt x="91613" y="20642"/>
                        </a:moveTo>
                        <a:cubicBezTo>
                          <a:pt x="91613" y="20642"/>
                          <a:pt x="91613" y="20642"/>
                          <a:pt x="91613" y="20642"/>
                        </a:cubicBezTo>
                        <a:cubicBezTo>
                          <a:pt x="91613" y="20642"/>
                          <a:pt x="91613" y="20573"/>
                          <a:pt x="91613" y="20504"/>
                        </a:cubicBezTo>
                        <a:cubicBezTo>
                          <a:pt x="91613" y="20297"/>
                          <a:pt x="91613" y="20159"/>
                          <a:pt x="91613" y="19952"/>
                        </a:cubicBezTo>
                        <a:cubicBezTo>
                          <a:pt x="91613" y="19745"/>
                          <a:pt x="91613" y="19607"/>
                          <a:pt x="91613" y="19399"/>
                        </a:cubicBezTo>
                        <a:cubicBezTo>
                          <a:pt x="91613" y="19192"/>
                          <a:pt x="91613" y="19054"/>
                          <a:pt x="91613" y="18847"/>
                        </a:cubicBezTo>
                        <a:cubicBezTo>
                          <a:pt x="91613" y="18709"/>
                          <a:pt x="91613" y="18571"/>
                          <a:pt x="91613" y="18433"/>
                        </a:cubicBezTo>
                        <a:cubicBezTo>
                          <a:pt x="91613" y="18433"/>
                          <a:pt x="91613" y="18433"/>
                          <a:pt x="91613" y="18433"/>
                        </a:cubicBezTo>
                        <a:cubicBezTo>
                          <a:pt x="91613" y="18433"/>
                          <a:pt x="91613" y="18364"/>
                          <a:pt x="91613" y="18295"/>
                        </a:cubicBezTo>
                        <a:cubicBezTo>
                          <a:pt x="91613" y="18088"/>
                          <a:pt x="91613" y="17881"/>
                          <a:pt x="91544" y="17674"/>
                        </a:cubicBezTo>
                        <a:cubicBezTo>
                          <a:pt x="91475" y="17466"/>
                          <a:pt x="91475" y="17259"/>
                          <a:pt x="91405" y="17052"/>
                        </a:cubicBezTo>
                        <a:cubicBezTo>
                          <a:pt x="91405" y="16845"/>
                          <a:pt x="91337" y="16638"/>
                          <a:pt x="91267" y="16431"/>
                        </a:cubicBezTo>
                        <a:cubicBezTo>
                          <a:pt x="91267" y="16293"/>
                          <a:pt x="91198" y="16155"/>
                          <a:pt x="91129" y="16017"/>
                        </a:cubicBezTo>
                        <a:cubicBezTo>
                          <a:pt x="91129" y="16017"/>
                          <a:pt x="91129" y="16017"/>
                          <a:pt x="91129" y="16017"/>
                        </a:cubicBezTo>
                        <a:cubicBezTo>
                          <a:pt x="91129" y="16017"/>
                          <a:pt x="91129" y="15948"/>
                          <a:pt x="91129" y="15879"/>
                        </a:cubicBezTo>
                        <a:cubicBezTo>
                          <a:pt x="91129" y="15672"/>
                          <a:pt x="90991" y="15464"/>
                          <a:pt x="90922" y="15257"/>
                        </a:cubicBezTo>
                        <a:cubicBezTo>
                          <a:pt x="90922" y="15050"/>
                          <a:pt x="90784" y="14843"/>
                          <a:pt x="90715" y="14636"/>
                        </a:cubicBezTo>
                        <a:cubicBezTo>
                          <a:pt x="90715" y="14429"/>
                          <a:pt x="90577" y="14222"/>
                          <a:pt x="90508" y="14015"/>
                        </a:cubicBezTo>
                        <a:cubicBezTo>
                          <a:pt x="90508" y="13876"/>
                          <a:pt x="90370" y="13669"/>
                          <a:pt x="90301" y="13531"/>
                        </a:cubicBezTo>
                        <a:cubicBezTo>
                          <a:pt x="90301" y="13531"/>
                          <a:pt x="90301" y="13531"/>
                          <a:pt x="90301" y="13462"/>
                        </a:cubicBezTo>
                        <a:cubicBezTo>
                          <a:pt x="90232" y="13255"/>
                          <a:pt x="90163" y="13117"/>
                          <a:pt x="90094" y="12910"/>
                        </a:cubicBezTo>
                        <a:cubicBezTo>
                          <a:pt x="90025" y="12703"/>
                          <a:pt x="89956" y="12565"/>
                          <a:pt x="89887" y="12358"/>
                        </a:cubicBezTo>
                        <a:cubicBezTo>
                          <a:pt x="89818" y="12151"/>
                          <a:pt x="89749" y="12013"/>
                          <a:pt x="89611" y="11805"/>
                        </a:cubicBezTo>
                        <a:cubicBezTo>
                          <a:pt x="89541" y="11598"/>
                          <a:pt x="89403" y="11391"/>
                          <a:pt x="89334" y="11253"/>
                        </a:cubicBezTo>
                        <a:cubicBezTo>
                          <a:pt x="89196" y="11046"/>
                          <a:pt x="89127" y="10770"/>
                          <a:pt x="88989" y="10563"/>
                        </a:cubicBezTo>
                        <a:cubicBezTo>
                          <a:pt x="88851" y="10218"/>
                          <a:pt x="88644" y="9941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506" y="9665"/>
                          <a:pt x="88506" y="9665"/>
                          <a:pt x="88506" y="9665"/>
                        </a:cubicBezTo>
                        <a:cubicBezTo>
                          <a:pt x="88230" y="9113"/>
                          <a:pt x="87885" y="8630"/>
                          <a:pt x="87539" y="8146"/>
                        </a:cubicBezTo>
                        <a:cubicBezTo>
                          <a:pt x="87332" y="7801"/>
                          <a:pt x="87125" y="7525"/>
                          <a:pt x="86918" y="7249"/>
                        </a:cubicBezTo>
                        <a:cubicBezTo>
                          <a:pt x="86780" y="7042"/>
                          <a:pt x="86573" y="6835"/>
                          <a:pt x="86435" y="6628"/>
                        </a:cubicBezTo>
                        <a:cubicBezTo>
                          <a:pt x="86366" y="6490"/>
                          <a:pt x="86297" y="6420"/>
                          <a:pt x="86159" y="6282"/>
                        </a:cubicBezTo>
                        <a:cubicBezTo>
                          <a:pt x="86159" y="6282"/>
                          <a:pt x="86159" y="6282"/>
                          <a:pt x="86159" y="6282"/>
                        </a:cubicBezTo>
                        <a:cubicBezTo>
                          <a:pt x="86159" y="6282"/>
                          <a:pt x="86090" y="6144"/>
                          <a:pt x="86021" y="6075"/>
                        </a:cubicBezTo>
                        <a:cubicBezTo>
                          <a:pt x="85883" y="5868"/>
                          <a:pt x="85744" y="5730"/>
                          <a:pt x="85606" y="5592"/>
                        </a:cubicBezTo>
                        <a:cubicBezTo>
                          <a:pt x="85468" y="5454"/>
                          <a:pt x="85330" y="5247"/>
                          <a:pt x="85123" y="5109"/>
                        </a:cubicBezTo>
                        <a:cubicBezTo>
                          <a:pt x="84985" y="4971"/>
                          <a:pt x="84778" y="4764"/>
                          <a:pt x="84640" y="4625"/>
                        </a:cubicBezTo>
                        <a:cubicBezTo>
                          <a:pt x="84502" y="4487"/>
                          <a:pt x="84295" y="4280"/>
                          <a:pt x="84157" y="4142"/>
                        </a:cubicBezTo>
                        <a:cubicBezTo>
                          <a:pt x="84018" y="4004"/>
                          <a:pt x="83811" y="3797"/>
                          <a:pt x="83673" y="3659"/>
                        </a:cubicBezTo>
                        <a:cubicBezTo>
                          <a:pt x="83673" y="3659"/>
                          <a:pt x="83535" y="3590"/>
                          <a:pt x="83535" y="3521"/>
                        </a:cubicBezTo>
                        <a:cubicBezTo>
                          <a:pt x="83535" y="3521"/>
                          <a:pt x="83535" y="3521"/>
                          <a:pt x="83535" y="3521"/>
                        </a:cubicBezTo>
                        <a:cubicBezTo>
                          <a:pt x="83466" y="3452"/>
                          <a:pt x="83328" y="3314"/>
                          <a:pt x="83259" y="3245"/>
                        </a:cubicBezTo>
                        <a:cubicBezTo>
                          <a:pt x="83121" y="3107"/>
                          <a:pt x="82914" y="2969"/>
                          <a:pt x="82707" y="2831"/>
                        </a:cubicBezTo>
                        <a:cubicBezTo>
                          <a:pt x="82569" y="2692"/>
                          <a:pt x="82362" y="2554"/>
                          <a:pt x="82224" y="2416"/>
                        </a:cubicBezTo>
                        <a:cubicBezTo>
                          <a:pt x="82085" y="2278"/>
                          <a:pt x="81878" y="2140"/>
                          <a:pt x="81740" y="2071"/>
                        </a:cubicBezTo>
                        <a:cubicBezTo>
                          <a:pt x="81602" y="1933"/>
                          <a:pt x="81395" y="1864"/>
                          <a:pt x="81257" y="1726"/>
                        </a:cubicBezTo>
                        <a:cubicBezTo>
                          <a:pt x="81119" y="1657"/>
                          <a:pt x="80912" y="1519"/>
                          <a:pt x="80774" y="1450"/>
                        </a:cubicBezTo>
                        <a:cubicBezTo>
                          <a:pt x="80774" y="1450"/>
                          <a:pt x="80705" y="1450"/>
                          <a:pt x="80636" y="1450"/>
                        </a:cubicBezTo>
                        <a:cubicBezTo>
                          <a:pt x="80498" y="1381"/>
                          <a:pt x="80429" y="1312"/>
                          <a:pt x="80291" y="1243"/>
                        </a:cubicBezTo>
                        <a:cubicBezTo>
                          <a:pt x="80152" y="1174"/>
                          <a:pt x="79945" y="1105"/>
                          <a:pt x="79807" y="967"/>
                        </a:cubicBezTo>
                        <a:cubicBezTo>
                          <a:pt x="79669" y="898"/>
                          <a:pt x="79531" y="828"/>
                          <a:pt x="79324" y="759"/>
                        </a:cubicBezTo>
                        <a:cubicBezTo>
                          <a:pt x="79186" y="759"/>
                          <a:pt x="79048" y="621"/>
                          <a:pt x="78841" y="552"/>
                        </a:cubicBezTo>
                        <a:cubicBezTo>
                          <a:pt x="78703" y="552"/>
                          <a:pt x="78565" y="414"/>
                          <a:pt x="78357" y="345"/>
                        </a:cubicBezTo>
                        <a:cubicBezTo>
                          <a:pt x="78219" y="345"/>
                          <a:pt x="78012" y="207"/>
                          <a:pt x="77874" y="207"/>
                        </a:cubicBezTo>
                        <a:cubicBezTo>
                          <a:pt x="77805" y="207"/>
                          <a:pt x="77736" y="207"/>
                          <a:pt x="77667" y="207"/>
                        </a:cubicBezTo>
                        <a:cubicBezTo>
                          <a:pt x="77667" y="207"/>
                          <a:pt x="77667" y="207"/>
                          <a:pt x="77667" y="207"/>
                        </a:cubicBezTo>
                        <a:cubicBezTo>
                          <a:pt x="77667" y="207"/>
                          <a:pt x="77529" y="207"/>
                          <a:pt x="77460" y="207"/>
                        </a:cubicBezTo>
                        <a:cubicBezTo>
                          <a:pt x="77322" y="207"/>
                          <a:pt x="77115" y="138"/>
                          <a:pt x="76977" y="69"/>
                        </a:cubicBezTo>
                        <a:cubicBezTo>
                          <a:pt x="76839" y="69"/>
                          <a:pt x="76632" y="69"/>
                          <a:pt x="76493" y="0"/>
                        </a:cubicBezTo>
                        <a:cubicBezTo>
                          <a:pt x="76286" y="0"/>
                          <a:pt x="76148" y="0"/>
                          <a:pt x="75941" y="0"/>
                        </a:cubicBezTo>
                        <a:cubicBezTo>
                          <a:pt x="75734" y="0"/>
                          <a:pt x="75596" y="0"/>
                          <a:pt x="75389" y="0"/>
                        </a:cubicBezTo>
                        <a:cubicBezTo>
                          <a:pt x="75182" y="0"/>
                          <a:pt x="75044" y="0"/>
                          <a:pt x="74836" y="0"/>
                        </a:cubicBezTo>
                        <a:lnTo>
                          <a:pt x="45289" y="2554"/>
                        </a:lnTo>
                        <a:cubicBezTo>
                          <a:pt x="45289" y="2554"/>
                          <a:pt x="45289" y="2554"/>
                          <a:pt x="45289" y="2554"/>
                        </a:cubicBezTo>
                        <a:cubicBezTo>
                          <a:pt x="45081" y="2554"/>
                          <a:pt x="44805" y="2554"/>
                          <a:pt x="44598" y="2623"/>
                        </a:cubicBezTo>
                        <a:cubicBezTo>
                          <a:pt x="44322" y="2623"/>
                          <a:pt x="44046" y="2761"/>
                          <a:pt x="43770" y="2831"/>
                        </a:cubicBezTo>
                        <a:cubicBezTo>
                          <a:pt x="43425" y="2969"/>
                          <a:pt x="43148" y="3107"/>
                          <a:pt x="42803" y="3245"/>
                        </a:cubicBezTo>
                        <a:lnTo>
                          <a:pt x="0" y="28098"/>
                        </a:lnTo>
                        <a:cubicBezTo>
                          <a:pt x="690" y="27684"/>
                          <a:pt x="1519" y="27408"/>
                          <a:pt x="2485" y="27339"/>
                        </a:cubicBezTo>
                        <a:lnTo>
                          <a:pt x="32033" y="24784"/>
                        </a:lnTo>
                        <a:cubicBezTo>
                          <a:pt x="32931" y="24715"/>
                          <a:pt x="33897" y="24784"/>
                          <a:pt x="34864" y="25061"/>
                        </a:cubicBezTo>
                        <a:cubicBezTo>
                          <a:pt x="34864" y="25061"/>
                          <a:pt x="34864" y="25061"/>
                          <a:pt x="34864" y="25061"/>
                        </a:cubicBezTo>
                        <a:cubicBezTo>
                          <a:pt x="35830" y="25337"/>
                          <a:pt x="36797" y="25751"/>
                          <a:pt x="37763" y="26303"/>
                        </a:cubicBezTo>
                        <a:cubicBezTo>
                          <a:pt x="38730" y="26856"/>
                          <a:pt x="39766" y="27615"/>
                          <a:pt x="40663" y="28443"/>
                        </a:cubicBezTo>
                        <a:cubicBezTo>
                          <a:pt x="40663" y="28443"/>
                          <a:pt x="40663" y="28443"/>
                          <a:pt x="40663" y="28443"/>
                        </a:cubicBezTo>
                        <a:cubicBezTo>
                          <a:pt x="41630" y="29272"/>
                          <a:pt x="42527" y="30238"/>
                          <a:pt x="43355" y="31274"/>
                        </a:cubicBezTo>
                        <a:cubicBezTo>
                          <a:pt x="43355" y="31274"/>
                          <a:pt x="43355" y="31274"/>
                          <a:pt x="43355" y="31274"/>
                        </a:cubicBezTo>
                        <a:cubicBezTo>
                          <a:pt x="44184" y="32309"/>
                          <a:pt x="45012" y="33483"/>
                          <a:pt x="45703" y="34726"/>
                        </a:cubicBezTo>
                        <a:cubicBezTo>
                          <a:pt x="45703" y="34726"/>
                          <a:pt x="45703" y="34726"/>
                          <a:pt x="45703" y="34726"/>
                        </a:cubicBezTo>
                        <a:cubicBezTo>
                          <a:pt x="46393" y="35968"/>
                          <a:pt x="47084" y="37280"/>
                          <a:pt x="47567" y="38661"/>
                        </a:cubicBezTo>
                        <a:cubicBezTo>
                          <a:pt x="47912" y="39489"/>
                          <a:pt x="48188" y="40318"/>
                          <a:pt x="48395" y="41146"/>
                        </a:cubicBezTo>
                        <a:cubicBezTo>
                          <a:pt x="48395" y="41146"/>
                          <a:pt x="48395" y="41146"/>
                          <a:pt x="48395" y="41146"/>
                        </a:cubicBezTo>
                        <a:cubicBezTo>
                          <a:pt x="48602" y="41975"/>
                          <a:pt x="48740" y="42734"/>
                          <a:pt x="48878" y="43494"/>
                        </a:cubicBezTo>
                        <a:cubicBezTo>
                          <a:pt x="48878" y="43494"/>
                          <a:pt x="48878" y="43494"/>
                          <a:pt x="48878" y="43494"/>
                        </a:cubicBezTo>
                        <a:cubicBezTo>
                          <a:pt x="49017" y="44253"/>
                          <a:pt x="49085" y="45012"/>
                          <a:pt x="49085" y="45703"/>
                        </a:cubicBezTo>
                        <a:cubicBezTo>
                          <a:pt x="49085" y="45703"/>
                          <a:pt x="49085" y="45703"/>
                          <a:pt x="49085" y="45703"/>
                        </a:cubicBezTo>
                        <a:cubicBezTo>
                          <a:pt x="49085" y="46393"/>
                          <a:pt x="49085" y="47083"/>
                          <a:pt x="49017" y="47705"/>
                        </a:cubicBezTo>
                        <a:cubicBezTo>
                          <a:pt x="49017" y="47705"/>
                          <a:pt x="49017" y="47705"/>
                          <a:pt x="49017" y="47705"/>
                        </a:cubicBezTo>
                        <a:cubicBezTo>
                          <a:pt x="48947" y="48326"/>
                          <a:pt x="48809" y="48947"/>
                          <a:pt x="48602" y="49500"/>
                        </a:cubicBezTo>
                        <a:cubicBezTo>
                          <a:pt x="48602" y="49500"/>
                          <a:pt x="48602" y="49500"/>
                          <a:pt x="48602" y="49569"/>
                        </a:cubicBezTo>
                        <a:cubicBezTo>
                          <a:pt x="48464" y="50052"/>
                          <a:pt x="48257" y="50535"/>
                          <a:pt x="47981" y="51019"/>
                        </a:cubicBezTo>
                        <a:cubicBezTo>
                          <a:pt x="47981" y="51019"/>
                          <a:pt x="47912" y="51157"/>
                          <a:pt x="47843" y="51226"/>
                        </a:cubicBezTo>
                        <a:cubicBezTo>
                          <a:pt x="47774" y="51364"/>
                          <a:pt x="47636" y="51502"/>
                          <a:pt x="47567" y="51640"/>
                        </a:cubicBezTo>
                        <a:cubicBezTo>
                          <a:pt x="47084" y="52399"/>
                          <a:pt x="46462" y="53021"/>
                          <a:pt x="45772" y="53435"/>
                        </a:cubicBezTo>
                        <a:lnTo>
                          <a:pt x="45772" y="53435"/>
                        </a:lnTo>
                        <a:cubicBezTo>
                          <a:pt x="45772" y="53435"/>
                          <a:pt x="45772" y="53435"/>
                          <a:pt x="45772" y="53435"/>
                        </a:cubicBezTo>
                        <a:lnTo>
                          <a:pt x="88575" y="28581"/>
                        </a:lnTo>
                        <a:cubicBezTo>
                          <a:pt x="89334" y="28167"/>
                          <a:pt x="89887" y="27546"/>
                          <a:pt x="90370" y="26787"/>
                        </a:cubicBezTo>
                        <a:cubicBezTo>
                          <a:pt x="90370" y="26787"/>
                          <a:pt x="90508" y="26717"/>
                          <a:pt x="90508" y="26648"/>
                        </a:cubicBezTo>
                        <a:cubicBezTo>
                          <a:pt x="90508" y="26579"/>
                          <a:pt x="90577" y="26510"/>
                          <a:pt x="90646" y="26441"/>
                        </a:cubicBezTo>
                        <a:cubicBezTo>
                          <a:pt x="90646" y="26441"/>
                          <a:pt x="90715" y="26303"/>
                          <a:pt x="90784" y="26234"/>
                        </a:cubicBezTo>
                        <a:cubicBezTo>
                          <a:pt x="90784" y="26096"/>
                          <a:pt x="90922" y="26027"/>
                          <a:pt x="90991" y="25889"/>
                        </a:cubicBezTo>
                        <a:cubicBezTo>
                          <a:pt x="91060" y="25682"/>
                          <a:pt x="91198" y="25475"/>
                          <a:pt x="91267" y="25199"/>
                        </a:cubicBezTo>
                        <a:cubicBezTo>
                          <a:pt x="91267" y="25061"/>
                          <a:pt x="91337" y="24922"/>
                          <a:pt x="91405" y="24784"/>
                        </a:cubicBezTo>
                        <a:cubicBezTo>
                          <a:pt x="91405" y="24784"/>
                          <a:pt x="91405" y="24784"/>
                          <a:pt x="91405" y="24715"/>
                        </a:cubicBezTo>
                        <a:cubicBezTo>
                          <a:pt x="91405" y="24715"/>
                          <a:pt x="91405" y="24646"/>
                          <a:pt x="91405" y="24577"/>
                        </a:cubicBezTo>
                        <a:cubicBezTo>
                          <a:pt x="91405" y="24370"/>
                          <a:pt x="91544" y="24163"/>
                          <a:pt x="91544" y="23956"/>
                        </a:cubicBezTo>
                        <a:cubicBezTo>
                          <a:pt x="91544" y="23749"/>
                          <a:pt x="91613" y="23542"/>
                          <a:pt x="91682" y="23404"/>
                        </a:cubicBezTo>
                        <a:cubicBezTo>
                          <a:pt x="91682" y="23266"/>
                          <a:pt x="91682" y="23058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920"/>
                          <a:pt x="91751" y="22920"/>
                          <a:pt x="91751" y="22920"/>
                        </a:cubicBezTo>
                        <a:cubicBezTo>
                          <a:pt x="91751" y="22713"/>
                          <a:pt x="91751" y="22575"/>
                          <a:pt x="91751" y="22368"/>
                        </a:cubicBezTo>
                        <a:cubicBezTo>
                          <a:pt x="91751" y="22161"/>
                          <a:pt x="91751" y="22023"/>
                          <a:pt x="91751" y="21816"/>
                        </a:cubicBezTo>
                        <a:cubicBezTo>
                          <a:pt x="91751" y="21609"/>
                          <a:pt x="91751" y="21471"/>
                          <a:pt x="91751" y="21264"/>
                        </a:cubicBezTo>
                        <a:cubicBezTo>
                          <a:pt x="91751" y="21125"/>
                          <a:pt x="91751" y="20987"/>
                          <a:pt x="91751" y="2091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56"/>
                  <p:cNvSpPr/>
                  <p:nvPr/>
                </p:nvSpPr>
                <p:spPr>
                  <a:xfrm>
                    <a:off x="2351343" y="2838522"/>
                    <a:ext cx="63100" cy="77598"/>
                  </a:xfrm>
                  <a:custGeom>
                    <a:rect b="b" l="l" r="r" t="t"/>
                    <a:pathLst>
                      <a:path extrusionOk="0" h="77598" w="63100">
                        <a:moveTo>
                          <a:pt x="62686" y="20711"/>
                        </a:moveTo>
                        <a:cubicBezTo>
                          <a:pt x="62686" y="20711"/>
                          <a:pt x="62686" y="20435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97"/>
                        </a:cubicBezTo>
                        <a:cubicBezTo>
                          <a:pt x="62686" y="20297"/>
                          <a:pt x="62686" y="20297"/>
                          <a:pt x="62686" y="20228"/>
                        </a:cubicBezTo>
                        <a:cubicBezTo>
                          <a:pt x="62686" y="20021"/>
                          <a:pt x="62686" y="19883"/>
                          <a:pt x="62686" y="19676"/>
                        </a:cubicBezTo>
                        <a:cubicBezTo>
                          <a:pt x="62686" y="19468"/>
                          <a:pt x="62686" y="19330"/>
                          <a:pt x="62686" y="19123"/>
                        </a:cubicBezTo>
                        <a:cubicBezTo>
                          <a:pt x="62686" y="18916"/>
                          <a:pt x="62686" y="18709"/>
                          <a:pt x="62617" y="18571"/>
                        </a:cubicBezTo>
                        <a:cubicBezTo>
                          <a:pt x="62617" y="18364"/>
                          <a:pt x="62617" y="18157"/>
                          <a:pt x="62548" y="17950"/>
                        </a:cubicBezTo>
                        <a:cubicBezTo>
                          <a:pt x="62548" y="17881"/>
                          <a:pt x="62548" y="17743"/>
                          <a:pt x="62548" y="17674"/>
                        </a:cubicBezTo>
                        <a:cubicBezTo>
                          <a:pt x="62548" y="17674"/>
                          <a:pt x="62548" y="17674"/>
                          <a:pt x="62548" y="17674"/>
                        </a:cubicBezTo>
                        <a:cubicBezTo>
                          <a:pt x="62548" y="17605"/>
                          <a:pt x="62548" y="17535"/>
                          <a:pt x="62548" y="17397"/>
                        </a:cubicBezTo>
                        <a:cubicBezTo>
                          <a:pt x="62548" y="17190"/>
                          <a:pt x="62479" y="16983"/>
                          <a:pt x="62410" y="16776"/>
                        </a:cubicBezTo>
                        <a:cubicBezTo>
                          <a:pt x="62410" y="16569"/>
                          <a:pt x="62272" y="16362"/>
                          <a:pt x="62272" y="16155"/>
                        </a:cubicBezTo>
                        <a:cubicBezTo>
                          <a:pt x="62272" y="15948"/>
                          <a:pt x="62134" y="15741"/>
                          <a:pt x="62065" y="15533"/>
                        </a:cubicBezTo>
                        <a:cubicBezTo>
                          <a:pt x="62065" y="15326"/>
                          <a:pt x="61927" y="15119"/>
                          <a:pt x="61857" y="14912"/>
                        </a:cubicBezTo>
                        <a:cubicBezTo>
                          <a:pt x="61857" y="14912"/>
                          <a:pt x="61857" y="14912"/>
                          <a:pt x="61857" y="14843"/>
                        </a:cubicBezTo>
                        <a:cubicBezTo>
                          <a:pt x="61857" y="14843"/>
                          <a:pt x="61857" y="14843"/>
                          <a:pt x="61857" y="14843"/>
                        </a:cubicBezTo>
                        <a:cubicBezTo>
                          <a:pt x="61857" y="14705"/>
                          <a:pt x="61719" y="14567"/>
                          <a:pt x="61719" y="14360"/>
                        </a:cubicBezTo>
                        <a:cubicBezTo>
                          <a:pt x="61719" y="14153"/>
                          <a:pt x="61581" y="14015"/>
                          <a:pt x="61512" y="13807"/>
                        </a:cubicBezTo>
                        <a:cubicBezTo>
                          <a:pt x="61443" y="13600"/>
                          <a:pt x="61374" y="13462"/>
                          <a:pt x="61305" y="13255"/>
                        </a:cubicBezTo>
                        <a:cubicBezTo>
                          <a:pt x="61236" y="13048"/>
                          <a:pt x="61167" y="12910"/>
                          <a:pt x="61098" y="12703"/>
                        </a:cubicBezTo>
                        <a:cubicBezTo>
                          <a:pt x="61029" y="12496"/>
                          <a:pt x="60960" y="12358"/>
                          <a:pt x="60822" y="12151"/>
                        </a:cubicBezTo>
                        <a:cubicBezTo>
                          <a:pt x="60822" y="12151"/>
                          <a:pt x="60822" y="12082"/>
                          <a:pt x="60822" y="12013"/>
                        </a:cubicBezTo>
                        <a:cubicBezTo>
                          <a:pt x="60822" y="12013"/>
                          <a:pt x="60822" y="12013"/>
                          <a:pt x="60822" y="12013"/>
                        </a:cubicBezTo>
                        <a:cubicBezTo>
                          <a:pt x="60822" y="11874"/>
                          <a:pt x="60684" y="11736"/>
                          <a:pt x="60615" y="11598"/>
                        </a:cubicBezTo>
                        <a:cubicBezTo>
                          <a:pt x="60477" y="11391"/>
                          <a:pt x="60408" y="11184"/>
                          <a:pt x="60270" y="10977"/>
                        </a:cubicBezTo>
                        <a:cubicBezTo>
                          <a:pt x="60063" y="10632"/>
                          <a:pt x="59924" y="10287"/>
                          <a:pt x="59717" y="9941"/>
                        </a:cubicBezTo>
                        <a:cubicBezTo>
                          <a:pt x="59648" y="9803"/>
                          <a:pt x="59510" y="9596"/>
                          <a:pt x="59372" y="9458"/>
                        </a:cubicBezTo>
                        <a:cubicBezTo>
                          <a:pt x="59303" y="9320"/>
                          <a:pt x="59234" y="9182"/>
                          <a:pt x="59165" y="9044"/>
                        </a:cubicBezTo>
                        <a:cubicBezTo>
                          <a:pt x="59027" y="8837"/>
                          <a:pt x="58958" y="8699"/>
                          <a:pt x="58820" y="8492"/>
                        </a:cubicBezTo>
                        <a:cubicBezTo>
                          <a:pt x="58613" y="8146"/>
                          <a:pt x="58337" y="7801"/>
                          <a:pt x="58130" y="7456"/>
                        </a:cubicBezTo>
                        <a:cubicBezTo>
                          <a:pt x="57991" y="7249"/>
                          <a:pt x="57784" y="7042"/>
                          <a:pt x="57646" y="6835"/>
                        </a:cubicBezTo>
                        <a:cubicBezTo>
                          <a:pt x="57577" y="6766"/>
                          <a:pt x="57508" y="6628"/>
                          <a:pt x="57439" y="6559"/>
                        </a:cubicBezTo>
                        <a:cubicBezTo>
                          <a:pt x="57301" y="6420"/>
                          <a:pt x="57232" y="6282"/>
                          <a:pt x="57094" y="6144"/>
                        </a:cubicBezTo>
                        <a:cubicBezTo>
                          <a:pt x="56956" y="5937"/>
                          <a:pt x="56818" y="5799"/>
                          <a:pt x="56680" y="5661"/>
                        </a:cubicBezTo>
                        <a:cubicBezTo>
                          <a:pt x="56542" y="5523"/>
                          <a:pt x="56404" y="5316"/>
                          <a:pt x="56197" y="5178"/>
                        </a:cubicBezTo>
                        <a:cubicBezTo>
                          <a:pt x="56058" y="5040"/>
                          <a:pt x="55920" y="4833"/>
                          <a:pt x="55713" y="4694"/>
                        </a:cubicBezTo>
                        <a:cubicBezTo>
                          <a:pt x="55575" y="4556"/>
                          <a:pt x="55368" y="4349"/>
                          <a:pt x="55230" y="4211"/>
                        </a:cubicBezTo>
                        <a:cubicBezTo>
                          <a:pt x="55092" y="4073"/>
                          <a:pt x="54885" y="3866"/>
                          <a:pt x="54747" y="3728"/>
                        </a:cubicBezTo>
                        <a:cubicBezTo>
                          <a:pt x="54747" y="3728"/>
                          <a:pt x="54678" y="3659"/>
                          <a:pt x="54609" y="3590"/>
                        </a:cubicBezTo>
                        <a:cubicBezTo>
                          <a:pt x="54609" y="3590"/>
                          <a:pt x="54609" y="3590"/>
                          <a:pt x="54609" y="3590"/>
                        </a:cubicBezTo>
                        <a:cubicBezTo>
                          <a:pt x="54471" y="3452"/>
                          <a:pt x="54401" y="3383"/>
                          <a:pt x="54263" y="3314"/>
                        </a:cubicBezTo>
                        <a:cubicBezTo>
                          <a:pt x="54125" y="3176"/>
                          <a:pt x="53918" y="3038"/>
                          <a:pt x="53780" y="2900"/>
                        </a:cubicBezTo>
                        <a:cubicBezTo>
                          <a:pt x="53642" y="2761"/>
                          <a:pt x="53435" y="2623"/>
                          <a:pt x="53297" y="2485"/>
                        </a:cubicBezTo>
                        <a:cubicBezTo>
                          <a:pt x="53159" y="2347"/>
                          <a:pt x="52952" y="2278"/>
                          <a:pt x="52814" y="2140"/>
                        </a:cubicBezTo>
                        <a:cubicBezTo>
                          <a:pt x="52676" y="2002"/>
                          <a:pt x="52468" y="1933"/>
                          <a:pt x="52330" y="1795"/>
                        </a:cubicBezTo>
                        <a:cubicBezTo>
                          <a:pt x="52192" y="1726"/>
                          <a:pt x="51985" y="1588"/>
                          <a:pt x="51847" y="1519"/>
                        </a:cubicBezTo>
                        <a:cubicBezTo>
                          <a:pt x="51847" y="1519"/>
                          <a:pt x="51778" y="1519"/>
                          <a:pt x="51709" y="1519"/>
                        </a:cubicBezTo>
                        <a:cubicBezTo>
                          <a:pt x="51571" y="1450"/>
                          <a:pt x="51502" y="1381"/>
                          <a:pt x="51364" y="1312"/>
                        </a:cubicBezTo>
                        <a:cubicBezTo>
                          <a:pt x="51226" y="1243"/>
                          <a:pt x="51088" y="1174"/>
                          <a:pt x="50881" y="1105"/>
                        </a:cubicBezTo>
                        <a:cubicBezTo>
                          <a:pt x="50743" y="1036"/>
                          <a:pt x="50605" y="967"/>
                          <a:pt x="50397" y="898"/>
                        </a:cubicBezTo>
                        <a:cubicBezTo>
                          <a:pt x="50259" y="898"/>
                          <a:pt x="50121" y="759"/>
                          <a:pt x="49914" y="690"/>
                        </a:cubicBezTo>
                        <a:cubicBezTo>
                          <a:pt x="49776" y="690"/>
                          <a:pt x="49638" y="552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431" y="483"/>
                          <a:pt x="49431" y="483"/>
                          <a:pt x="49431" y="483"/>
                        </a:cubicBezTo>
                        <a:cubicBezTo>
                          <a:pt x="49293" y="483"/>
                          <a:pt x="49155" y="414"/>
                          <a:pt x="49017" y="345"/>
                        </a:cubicBezTo>
                        <a:cubicBezTo>
                          <a:pt x="48879" y="345"/>
                          <a:pt x="48671" y="276"/>
                          <a:pt x="48533" y="207"/>
                        </a:cubicBezTo>
                        <a:cubicBezTo>
                          <a:pt x="48395" y="207"/>
                          <a:pt x="48188" y="138"/>
                          <a:pt x="48050" y="69"/>
                        </a:cubicBezTo>
                        <a:cubicBezTo>
                          <a:pt x="47912" y="69"/>
                          <a:pt x="47705" y="69"/>
                          <a:pt x="47567" y="0"/>
                        </a:cubicBezTo>
                        <a:cubicBezTo>
                          <a:pt x="47498" y="0"/>
                          <a:pt x="47429" y="0"/>
                          <a:pt x="47360" y="0"/>
                        </a:cubicBezTo>
                        <a:cubicBezTo>
                          <a:pt x="47360" y="0"/>
                          <a:pt x="47360" y="0"/>
                          <a:pt x="47360" y="0"/>
                        </a:cubicBezTo>
                        <a:cubicBezTo>
                          <a:pt x="47291" y="0"/>
                          <a:pt x="47222" y="0"/>
                          <a:pt x="47153" y="0"/>
                        </a:cubicBezTo>
                        <a:cubicBezTo>
                          <a:pt x="46946" y="0"/>
                          <a:pt x="46807" y="0"/>
                          <a:pt x="46600" y="0"/>
                        </a:cubicBezTo>
                        <a:cubicBezTo>
                          <a:pt x="46393" y="0"/>
                          <a:pt x="46186" y="0"/>
                          <a:pt x="45979" y="0"/>
                        </a:cubicBezTo>
                        <a:cubicBezTo>
                          <a:pt x="45772" y="0"/>
                          <a:pt x="45565" y="0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358" y="69"/>
                          <a:pt x="45358" y="69"/>
                          <a:pt x="45358" y="69"/>
                        </a:cubicBezTo>
                        <a:cubicBezTo>
                          <a:pt x="45081" y="69"/>
                          <a:pt x="44805" y="207"/>
                          <a:pt x="44598" y="276"/>
                        </a:cubicBezTo>
                        <a:cubicBezTo>
                          <a:pt x="44253" y="414"/>
                          <a:pt x="43977" y="552"/>
                          <a:pt x="43632" y="690"/>
                        </a:cubicBezTo>
                        <a:lnTo>
                          <a:pt x="828" y="25544"/>
                        </a:lnTo>
                        <a:cubicBezTo>
                          <a:pt x="1381" y="25199"/>
                          <a:pt x="1933" y="24991"/>
                          <a:pt x="2623" y="24922"/>
                        </a:cubicBezTo>
                        <a:cubicBezTo>
                          <a:pt x="2623" y="24922"/>
                          <a:pt x="2623" y="24922"/>
                          <a:pt x="2623" y="24922"/>
                        </a:cubicBezTo>
                        <a:cubicBezTo>
                          <a:pt x="3245" y="24784"/>
                          <a:pt x="3866" y="24784"/>
                          <a:pt x="4556" y="24853"/>
                        </a:cubicBezTo>
                        <a:cubicBezTo>
                          <a:pt x="4556" y="24853"/>
                          <a:pt x="4556" y="24853"/>
                          <a:pt x="4556" y="24853"/>
                        </a:cubicBezTo>
                        <a:cubicBezTo>
                          <a:pt x="5247" y="24922"/>
                          <a:pt x="5937" y="25061"/>
                          <a:pt x="6697" y="25337"/>
                        </a:cubicBezTo>
                        <a:cubicBezTo>
                          <a:pt x="6697" y="25337"/>
                          <a:pt x="6697" y="25337"/>
                          <a:pt x="6697" y="25337"/>
                        </a:cubicBezTo>
                        <a:cubicBezTo>
                          <a:pt x="7456" y="25613"/>
                          <a:pt x="8146" y="25958"/>
                          <a:pt x="8906" y="26372"/>
                        </a:cubicBezTo>
                        <a:cubicBezTo>
                          <a:pt x="9872" y="26925"/>
                          <a:pt x="10839" y="27615"/>
                          <a:pt x="11805" y="28512"/>
                        </a:cubicBezTo>
                        <a:cubicBezTo>
                          <a:pt x="11805" y="28512"/>
                          <a:pt x="11805" y="28512"/>
                          <a:pt x="11805" y="28512"/>
                        </a:cubicBezTo>
                        <a:cubicBezTo>
                          <a:pt x="12772" y="29341"/>
                          <a:pt x="13738" y="30376"/>
                          <a:pt x="14636" y="31481"/>
                        </a:cubicBezTo>
                        <a:cubicBezTo>
                          <a:pt x="15257" y="32309"/>
                          <a:pt x="15879" y="33138"/>
                          <a:pt x="16431" y="33966"/>
                        </a:cubicBezTo>
                        <a:cubicBezTo>
                          <a:pt x="16500" y="34104"/>
                          <a:pt x="16569" y="34242"/>
                          <a:pt x="16638" y="34381"/>
                        </a:cubicBezTo>
                        <a:cubicBezTo>
                          <a:pt x="17190" y="35209"/>
                          <a:pt x="17605" y="36107"/>
                          <a:pt x="18088" y="36935"/>
                        </a:cubicBezTo>
                        <a:cubicBezTo>
                          <a:pt x="18088" y="36935"/>
                          <a:pt x="18088" y="36935"/>
                          <a:pt x="18088" y="36935"/>
                        </a:cubicBezTo>
                        <a:cubicBezTo>
                          <a:pt x="18502" y="37902"/>
                          <a:pt x="18916" y="38799"/>
                          <a:pt x="19261" y="39765"/>
                        </a:cubicBezTo>
                        <a:cubicBezTo>
                          <a:pt x="19261" y="39765"/>
                          <a:pt x="19261" y="39765"/>
                          <a:pt x="19261" y="39765"/>
                        </a:cubicBezTo>
                        <a:cubicBezTo>
                          <a:pt x="19607" y="40732"/>
                          <a:pt x="19814" y="41630"/>
                          <a:pt x="20021" y="42527"/>
                        </a:cubicBezTo>
                        <a:lnTo>
                          <a:pt x="20021" y="42527"/>
                        </a:lnTo>
                        <a:cubicBezTo>
                          <a:pt x="20228" y="43494"/>
                          <a:pt x="20297" y="44391"/>
                          <a:pt x="20366" y="45288"/>
                        </a:cubicBezTo>
                        <a:cubicBezTo>
                          <a:pt x="20366" y="45288"/>
                          <a:pt x="20366" y="45288"/>
                          <a:pt x="20366" y="45288"/>
                        </a:cubicBezTo>
                        <a:cubicBezTo>
                          <a:pt x="20366" y="46186"/>
                          <a:pt x="20366" y="47014"/>
                          <a:pt x="20366" y="47774"/>
                        </a:cubicBezTo>
                        <a:cubicBezTo>
                          <a:pt x="20366" y="47774"/>
                          <a:pt x="20366" y="47774"/>
                          <a:pt x="20366" y="47774"/>
                        </a:cubicBezTo>
                        <a:cubicBezTo>
                          <a:pt x="20297" y="48533"/>
                          <a:pt x="20090" y="49293"/>
                          <a:pt x="19883" y="49983"/>
                        </a:cubicBezTo>
                        <a:cubicBezTo>
                          <a:pt x="19883" y="49983"/>
                          <a:pt x="19883" y="49983"/>
                          <a:pt x="19883" y="49983"/>
                        </a:cubicBezTo>
                        <a:cubicBezTo>
                          <a:pt x="19607" y="50673"/>
                          <a:pt x="19331" y="51295"/>
                          <a:pt x="18916" y="51847"/>
                        </a:cubicBezTo>
                        <a:lnTo>
                          <a:pt x="1795" y="75941"/>
                        </a:lnTo>
                        <a:cubicBezTo>
                          <a:pt x="1312" y="76701"/>
                          <a:pt x="690" y="77253"/>
                          <a:pt x="0" y="77598"/>
                        </a:cubicBezTo>
                        <a:lnTo>
                          <a:pt x="42803" y="52745"/>
                        </a:lnTo>
                        <a:cubicBezTo>
                          <a:pt x="43494" y="52330"/>
                          <a:pt x="44115" y="51778"/>
                          <a:pt x="44598" y="51088"/>
                        </a:cubicBezTo>
                        <a:lnTo>
                          <a:pt x="61719" y="26994"/>
                        </a:lnTo>
                        <a:cubicBezTo>
                          <a:pt x="61719" y="26994"/>
                          <a:pt x="61857" y="26787"/>
                          <a:pt x="61927" y="26648"/>
                        </a:cubicBezTo>
                        <a:cubicBezTo>
                          <a:pt x="62065" y="26372"/>
                          <a:pt x="62203" y="26165"/>
                          <a:pt x="62341" y="25889"/>
                        </a:cubicBezTo>
                        <a:cubicBezTo>
                          <a:pt x="62479" y="25682"/>
                          <a:pt x="62548" y="25475"/>
                          <a:pt x="62617" y="25199"/>
                        </a:cubicBezTo>
                        <a:cubicBezTo>
                          <a:pt x="62617" y="25199"/>
                          <a:pt x="62617" y="25199"/>
                          <a:pt x="62617" y="25130"/>
                        </a:cubicBezTo>
                        <a:cubicBezTo>
                          <a:pt x="62617" y="25130"/>
                          <a:pt x="62617" y="25130"/>
                          <a:pt x="62617" y="25130"/>
                        </a:cubicBezTo>
                        <a:cubicBezTo>
                          <a:pt x="62617" y="24991"/>
                          <a:pt x="62755" y="24853"/>
                          <a:pt x="62755" y="24646"/>
                        </a:cubicBezTo>
                        <a:cubicBezTo>
                          <a:pt x="62755" y="24439"/>
                          <a:pt x="62893" y="24301"/>
                          <a:pt x="62893" y="24094"/>
                        </a:cubicBezTo>
                        <a:cubicBezTo>
                          <a:pt x="62893" y="23887"/>
                          <a:pt x="62962" y="23749"/>
                          <a:pt x="63031" y="23542"/>
                        </a:cubicBezTo>
                        <a:cubicBezTo>
                          <a:pt x="63031" y="23335"/>
                          <a:pt x="63031" y="23197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989"/>
                          <a:pt x="63100" y="22989"/>
                          <a:pt x="63100" y="22989"/>
                        </a:cubicBezTo>
                        <a:cubicBezTo>
                          <a:pt x="63100" y="22851"/>
                          <a:pt x="63100" y="22713"/>
                          <a:pt x="63100" y="22506"/>
                        </a:cubicBezTo>
                        <a:cubicBezTo>
                          <a:pt x="63100" y="22299"/>
                          <a:pt x="63100" y="22161"/>
                          <a:pt x="63100" y="21954"/>
                        </a:cubicBezTo>
                        <a:cubicBezTo>
                          <a:pt x="63100" y="21747"/>
                          <a:pt x="63100" y="21609"/>
                          <a:pt x="63100" y="21402"/>
                        </a:cubicBezTo>
                        <a:cubicBezTo>
                          <a:pt x="63100" y="21194"/>
                          <a:pt x="63100" y="21056"/>
                          <a:pt x="63100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56"/>
                  <p:cNvSpPr/>
                  <p:nvPr/>
                </p:nvSpPr>
                <p:spPr>
                  <a:xfrm>
                    <a:off x="2248133" y="2746081"/>
                    <a:ext cx="61995" cy="92786"/>
                  </a:xfrm>
                  <a:custGeom>
                    <a:rect b="b" l="l" r="r" t="t"/>
                    <a:pathLst>
                      <a:path extrusionOk="0" h="92786" w="61995">
                        <a:moveTo>
                          <a:pt x="61788" y="20849"/>
                        </a:moveTo>
                        <a:cubicBezTo>
                          <a:pt x="61788" y="20849"/>
                          <a:pt x="61788" y="20504"/>
                          <a:pt x="61788" y="20297"/>
                        </a:cubicBezTo>
                        <a:cubicBezTo>
                          <a:pt x="61788" y="20090"/>
                          <a:pt x="61788" y="19952"/>
                          <a:pt x="61788" y="19745"/>
                        </a:cubicBezTo>
                        <a:cubicBezTo>
                          <a:pt x="61788" y="19538"/>
                          <a:pt x="61788" y="19399"/>
                          <a:pt x="61788" y="19192"/>
                        </a:cubicBezTo>
                        <a:cubicBezTo>
                          <a:pt x="61788" y="18985"/>
                          <a:pt x="61788" y="18778"/>
                          <a:pt x="61719" y="18640"/>
                        </a:cubicBezTo>
                        <a:cubicBezTo>
                          <a:pt x="61719" y="18640"/>
                          <a:pt x="61719" y="18640"/>
                          <a:pt x="61719" y="18640"/>
                        </a:cubicBezTo>
                        <a:lnTo>
                          <a:pt x="61719" y="18640"/>
                        </a:lnTo>
                        <a:cubicBezTo>
                          <a:pt x="61719" y="18640"/>
                          <a:pt x="61719" y="18226"/>
                          <a:pt x="61650" y="18088"/>
                        </a:cubicBezTo>
                        <a:cubicBezTo>
                          <a:pt x="61650" y="17881"/>
                          <a:pt x="61581" y="17674"/>
                          <a:pt x="61512" y="17466"/>
                        </a:cubicBezTo>
                        <a:cubicBezTo>
                          <a:pt x="61443" y="17259"/>
                          <a:pt x="61443" y="17052"/>
                          <a:pt x="61374" y="16845"/>
                        </a:cubicBezTo>
                        <a:cubicBezTo>
                          <a:pt x="61374" y="16638"/>
                          <a:pt x="61236" y="16431"/>
                          <a:pt x="61236" y="16224"/>
                        </a:cubicBezTo>
                        <a:cubicBezTo>
                          <a:pt x="61236" y="16086"/>
                          <a:pt x="61167" y="15948"/>
                          <a:pt x="61098" y="15741"/>
                        </a:cubicBezTo>
                        <a:cubicBezTo>
                          <a:pt x="61098" y="15741"/>
                          <a:pt x="61098" y="15741"/>
                          <a:pt x="61098" y="15741"/>
                        </a:cubicBezTo>
                        <a:cubicBezTo>
                          <a:pt x="61098" y="15741"/>
                          <a:pt x="61098" y="15672"/>
                          <a:pt x="61098" y="15602"/>
                        </a:cubicBezTo>
                        <a:cubicBezTo>
                          <a:pt x="61098" y="15395"/>
                          <a:pt x="60960" y="15188"/>
                          <a:pt x="60891" y="14981"/>
                        </a:cubicBezTo>
                        <a:cubicBezTo>
                          <a:pt x="60891" y="14774"/>
                          <a:pt x="60753" y="14567"/>
                          <a:pt x="60684" y="14360"/>
                        </a:cubicBezTo>
                        <a:cubicBezTo>
                          <a:pt x="60684" y="14153"/>
                          <a:pt x="60546" y="14015"/>
                          <a:pt x="60477" y="13807"/>
                        </a:cubicBezTo>
                        <a:cubicBezTo>
                          <a:pt x="60408" y="13600"/>
                          <a:pt x="60339" y="13462"/>
                          <a:pt x="60269" y="13255"/>
                        </a:cubicBezTo>
                        <a:cubicBezTo>
                          <a:pt x="60269" y="13117"/>
                          <a:pt x="60131" y="12979"/>
                          <a:pt x="60131" y="12841"/>
                        </a:cubicBezTo>
                        <a:cubicBezTo>
                          <a:pt x="60131" y="12841"/>
                          <a:pt x="60131" y="12841"/>
                          <a:pt x="60131" y="12841"/>
                        </a:cubicBezTo>
                        <a:cubicBezTo>
                          <a:pt x="60131" y="12841"/>
                          <a:pt x="60131" y="12772"/>
                          <a:pt x="60131" y="12703"/>
                        </a:cubicBezTo>
                        <a:cubicBezTo>
                          <a:pt x="60062" y="12496"/>
                          <a:pt x="59993" y="12358"/>
                          <a:pt x="59855" y="12151"/>
                        </a:cubicBezTo>
                        <a:cubicBezTo>
                          <a:pt x="59786" y="11943"/>
                          <a:pt x="59648" y="11736"/>
                          <a:pt x="59579" y="11529"/>
                        </a:cubicBezTo>
                        <a:cubicBezTo>
                          <a:pt x="59441" y="11322"/>
                          <a:pt x="59372" y="11046"/>
                          <a:pt x="59234" y="10839"/>
                        </a:cubicBezTo>
                        <a:cubicBezTo>
                          <a:pt x="59096" y="10632"/>
                          <a:pt x="58958" y="10356"/>
                          <a:pt x="58820" y="10149"/>
                        </a:cubicBezTo>
                        <a:cubicBezTo>
                          <a:pt x="58820" y="10149"/>
                          <a:pt x="58820" y="10010"/>
                          <a:pt x="58751" y="10010"/>
                        </a:cubicBezTo>
                        <a:cubicBezTo>
                          <a:pt x="58751" y="10010"/>
                          <a:pt x="58682" y="9872"/>
                          <a:pt x="58613" y="9803"/>
                        </a:cubicBezTo>
                        <a:cubicBezTo>
                          <a:pt x="58336" y="9320"/>
                          <a:pt x="58060" y="8906"/>
                          <a:pt x="57784" y="8423"/>
                        </a:cubicBezTo>
                        <a:cubicBezTo>
                          <a:pt x="57577" y="8077"/>
                          <a:pt x="57301" y="7801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7094" y="7456"/>
                          <a:pt x="57094" y="7456"/>
                          <a:pt x="57094" y="7456"/>
                        </a:cubicBezTo>
                        <a:cubicBezTo>
                          <a:pt x="56956" y="7249"/>
                          <a:pt x="56749" y="6973"/>
                          <a:pt x="56611" y="6766"/>
                        </a:cubicBezTo>
                        <a:cubicBezTo>
                          <a:pt x="56473" y="6559"/>
                          <a:pt x="56334" y="6420"/>
                          <a:pt x="56196" y="6213"/>
                        </a:cubicBezTo>
                        <a:cubicBezTo>
                          <a:pt x="56058" y="6006"/>
                          <a:pt x="55920" y="5868"/>
                          <a:pt x="55782" y="5661"/>
                        </a:cubicBezTo>
                        <a:cubicBezTo>
                          <a:pt x="55644" y="5523"/>
                          <a:pt x="55506" y="5316"/>
                          <a:pt x="55368" y="5178"/>
                        </a:cubicBezTo>
                        <a:cubicBezTo>
                          <a:pt x="55368" y="5178"/>
                          <a:pt x="55368" y="5178"/>
                          <a:pt x="55368" y="5109"/>
                        </a:cubicBezTo>
                        <a:cubicBezTo>
                          <a:pt x="55368" y="5109"/>
                          <a:pt x="55368" y="5109"/>
                          <a:pt x="55368" y="5109"/>
                        </a:cubicBezTo>
                        <a:cubicBezTo>
                          <a:pt x="55230" y="4971"/>
                          <a:pt x="55092" y="4833"/>
                          <a:pt x="55023" y="4694"/>
                        </a:cubicBezTo>
                        <a:cubicBezTo>
                          <a:pt x="54885" y="4556"/>
                          <a:pt x="54677" y="4349"/>
                          <a:pt x="54539" y="4211"/>
                        </a:cubicBezTo>
                        <a:cubicBezTo>
                          <a:pt x="54401" y="4073"/>
                          <a:pt x="54194" y="3866"/>
                          <a:pt x="54056" y="3728"/>
                        </a:cubicBezTo>
                        <a:cubicBezTo>
                          <a:pt x="53918" y="3590"/>
                          <a:pt x="53711" y="3452"/>
                          <a:pt x="53573" y="3314"/>
                        </a:cubicBezTo>
                        <a:cubicBezTo>
                          <a:pt x="53504" y="3314"/>
                          <a:pt x="53435" y="3176"/>
                          <a:pt x="53297" y="3107"/>
                        </a:cubicBezTo>
                        <a:cubicBezTo>
                          <a:pt x="53297" y="3107"/>
                          <a:pt x="53297" y="3107"/>
                          <a:pt x="53297" y="3107"/>
                        </a:cubicBezTo>
                        <a:cubicBezTo>
                          <a:pt x="53228" y="3107"/>
                          <a:pt x="53159" y="2969"/>
                          <a:pt x="53090" y="2969"/>
                        </a:cubicBezTo>
                        <a:cubicBezTo>
                          <a:pt x="52952" y="2831"/>
                          <a:pt x="52744" y="2692"/>
                          <a:pt x="52606" y="2554"/>
                        </a:cubicBezTo>
                        <a:cubicBezTo>
                          <a:pt x="52468" y="2416"/>
                          <a:pt x="52261" y="2347"/>
                          <a:pt x="52123" y="2209"/>
                        </a:cubicBezTo>
                        <a:cubicBezTo>
                          <a:pt x="51985" y="2071"/>
                          <a:pt x="51778" y="2002"/>
                          <a:pt x="51640" y="1864"/>
                        </a:cubicBezTo>
                        <a:cubicBezTo>
                          <a:pt x="51502" y="1795"/>
                          <a:pt x="51295" y="1657"/>
                          <a:pt x="51157" y="1588"/>
                        </a:cubicBezTo>
                        <a:cubicBezTo>
                          <a:pt x="51157" y="1588"/>
                          <a:pt x="51088" y="1588"/>
                          <a:pt x="51019" y="1588"/>
                        </a:cubicBezTo>
                        <a:cubicBezTo>
                          <a:pt x="50881" y="1519"/>
                          <a:pt x="50742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845" y="967"/>
                          <a:pt x="49707" y="898"/>
                        </a:cubicBezTo>
                        <a:cubicBezTo>
                          <a:pt x="49569" y="828"/>
                          <a:pt x="49431" y="759"/>
                          <a:pt x="49223" y="690"/>
                        </a:cubicBezTo>
                        <a:cubicBezTo>
                          <a:pt x="49085" y="690"/>
                          <a:pt x="48878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805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3977" y="207"/>
                          <a:pt x="43770" y="276"/>
                        </a:cubicBezTo>
                        <a:cubicBezTo>
                          <a:pt x="43424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4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8" y="25613"/>
                          <a:pt x="7318" y="25958"/>
                          <a:pt x="8146" y="26441"/>
                        </a:cubicBezTo>
                        <a:cubicBezTo>
                          <a:pt x="8906" y="26925"/>
                          <a:pt x="9665" y="27408"/>
                          <a:pt x="10425" y="28029"/>
                        </a:cubicBezTo>
                        <a:cubicBezTo>
                          <a:pt x="10425" y="28029"/>
                          <a:pt x="10425" y="28029"/>
                          <a:pt x="10425" y="28029"/>
                        </a:cubicBezTo>
                        <a:cubicBezTo>
                          <a:pt x="11184" y="28650"/>
                          <a:pt x="11874" y="29272"/>
                          <a:pt x="12565" y="30031"/>
                        </a:cubicBezTo>
                        <a:cubicBezTo>
                          <a:pt x="12565" y="30031"/>
                          <a:pt x="12565" y="30031"/>
                          <a:pt x="12565" y="30031"/>
                        </a:cubicBezTo>
                        <a:cubicBezTo>
                          <a:pt x="13255" y="30791"/>
                          <a:pt x="13876" y="31550"/>
                          <a:pt x="14498" y="32379"/>
                        </a:cubicBezTo>
                        <a:cubicBezTo>
                          <a:pt x="14498" y="32379"/>
                          <a:pt x="14498" y="32379"/>
                          <a:pt x="14498" y="32379"/>
                        </a:cubicBezTo>
                        <a:cubicBezTo>
                          <a:pt x="15119" y="33207"/>
                          <a:pt x="15602" y="34035"/>
                          <a:pt x="16155" y="34933"/>
                        </a:cubicBezTo>
                        <a:cubicBezTo>
                          <a:pt x="16155" y="34933"/>
                          <a:pt x="16155" y="35002"/>
                          <a:pt x="16224" y="35071"/>
                        </a:cubicBezTo>
                        <a:cubicBezTo>
                          <a:pt x="16707" y="35968"/>
                          <a:pt x="17190" y="36797"/>
                          <a:pt x="17535" y="37763"/>
                        </a:cubicBezTo>
                        <a:cubicBezTo>
                          <a:pt x="17535" y="37763"/>
                          <a:pt x="17535" y="37763"/>
                          <a:pt x="17535" y="37763"/>
                        </a:cubicBezTo>
                        <a:cubicBezTo>
                          <a:pt x="17950" y="38661"/>
                          <a:pt x="18295" y="39627"/>
                          <a:pt x="18571" y="40594"/>
                        </a:cubicBezTo>
                        <a:cubicBezTo>
                          <a:pt x="18571" y="40594"/>
                          <a:pt x="18571" y="40594"/>
                          <a:pt x="18571" y="40594"/>
                        </a:cubicBezTo>
                        <a:cubicBezTo>
                          <a:pt x="18847" y="41561"/>
                          <a:pt x="19054" y="42527"/>
                          <a:pt x="19261" y="43424"/>
                        </a:cubicBezTo>
                        <a:cubicBezTo>
                          <a:pt x="19261" y="43424"/>
                          <a:pt x="19261" y="43424"/>
                          <a:pt x="19261" y="43424"/>
                        </a:cubicBezTo>
                        <a:cubicBezTo>
                          <a:pt x="19399" y="44391"/>
                          <a:pt x="19468" y="45288"/>
                          <a:pt x="19468" y="46255"/>
                        </a:cubicBezTo>
                        <a:lnTo>
                          <a:pt x="19330" y="85468"/>
                        </a:lnTo>
                        <a:cubicBezTo>
                          <a:pt x="19330" y="86366"/>
                          <a:pt x="19261" y="87194"/>
                          <a:pt x="19123" y="87954"/>
                        </a:cubicBezTo>
                        <a:cubicBezTo>
                          <a:pt x="19123" y="87954"/>
                          <a:pt x="19123" y="87954"/>
                          <a:pt x="19123" y="87954"/>
                        </a:cubicBezTo>
                        <a:cubicBezTo>
                          <a:pt x="18985" y="88713"/>
                          <a:pt x="18778" y="89403"/>
                          <a:pt x="18433" y="90025"/>
                        </a:cubicBezTo>
                        <a:cubicBezTo>
                          <a:pt x="18433" y="90025"/>
                          <a:pt x="18433" y="90025"/>
                          <a:pt x="18433" y="90025"/>
                        </a:cubicBezTo>
                        <a:cubicBezTo>
                          <a:pt x="18226" y="90439"/>
                          <a:pt x="18019" y="90715"/>
                          <a:pt x="17742" y="91060"/>
                        </a:cubicBezTo>
                        <a:cubicBezTo>
                          <a:pt x="17259" y="91751"/>
                          <a:pt x="16638" y="92372"/>
                          <a:pt x="15948" y="92786"/>
                        </a:cubicBezTo>
                        <a:lnTo>
                          <a:pt x="58751" y="67933"/>
                        </a:lnTo>
                        <a:cubicBezTo>
                          <a:pt x="59441" y="67519"/>
                          <a:pt x="59993" y="66897"/>
                          <a:pt x="60546" y="66207"/>
                        </a:cubicBezTo>
                        <a:cubicBezTo>
                          <a:pt x="60546" y="66138"/>
                          <a:pt x="60684" y="66069"/>
                          <a:pt x="60753" y="66000"/>
                        </a:cubicBezTo>
                        <a:cubicBezTo>
                          <a:pt x="60891" y="65724"/>
                          <a:pt x="61029" y="65516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167" y="65240"/>
                          <a:pt x="61167" y="65240"/>
                          <a:pt x="61167" y="65240"/>
                        </a:cubicBezTo>
                        <a:cubicBezTo>
                          <a:pt x="61236" y="65033"/>
                          <a:pt x="61374" y="64826"/>
                          <a:pt x="61443" y="64619"/>
                        </a:cubicBezTo>
                        <a:cubicBezTo>
                          <a:pt x="61512" y="64412"/>
                          <a:pt x="61581" y="64205"/>
                          <a:pt x="61650" y="63998"/>
                        </a:cubicBezTo>
                        <a:cubicBezTo>
                          <a:pt x="61650" y="63791"/>
                          <a:pt x="61788" y="63583"/>
                          <a:pt x="61788" y="63376"/>
                        </a:cubicBezTo>
                        <a:cubicBezTo>
                          <a:pt x="61788" y="63307"/>
                          <a:pt x="61788" y="63238"/>
                          <a:pt x="61788" y="63100"/>
                        </a:cubicBezTo>
                        <a:cubicBezTo>
                          <a:pt x="61788" y="63100"/>
                          <a:pt x="61788" y="63100"/>
                          <a:pt x="61788" y="63100"/>
                        </a:cubicBezTo>
                        <a:cubicBezTo>
                          <a:pt x="61788" y="63031"/>
                          <a:pt x="61788" y="62962"/>
                          <a:pt x="61788" y="62824"/>
                        </a:cubicBezTo>
                        <a:cubicBezTo>
                          <a:pt x="61788" y="62617"/>
                          <a:pt x="61788" y="62479"/>
                          <a:pt x="61857" y="62272"/>
                        </a:cubicBezTo>
                        <a:cubicBezTo>
                          <a:pt x="61857" y="62065"/>
                          <a:pt x="61857" y="61927"/>
                          <a:pt x="61857" y="61719"/>
                        </a:cubicBezTo>
                        <a:cubicBezTo>
                          <a:pt x="61857" y="61512"/>
                          <a:pt x="61857" y="61374"/>
                          <a:pt x="61857" y="61167"/>
                        </a:cubicBezTo>
                        <a:cubicBezTo>
                          <a:pt x="61857" y="60960"/>
                          <a:pt x="61857" y="60822"/>
                          <a:pt x="61857" y="60615"/>
                        </a:cubicBezTo>
                        <a:lnTo>
                          <a:pt x="61857" y="60615"/>
                        </a:lnTo>
                        <a:cubicBezTo>
                          <a:pt x="61857" y="60615"/>
                          <a:pt x="61995" y="21402"/>
                          <a:pt x="61995" y="21402"/>
                        </a:cubicBezTo>
                        <a:cubicBezTo>
                          <a:pt x="61995" y="21264"/>
                          <a:pt x="61995" y="21056"/>
                          <a:pt x="61995" y="2084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56"/>
                  <p:cNvSpPr/>
                  <p:nvPr/>
                </p:nvSpPr>
                <p:spPr>
                  <a:xfrm>
                    <a:off x="2421692" y="3086367"/>
                    <a:ext cx="96238" cy="73179"/>
                  </a:xfrm>
                  <a:custGeom>
                    <a:rect b="b" l="l" r="r" t="t"/>
                    <a:pathLst>
                      <a:path extrusionOk="0" h="73179" w="96238">
                        <a:moveTo>
                          <a:pt x="95962" y="40387"/>
                        </a:moveTo>
                        <a:cubicBezTo>
                          <a:pt x="95962" y="40387"/>
                          <a:pt x="95962" y="40042"/>
                          <a:pt x="95962" y="39835"/>
                        </a:cubicBezTo>
                        <a:cubicBezTo>
                          <a:pt x="95962" y="39627"/>
                          <a:pt x="95962" y="39489"/>
                          <a:pt x="95962" y="39282"/>
                        </a:cubicBezTo>
                        <a:cubicBezTo>
                          <a:pt x="95962" y="39075"/>
                          <a:pt x="95962" y="38937"/>
                          <a:pt x="95962" y="38730"/>
                        </a:cubicBezTo>
                        <a:cubicBezTo>
                          <a:pt x="95962" y="38523"/>
                          <a:pt x="95962" y="38316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8178"/>
                          <a:pt x="95893" y="38178"/>
                          <a:pt x="95893" y="38178"/>
                        </a:cubicBezTo>
                        <a:cubicBezTo>
                          <a:pt x="95893" y="37971"/>
                          <a:pt x="95893" y="37833"/>
                          <a:pt x="95824" y="37625"/>
                        </a:cubicBezTo>
                        <a:cubicBezTo>
                          <a:pt x="95824" y="37418"/>
                          <a:pt x="95755" y="37211"/>
                          <a:pt x="95686" y="37004"/>
                        </a:cubicBezTo>
                        <a:cubicBezTo>
                          <a:pt x="95686" y="36797"/>
                          <a:pt x="95617" y="36590"/>
                          <a:pt x="95548" y="36383"/>
                        </a:cubicBezTo>
                        <a:cubicBezTo>
                          <a:pt x="95548" y="36176"/>
                          <a:pt x="95410" y="35969"/>
                          <a:pt x="95410" y="35761"/>
                        </a:cubicBezTo>
                        <a:cubicBezTo>
                          <a:pt x="95410" y="35623"/>
                          <a:pt x="95341" y="35416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78"/>
                        </a:cubicBezTo>
                        <a:cubicBezTo>
                          <a:pt x="95271" y="35278"/>
                          <a:pt x="95271" y="35278"/>
                          <a:pt x="95271" y="35209"/>
                        </a:cubicBezTo>
                        <a:cubicBezTo>
                          <a:pt x="95271" y="35002"/>
                          <a:pt x="95133" y="34795"/>
                          <a:pt x="95064" y="34588"/>
                        </a:cubicBezTo>
                        <a:cubicBezTo>
                          <a:pt x="95064" y="34381"/>
                          <a:pt x="94926" y="34174"/>
                          <a:pt x="94857" y="33966"/>
                        </a:cubicBezTo>
                        <a:cubicBezTo>
                          <a:pt x="94857" y="33759"/>
                          <a:pt x="94719" y="33621"/>
                          <a:pt x="94650" y="33414"/>
                        </a:cubicBezTo>
                        <a:cubicBezTo>
                          <a:pt x="94581" y="33207"/>
                          <a:pt x="94512" y="33069"/>
                          <a:pt x="94443" y="32862"/>
                        </a:cubicBezTo>
                        <a:cubicBezTo>
                          <a:pt x="94443" y="32724"/>
                          <a:pt x="94305" y="32586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448"/>
                        </a:cubicBezTo>
                        <a:cubicBezTo>
                          <a:pt x="94236" y="32448"/>
                          <a:pt x="94236" y="32448"/>
                          <a:pt x="94236" y="32379"/>
                        </a:cubicBezTo>
                        <a:cubicBezTo>
                          <a:pt x="94167" y="32171"/>
                          <a:pt x="94098" y="32033"/>
                          <a:pt x="93960" y="31826"/>
                        </a:cubicBezTo>
                        <a:cubicBezTo>
                          <a:pt x="93891" y="31619"/>
                          <a:pt x="93753" y="31412"/>
                          <a:pt x="93684" y="31205"/>
                        </a:cubicBezTo>
                        <a:cubicBezTo>
                          <a:pt x="93546" y="30998"/>
                          <a:pt x="93477" y="30722"/>
                          <a:pt x="93338" y="30515"/>
                        </a:cubicBezTo>
                        <a:cubicBezTo>
                          <a:pt x="93200" y="30307"/>
                          <a:pt x="93062" y="30031"/>
                          <a:pt x="92924" y="29824"/>
                        </a:cubicBezTo>
                        <a:cubicBezTo>
                          <a:pt x="92924" y="29824"/>
                          <a:pt x="92924" y="29755"/>
                          <a:pt x="92855" y="29686"/>
                        </a:cubicBezTo>
                        <a:cubicBezTo>
                          <a:pt x="92855" y="29686"/>
                          <a:pt x="92855" y="29548"/>
                          <a:pt x="92786" y="29548"/>
                        </a:cubicBezTo>
                        <a:cubicBezTo>
                          <a:pt x="92510" y="29065"/>
                          <a:pt x="92234" y="28651"/>
                          <a:pt x="91958" y="28167"/>
                        </a:cubicBezTo>
                        <a:cubicBezTo>
                          <a:pt x="91751" y="27822"/>
                          <a:pt x="91475" y="27477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267" y="27132"/>
                          <a:pt x="91267" y="27132"/>
                          <a:pt x="91267" y="27132"/>
                        </a:cubicBezTo>
                        <a:cubicBezTo>
                          <a:pt x="91129" y="26925"/>
                          <a:pt x="90922" y="26648"/>
                          <a:pt x="90784" y="26441"/>
                        </a:cubicBezTo>
                        <a:cubicBezTo>
                          <a:pt x="90646" y="26234"/>
                          <a:pt x="90508" y="26096"/>
                          <a:pt x="90370" y="25889"/>
                        </a:cubicBezTo>
                        <a:cubicBezTo>
                          <a:pt x="90232" y="25682"/>
                          <a:pt x="90094" y="25544"/>
                          <a:pt x="89956" y="25337"/>
                        </a:cubicBezTo>
                        <a:cubicBezTo>
                          <a:pt x="89818" y="25199"/>
                          <a:pt x="89679" y="24992"/>
                          <a:pt x="89541" y="24853"/>
                        </a:cubicBezTo>
                        <a:cubicBezTo>
                          <a:pt x="89541" y="24853"/>
                          <a:pt x="89541" y="24853"/>
                          <a:pt x="89472" y="24784"/>
                        </a:cubicBezTo>
                        <a:cubicBezTo>
                          <a:pt x="89472" y="24784"/>
                          <a:pt x="89472" y="24784"/>
                          <a:pt x="89472" y="24784"/>
                        </a:cubicBezTo>
                        <a:cubicBezTo>
                          <a:pt x="89334" y="24646"/>
                          <a:pt x="89265" y="24508"/>
                          <a:pt x="89127" y="24439"/>
                        </a:cubicBezTo>
                        <a:cubicBezTo>
                          <a:pt x="88989" y="24301"/>
                          <a:pt x="88782" y="24094"/>
                          <a:pt x="88644" y="23956"/>
                        </a:cubicBezTo>
                        <a:cubicBezTo>
                          <a:pt x="88506" y="23818"/>
                          <a:pt x="88299" y="23611"/>
                          <a:pt x="88161" y="23473"/>
                        </a:cubicBezTo>
                        <a:cubicBezTo>
                          <a:pt x="88023" y="23335"/>
                          <a:pt x="87816" y="23197"/>
                          <a:pt x="87678" y="23059"/>
                        </a:cubicBezTo>
                        <a:cubicBezTo>
                          <a:pt x="87608" y="22989"/>
                          <a:pt x="87539" y="22920"/>
                          <a:pt x="87401" y="22851"/>
                        </a:cubicBezTo>
                        <a:cubicBezTo>
                          <a:pt x="87401" y="22851"/>
                          <a:pt x="87401" y="22851"/>
                          <a:pt x="87401" y="22851"/>
                        </a:cubicBezTo>
                        <a:cubicBezTo>
                          <a:pt x="87401" y="22851"/>
                          <a:pt x="87263" y="22713"/>
                          <a:pt x="87194" y="22713"/>
                        </a:cubicBezTo>
                        <a:cubicBezTo>
                          <a:pt x="87056" y="22575"/>
                          <a:pt x="86849" y="22437"/>
                          <a:pt x="86711" y="22299"/>
                        </a:cubicBezTo>
                        <a:cubicBezTo>
                          <a:pt x="86573" y="22161"/>
                          <a:pt x="86366" y="22092"/>
                          <a:pt x="86228" y="21954"/>
                        </a:cubicBezTo>
                        <a:cubicBezTo>
                          <a:pt x="86090" y="21816"/>
                          <a:pt x="85883" y="21747"/>
                          <a:pt x="85745" y="21609"/>
                        </a:cubicBezTo>
                        <a:cubicBezTo>
                          <a:pt x="85606" y="21540"/>
                          <a:pt x="85399" y="21402"/>
                          <a:pt x="85261" y="21333"/>
                        </a:cubicBezTo>
                        <a:lnTo>
                          <a:pt x="85123" y="21333"/>
                        </a:lnTo>
                        <a:cubicBezTo>
                          <a:pt x="85123" y="21333"/>
                          <a:pt x="51019" y="1588"/>
                          <a:pt x="51019" y="1588"/>
                        </a:cubicBezTo>
                        <a:cubicBezTo>
                          <a:pt x="50881" y="1519"/>
                          <a:pt x="50743" y="1450"/>
                          <a:pt x="50673" y="1381"/>
                        </a:cubicBezTo>
                        <a:cubicBezTo>
                          <a:pt x="50535" y="1312"/>
                          <a:pt x="50328" y="1243"/>
                          <a:pt x="50190" y="1105"/>
                        </a:cubicBezTo>
                        <a:cubicBezTo>
                          <a:pt x="50052" y="1036"/>
                          <a:pt x="49914" y="967"/>
                          <a:pt x="49707" y="898"/>
                        </a:cubicBezTo>
                        <a:cubicBezTo>
                          <a:pt x="49500" y="829"/>
                          <a:pt x="49431" y="759"/>
                          <a:pt x="49224" y="690"/>
                        </a:cubicBezTo>
                        <a:cubicBezTo>
                          <a:pt x="49086" y="690"/>
                          <a:pt x="48947" y="552"/>
                          <a:pt x="48740" y="483"/>
                        </a:cubicBezTo>
                        <a:cubicBezTo>
                          <a:pt x="48740" y="483"/>
                          <a:pt x="48740" y="483"/>
                          <a:pt x="48671" y="483"/>
                        </a:cubicBezTo>
                        <a:cubicBezTo>
                          <a:pt x="48671" y="483"/>
                          <a:pt x="48671" y="483"/>
                          <a:pt x="48671" y="483"/>
                        </a:cubicBezTo>
                        <a:cubicBezTo>
                          <a:pt x="48533" y="483"/>
                          <a:pt x="48464" y="414"/>
                          <a:pt x="48326" y="345"/>
                        </a:cubicBezTo>
                        <a:cubicBezTo>
                          <a:pt x="48188" y="345"/>
                          <a:pt x="47981" y="276"/>
                          <a:pt x="47843" y="207"/>
                        </a:cubicBezTo>
                        <a:cubicBezTo>
                          <a:pt x="47705" y="207"/>
                          <a:pt x="47498" y="138"/>
                          <a:pt x="47360" y="69"/>
                        </a:cubicBezTo>
                        <a:cubicBezTo>
                          <a:pt x="47222" y="69"/>
                          <a:pt x="47014" y="69"/>
                          <a:pt x="46876" y="0"/>
                        </a:cubicBezTo>
                        <a:cubicBezTo>
                          <a:pt x="46738" y="0"/>
                          <a:pt x="46669" y="0"/>
                          <a:pt x="46531" y="0"/>
                        </a:cubicBezTo>
                        <a:cubicBezTo>
                          <a:pt x="46531" y="0"/>
                          <a:pt x="46531" y="0"/>
                          <a:pt x="46531" y="0"/>
                        </a:cubicBezTo>
                        <a:cubicBezTo>
                          <a:pt x="46531" y="0"/>
                          <a:pt x="46462" y="0"/>
                          <a:pt x="46393" y="0"/>
                        </a:cubicBezTo>
                        <a:cubicBezTo>
                          <a:pt x="46186" y="0"/>
                          <a:pt x="46048" y="0"/>
                          <a:pt x="45841" y="0"/>
                        </a:cubicBezTo>
                        <a:cubicBezTo>
                          <a:pt x="45634" y="0"/>
                          <a:pt x="45427" y="0"/>
                          <a:pt x="45219" y="0"/>
                        </a:cubicBezTo>
                        <a:cubicBezTo>
                          <a:pt x="45012" y="0"/>
                          <a:pt x="44736" y="0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529" y="69"/>
                          <a:pt x="44529" y="69"/>
                          <a:pt x="44529" y="69"/>
                        </a:cubicBezTo>
                        <a:cubicBezTo>
                          <a:pt x="44253" y="69"/>
                          <a:pt x="44046" y="207"/>
                          <a:pt x="43770" y="276"/>
                        </a:cubicBezTo>
                        <a:cubicBezTo>
                          <a:pt x="43425" y="414"/>
                          <a:pt x="43148" y="552"/>
                          <a:pt x="42803" y="690"/>
                        </a:cubicBezTo>
                        <a:lnTo>
                          <a:pt x="0" y="25544"/>
                        </a:lnTo>
                        <a:cubicBezTo>
                          <a:pt x="552" y="25268"/>
                          <a:pt x="1105" y="25061"/>
                          <a:pt x="1726" y="24922"/>
                        </a:cubicBezTo>
                        <a:cubicBezTo>
                          <a:pt x="1726" y="24922"/>
                          <a:pt x="1726" y="24922"/>
                          <a:pt x="1726" y="24922"/>
                        </a:cubicBezTo>
                        <a:cubicBezTo>
                          <a:pt x="2347" y="24784"/>
                          <a:pt x="2969" y="24784"/>
                          <a:pt x="3659" y="24853"/>
                        </a:cubicBezTo>
                        <a:cubicBezTo>
                          <a:pt x="3659" y="24853"/>
                          <a:pt x="3659" y="24853"/>
                          <a:pt x="3659" y="24853"/>
                        </a:cubicBezTo>
                        <a:cubicBezTo>
                          <a:pt x="4349" y="24853"/>
                          <a:pt x="5040" y="25061"/>
                          <a:pt x="5799" y="25337"/>
                        </a:cubicBezTo>
                        <a:cubicBezTo>
                          <a:pt x="5799" y="25337"/>
                          <a:pt x="5799" y="25337"/>
                          <a:pt x="5799" y="25337"/>
                        </a:cubicBezTo>
                        <a:cubicBezTo>
                          <a:pt x="6559" y="25613"/>
                          <a:pt x="7318" y="25958"/>
                          <a:pt x="8146" y="26372"/>
                        </a:cubicBezTo>
                        <a:lnTo>
                          <a:pt x="42251" y="46048"/>
                        </a:lnTo>
                        <a:cubicBezTo>
                          <a:pt x="43010" y="46531"/>
                          <a:pt x="43839" y="47014"/>
                          <a:pt x="44529" y="47636"/>
                        </a:cubicBezTo>
                        <a:cubicBezTo>
                          <a:pt x="44529" y="47636"/>
                          <a:pt x="44529" y="47636"/>
                          <a:pt x="44529" y="47636"/>
                        </a:cubicBezTo>
                        <a:cubicBezTo>
                          <a:pt x="45289" y="48257"/>
                          <a:pt x="45979" y="48878"/>
                          <a:pt x="46669" y="49638"/>
                        </a:cubicBezTo>
                        <a:cubicBezTo>
                          <a:pt x="46669" y="49638"/>
                          <a:pt x="46669" y="49638"/>
                          <a:pt x="46669" y="49638"/>
                        </a:cubicBezTo>
                        <a:cubicBezTo>
                          <a:pt x="47360" y="50397"/>
                          <a:pt x="47981" y="51157"/>
                          <a:pt x="48602" y="51985"/>
                        </a:cubicBezTo>
                        <a:cubicBezTo>
                          <a:pt x="48602" y="51985"/>
                          <a:pt x="48602" y="51985"/>
                          <a:pt x="48602" y="51985"/>
                        </a:cubicBezTo>
                        <a:cubicBezTo>
                          <a:pt x="49224" y="52814"/>
                          <a:pt x="49776" y="53642"/>
                          <a:pt x="50259" y="54540"/>
                        </a:cubicBezTo>
                        <a:cubicBezTo>
                          <a:pt x="50259" y="54540"/>
                          <a:pt x="50259" y="54609"/>
                          <a:pt x="50328" y="54678"/>
                        </a:cubicBezTo>
                        <a:cubicBezTo>
                          <a:pt x="50812" y="55575"/>
                          <a:pt x="51295" y="56473"/>
                          <a:pt x="51709" y="57370"/>
                        </a:cubicBezTo>
                        <a:cubicBezTo>
                          <a:pt x="51709" y="57370"/>
                          <a:pt x="51709" y="57370"/>
                          <a:pt x="51709" y="57370"/>
                        </a:cubicBezTo>
                        <a:cubicBezTo>
                          <a:pt x="52123" y="58337"/>
                          <a:pt x="52468" y="59234"/>
                          <a:pt x="52745" y="60201"/>
                        </a:cubicBezTo>
                        <a:cubicBezTo>
                          <a:pt x="52745" y="60201"/>
                          <a:pt x="52745" y="60201"/>
                          <a:pt x="52745" y="60201"/>
                        </a:cubicBezTo>
                        <a:cubicBezTo>
                          <a:pt x="53021" y="61167"/>
                          <a:pt x="53228" y="62134"/>
                          <a:pt x="53435" y="63031"/>
                        </a:cubicBezTo>
                        <a:cubicBezTo>
                          <a:pt x="53435" y="63031"/>
                          <a:pt x="53435" y="63031"/>
                          <a:pt x="53435" y="63031"/>
                        </a:cubicBezTo>
                        <a:cubicBezTo>
                          <a:pt x="53573" y="63998"/>
                          <a:pt x="53642" y="64895"/>
                          <a:pt x="53642" y="65862"/>
                        </a:cubicBezTo>
                        <a:cubicBezTo>
                          <a:pt x="53642" y="66759"/>
                          <a:pt x="53573" y="67588"/>
                          <a:pt x="53435" y="68347"/>
                        </a:cubicBezTo>
                        <a:cubicBezTo>
                          <a:pt x="53435" y="68347"/>
                          <a:pt x="53435" y="68347"/>
                          <a:pt x="53435" y="68347"/>
                        </a:cubicBezTo>
                        <a:cubicBezTo>
                          <a:pt x="53297" y="69106"/>
                          <a:pt x="53090" y="69797"/>
                          <a:pt x="52814" y="70418"/>
                        </a:cubicBezTo>
                        <a:cubicBezTo>
                          <a:pt x="52814" y="70418"/>
                          <a:pt x="52814" y="70418"/>
                          <a:pt x="52814" y="70418"/>
                        </a:cubicBezTo>
                        <a:cubicBezTo>
                          <a:pt x="52606" y="70832"/>
                          <a:pt x="52399" y="71109"/>
                          <a:pt x="52123" y="71454"/>
                        </a:cubicBezTo>
                        <a:cubicBezTo>
                          <a:pt x="51640" y="72144"/>
                          <a:pt x="51088" y="72765"/>
                          <a:pt x="50328" y="73180"/>
                        </a:cubicBezTo>
                        <a:lnTo>
                          <a:pt x="50328" y="73180"/>
                        </a:lnTo>
                        <a:cubicBezTo>
                          <a:pt x="50328" y="73180"/>
                          <a:pt x="50328" y="73180"/>
                          <a:pt x="50328" y="73180"/>
                        </a:cubicBezTo>
                        <a:lnTo>
                          <a:pt x="93131" y="48326"/>
                        </a:lnTo>
                        <a:cubicBezTo>
                          <a:pt x="93822" y="47912"/>
                          <a:pt x="94374" y="47291"/>
                          <a:pt x="94926" y="46600"/>
                        </a:cubicBezTo>
                        <a:cubicBezTo>
                          <a:pt x="94926" y="46531"/>
                          <a:pt x="95064" y="46462"/>
                          <a:pt x="95133" y="46393"/>
                        </a:cubicBezTo>
                        <a:cubicBezTo>
                          <a:pt x="95271" y="46117"/>
                          <a:pt x="95410" y="45910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548" y="45634"/>
                          <a:pt x="95548" y="45634"/>
                          <a:pt x="95548" y="45634"/>
                        </a:cubicBezTo>
                        <a:cubicBezTo>
                          <a:pt x="95617" y="45427"/>
                          <a:pt x="95686" y="45288"/>
                          <a:pt x="95824" y="45081"/>
                        </a:cubicBezTo>
                        <a:cubicBezTo>
                          <a:pt x="95893" y="44874"/>
                          <a:pt x="95962" y="44667"/>
                          <a:pt x="96031" y="44460"/>
                        </a:cubicBezTo>
                        <a:cubicBezTo>
                          <a:pt x="96031" y="44253"/>
                          <a:pt x="96169" y="44046"/>
                          <a:pt x="96169" y="43839"/>
                        </a:cubicBezTo>
                        <a:cubicBezTo>
                          <a:pt x="96169" y="43770"/>
                          <a:pt x="96169" y="43632"/>
                          <a:pt x="96169" y="43563"/>
                        </a:cubicBezTo>
                        <a:cubicBezTo>
                          <a:pt x="96169" y="43563"/>
                          <a:pt x="96169" y="43563"/>
                          <a:pt x="96169" y="43494"/>
                        </a:cubicBezTo>
                        <a:cubicBezTo>
                          <a:pt x="96169" y="43425"/>
                          <a:pt x="96169" y="43355"/>
                          <a:pt x="96169" y="43286"/>
                        </a:cubicBezTo>
                        <a:cubicBezTo>
                          <a:pt x="96169" y="43079"/>
                          <a:pt x="96169" y="42941"/>
                          <a:pt x="96238" y="42734"/>
                        </a:cubicBezTo>
                        <a:cubicBezTo>
                          <a:pt x="96238" y="42527"/>
                          <a:pt x="96238" y="42389"/>
                          <a:pt x="96238" y="42182"/>
                        </a:cubicBezTo>
                        <a:cubicBezTo>
                          <a:pt x="96238" y="41975"/>
                          <a:pt x="96238" y="41837"/>
                          <a:pt x="96238" y="41630"/>
                        </a:cubicBezTo>
                        <a:cubicBezTo>
                          <a:pt x="96238" y="41422"/>
                          <a:pt x="96238" y="41284"/>
                          <a:pt x="96238" y="41077"/>
                        </a:cubicBezTo>
                        <a:cubicBezTo>
                          <a:pt x="96238" y="41077"/>
                          <a:pt x="96238" y="41077"/>
                          <a:pt x="96238" y="41077"/>
                        </a:cubicBezTo>
                        <a:cubicBezTo>
                          <a:pt x="96238" y="40939"/>
                          <a:pt x="96238" y="40732"/>
                          <a:pt x="96238" y="40525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194" name="Google Shape;1194;p56"/>
                  <p:cNvGrpSpPr/>
                  <p:nvPr/>
                </p:nvGrpSpPr>
                <p:grpSpPr>
                  <a:xfrm>
                    <a:off x="2034945" y="2742747"/>
                    <a:ext cx="439906" cy="564767"/>
                    <a:chOff x="2034945" y="2742747"/>
                    <a:chExt cx="439906" cy="564767"/>
                  </a:xfrm>
                </p:grpSpPr>
                <p:sp>
                  <p:nvSpPr>
                    <p:cNvPr id="1195" name="Google Shape;1195;p56"/>
                    <p:cNvSpPr/>
                    <p:nvPr/>
                  </p:nvSpPr>
                  <p:spPr>
                    <a:xfrm>
                      <a:off x="2034945" y="2889976"/>
                      <a:ext cx="57231" cy="49388"/>
                    </a:xfrm>
                    <a:custGeom>
                      <a:rect b="b" l="l" r="r" t="t"/>
                      <a:pathLst>
                        <a:path extrusionOk="0" h="49388" w="57231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09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178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96" name="Google Shape;1196;p56"/>
                    <p:cNvSpPr/>
                    <p:nvPr/>
                  </p:nvSpPr>
                  <p:spPr>
                    <a:xfrm>
                      <a:off x="2242679" y="3210655"/>
                      <a:ext cx="23197" cy="68856"/>
                    </a:xfrm>
                    <a:custGeom>
                      <a:rect b="b" l="l" r="r" t="t"/>
                      <a:pathLst>
                        <a:path extrusionOk="0" h="6885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131"/>
                            <a:pt x="23196" y="21519"/>
                          </a:cubicBezTo>
                          <a:lnTo>
                            <a:pt x="23058" y="60663"/>
                          </a:lnTo>
                          <a:cubicBezTo>
                            <a:pt x="23058" y="67981"/>
                            <a:pt x="17881" y="70949"/>
                            <a:pt x="11529" y="67290"/>
                          </a:cubicBezTo>
                          <a:cubicBezTo>
                            <a:pt x="5109" y="63631"/>
                            <a:pt x="0" y="54725"/>
                            <a:pt x="0" y="4733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97" name="Google Shape;1197;p56"/>
                    <p:cNvSpPr/>
                    <p:nvPr/>
                  </p:nvSpPr>
                  <p:spPr>
                    <a:xfrm>
                      <a:off x="2062618" y="3023246"/>
                      <a:ext cx="52628" cy="32282"/>
                    </a:xfrm>
                    <a:custGeom>
                      <a:rect b="b" l="l" r="r" t="t"/>
                      <a:pathLst>
                        <a:path extrusionOk="0" h="32282" w="52628">
                          <a:moveTo>
                            <a:pt x="41088" y="1609"/>
                          </a:moveTo>
                          <a:cubicBezTo>
                            <a:pt x="45092" y="3887"/>
                            <a:pt x="48958" y="8513"/>
                            <a:pt x="51099" y="14035"/>
                          </a:cubicBezTo>
                          <a:cubicBezTo>
                            <a:pt x="54274" y="22251"/>
                            <a:pt x="52341" y="29293"/>
                            <a:pt x="46818" y="29707"/>
                          </a:cubicBezTo>
                          <a:lnTo>
                            <a:pt x="17270" y="32261"/>
                          </a:lnTo>
                          <a:cubicBezTo>
                            <a:pt x="15406" y="32399"/>
                            <a:pt x="13473" y="31847"/>
                            <a:pt x="11471" y="30673"/>
                          </a:cubicBezTo>
                          <a:cubicBezTo>
                            <a:pt x="7467" y="28395"/>
                            <a:pt x="3601" y="23770"/>
                            <a:pt x="1530" y="18247"/>
                          </a:cubicBezTo>
                          <a:cubicBezTo>
                            <a:pt x="-1646" y="10100"/>
                            <a:pt x="287" y="2989"/>
                            <a:pt x="5810" y="2575"/>
                          </a:cubicBezTo>
                          <a:lnTo>
                            <a:pt x="35427" y="21"/>
                          </a:lnTo>
                          <a:cubicBezTo>
                            <a:pt x="37222" y="-117"/>
                            <a:pt x="39224" y="435"/>
                            <a:pt x="41157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98" name="Google Shape;1198;p56"/>
                    <p:cNvSpPr/>
                    <p:nvPr/>
                  </p:nvSpPr>
                  <p:spPr>
                    <a:xfrm>
                      <a:off x="2138562" y="3133468"/>
                      <a:ext cx="40264" cy="53744"/>
                    </a:xfrm>
                    <a:custGeom>
                      <a:rect b="b" l="l" r="r" t="t"/>
                      <a:pathLst>
                        <a:path extrusionOk="0" h="53744" w="40264">
                          <a:moveTo>
                            <a:pt x="28796" y="1570"/>
                          </a:moveTo>
                          <a:cubicBezTo>
                            <a:pt x="30729" y="2675"/>
                            <a:pt x="32731" y="4401"/>
                            <a:pt x="34526" y="6679"/>
                          </a:cubicBezTo>
                          <a:cubicBezTo>
                            <a:pt x="40049" y="13583"/>
                            <a:pt x="41913" y="22765"/>
                            <a:pt x="38669" y="27252"/>
                          </a:cubicBezTo>
                          <a:lnTo>
                            <a:pt x="21547" y="51346"/>
                          </a:lnTo>
                          <a:cubicBezTo>
                            <a:pt x="19407" y="54315"/>
                            <a:pt x="15472" y="54453"/>
                            <a:pt x="11468" y="52174"/>
                          </a:cubicBezTo>
                          <a:cubicBezTo>
                            <a:pt x="9535" y="51070"/>
                            <a:pt x="7533" y="49344"/>
                            <a:pt x="5738" y="47066"/>
                          </a:cubicBezTo>
                          <a:cubicBezTo>
                            <a:pt x="215" y="40231"/>
                            <a:pt x="-1649" y="30980"/>
                            <a:pt x="1596" y="26493"/>
                          </a:cubicBezTo>
                          <a:lnTo>
                            <a:pt x="18717" y="2398"/>
                          </a:lnTo>
                          <a:cubicBezTo>
                            <a:pt x="20857" y="-570"/>
                            <a:pt x="24792" y="-708"/>
                            <a:pt x="28796" y="1570"/>
                          </a:cubicBez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199" name="Google Shape;1199;p56"/>
                    <p:cNvSpPr/>
                    <p:nvPr/>
                  </p:nvSpPr>
                  <p:spPr>
                    <a:xfrm>
                      <a:off x="2330000" y="3234086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540"/>
                          </a:moveTo>
                          <a:cubicBezTo>
                            <a:pt x="15613" y="3818"/>
                            <a:pt x="19479" y="8512"/>
                            <a:pt x="21620" y="13966"/>
                          </a:cubicBezTo>
                          <a:lnTo>
                            <a:pt x="38534" y="57736"/>
                          </a:lnTo>
                          <a:cubicBezTo>
                            <a:pt x="41709" y="65952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523" y="71889"/>
                          </a:cubicBezTo>
                          <a:cubicBezTo>
                            <a:pt x="24519" y="69611"/>
                            <a:pt x="20653" y="64985"/>
                            <a:pt x="18513" y="59462"/>
                          </a:cubicBezTo>
                          <a:lnTo>
                            <a:pt x="1530" y="15692"/>
                          </a:lnTo>
                          <a:cubicBezTo>
                            <a:pt x="-1646" y="7546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540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0" name="Google Shape;1200;p56"/>
                    <p:cNvSpPr/>
                    <p:nvPr/>
                  </p:nvSpPr>
                  <p:spPr>
                    <a:xfrm>
                      <a:off x="2063174" y="2786366"/>
                      <a:ext cx="52552" cy="66412"/>
                    </a:xfrm>
                    <a:custGeom>
                      <a:rect b="b" l="l" r="r" t="t"/>
                      <a:pathLst>
                        <a:path extrusionOk="0" h="66412" w="52552">
                          <a:moveTo>
                            <a:pt x="11675" y="1621"/>
                          </a:moveTo>
                          <a:cubicBezTo>
                            <a:pt x="13608" y="2726"/>
                            <a:pt x="15610" y="4452"/>
                            <a:pt x="17405" y="6730"/>
                          </a:cubicBezTo>
                          <a:lnTo>
                            <a:pt x="46815" y="43389"/>
                          </a:lnTo>
                          <a:cubicBezTo>
                            <a:pt x="52338" y="50224"/>
                            <a:pt x="54202" y="59475"/>
                            <a:pt x="50957" y="63962"/>
                          </a:cubicBezTo>
                          <a:cubicBezTo>
                            <a:pt x="48817" y="67000"/>
                            <a:pt x="44951" y="67138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217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7006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1" name="Google Shape;1201;p56"/>
                    <p:cNvSpPr/>
                    <p:nvPr/>
                  </p:nvSpPr>
                  <p:spPr>
                    <a:xfrm>
                      <a:off x="2394001" y="3197621"/>
                      <a:ext cx="52552" cy="66354"/>
                    </a:xfrm>
                    <a:custGeom>
                      <a:rect b="b" l="l" r="r" t="t"/>
                      <a:pathLst>
                        <a:path extrusionOk="0" h="66354" w="52552">
                          <a:moveTo>
                            <a:pt x="11675" y="1552"/>
                          </a:moveTo>
                          <a:cubicBezTo>
                            <a:pt x="13608" y="2657"/>
                            <a:pt x="15610" y="4383"/>
                            <a:pt x="17405" y="6661"/>
                          </a:cubicBezTo>
                          <a:lnTo>
                            <a:pt x="46815" y="43320"/>
                          </a:lnTo>
                          <a:cubicBezTo>
                            <a:pt x="52338" y="50155"/>
                            <a:pt x="54202" y="59406"/>
                            <a:pt x="50957" y="63893"/>
                          </a:cubicBezTo>
                          <a:cubicBezTo>
                            <a:pt x="48817" y="66931"/>
                            <a:pt x="44951" y="67069"/>
                            <a:pt x="40947" y="64791"/>
                          </a:cubicBezTo>
                          <a:cubicBezTo>
                            <a:pt x="39014" y="63686"/>
                            <a:pt x="37012" y="61960"/>
                            <a:pt x="35148" y="59682"/>
                          </a:cubicBezTo>
                          <a:lnTo>
                            <a:pt x="5738" y="23023"/>
                          </a:lnTo>
                          <a:cubicBezTo>
                            <a:pt x="215" y="16188"/>
                            <a:pt x="-1649" y="6937"/>
                            <a:pt x="1596" y="2450"/>
                          </a:cubicBezTo>
                          <a:cubicBezTo>
                            <a:pt x="3736" y="-588"/>
                            <a:pt x="7602" y="-726"/>
                            <a:pt x="11606" y="162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2" name="Google Shape;1202;p56"/>
                    <p:cNvSpPr/>
                    <p:nvPr/>
                  </p:nvSpPr>
                  <p:spPr>
                    <a:xfrm>
                      <a:off x="2139733" y="2742747"/>
                      <a:ext cx="40063" cy="73428"/>
                    </a:xfrm>
                    <a:custGeom>
                      <a:rect b="b" l="l" r="r" t="t"/>
                      <a:pathLst>
                        <a:path extrusionOk="0" h="73428" w="40063">
                          <a:moveTo>
                            <a:pt x="11609" y="1609"/>
                          </a:moveTo>
                          <a:cubicBezTo>
                            <a:pt x="15613" y="3887"/>
                            <a:pt x="19479" y="8512"/>
                            <a:pt x="21620" y="14035"/>
                          </a:cubicBezTo>
                          <a:lnTo>
                            <a:pt x="38534" y="57736"/>
                          </a:lnTo>
                          <a:cubicBezTo>
                            <a:pt x="41709" y="65951"/>
                            <a:pt x="39776" y="72993"/>
                            <a:pt x="34253" y="73408"/>
                          </a:cubicBezTo>
                          <a:cubicBezTo>
                            <a:pt x="32458" y="73546"/>
                            <a:pt x="30456" y="72993"/>
                            <a:pt x="28454" y="71889"/>
                          </a:cubicBezTo>
                          <a:cubicBezTo>
                            <a:pt x="24450" y="69610"/>
                            <a:pt x="20584" y="64985"/>
                            <a:pt x="18444" y="59462"/>
                          </a:cubicBezTo>
                          <a:lnTo>
                            <a:pt x="1530" y="15692"/>
                          </a:lnTo>
                          <a:cubicBezTo>
                            <a:pt x="-1646" y="7477"/>
                            <a:pt x="287" y="504"/>
                            <a:pt x="5810" y="21"/>
                          </a:cubicBezTo>
                          <a:cubicBezTo>
                            <a:pt x="7605" y="-117"/>
                            <a:pt x="9607" y="435"/>
                            <a:pt x="11609" y="154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3" name="Google Shape;1203;p56"/>
                    <p:cNvSpPr/>
                    <p:nvPr/>
                  </p:nvSpPr>
                  <p:spPr>
                    <a:xfrm>
                      <a:off x="2394619" y="2994733"/>
                      <a:ext cx="52697" cy="32281"/>
                    </a:xfrm>
                    <a:custGeom>
                      <a:rect b="b" l="l" r="r" t="t"/>
                      <a:pathLst>
                        <a:path extrusionOk="0" h="32281" w="52697">
                          <a:moveTo>
                            <a:pt x="41157" y="1609"/>
                          </a:moveTo>
                          <a:cubicBezTo>
                            <a:pt x="45161" y="3887"/>
                            <a:pt x="49027" y="8512"/>
                            <a:pt x="51168" y="14035"/>
                          </a:cubicBezTo>
                          <a:cubicBezTo>
                            <a:pt x="54343" y="22251"/>
                            <a:pt x="52410" y="29293"/>
                            <a:pt x="46887" y="29707"/>
                          </a:cubicBezTo>
                          <a:lnTo>
                            <a:pt x="17339" y="32261"/>
                          </a:lnTo>
                          <a:cubicBezTo>
                            <a:pt x="15544" y="32399"/>
                            <a:pt x="13542" y="31847"/>
                            <a:pt x="11540" y="30673"/>
                          </a:cubicBezTo>
                          <a:cubicBezTo>
                            <a:pt x="7536" y="28395"/>
                            <a:pt x="3670" y="23770"/>
                            <a:pt x="1530" y="18247"/>
                          </a:cubicBezTo>
                          <a:cubicBezTo>
                            <a:pt x="-1646" y="10031"/>
                            <a:pt x="287" y="2989"/>
                            <a:pt x="5810" y="2575"/>
                          </a:cubicBezTo>
                          <a:lnTo>
                            <a:pt x="35358" y="21"/>
                          </a:lnTo>
                          <a:cubicBezTo>
                            <a:pt x="37153" y="-117"/>
                            <a:pt x="39155" y="435"/>
                            <a:pt x="41157" y="16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4" name="Google Shape;1204;p56"/>
                    <p:cNvSpPr/>
                    <p:nvPr/>
                  </p:nvSpPr>
                  <p:spPr>
                    <a:xfrm>
                      <a:off x="2330901" y="2863055"/>
                      <a:ext cx="40264" cy="53789"/>
                    </a:xfrm>
                    <a:custGeom>
                      <a:rect b="b" l="l" r="r" t="t"/>
                      <a:pathLst>
                        <a:path extrusionOk="0" h="53789" w="40264">
                          <a:moveTo>
                            <a:pt x="28796" y="1633"/>
                          </a:moveTo>
                          <a:cubicBezTo>
                            <a:pt x="30729" y="2737"/>
                            <a:pt x="32731" y="4463"/>
                            <a:pt x="34526" y="6741"/>
                          </a:cubicBezTo>
                          <a:cubicBezTo>
                            <a:pt x="40049" y="13576"/>
                            <a:pt x="41913" y="22827"/>
                            <a:pt x="38669" y="27246"/>
                          </a:cubicBezTo>
                          <a:lnTo>
                            <a:pt x="21547" y="51340"/>
                          </a:lnTo>
                          <a:cubicBezTo>
                            <a:pt x="19407" y="54377"/>
                            <a:pt x="15541" y="54515"/>
                            <a:pt x="11537" y="52168"/>
                          </a:cubicBezTo>
                          <a:cubicBezTo>
                            <a:pt x="9604" y="51063"/>
                            <a:pt x="7602" y="49338"/>
                            <a:pt x="5738" y="47059"/>
                          </a:cubicBezTo>
                          <a:cubicBezTo>
                            <a:pt x="215" y="40225"/>
                            <a:pt x="-1649" y="31043"/>
                            <a:pt x="1595" y="26486"/>
                          </a:cubicBezTo>
                          <a:lnTo>
                            <a:pt x="18717" y="2461"/>
                          </a:lnTo>
                          <a:cubicBezTo>
                            <a:pt x="20857" y="-576"/>
                            <a:pt x="24723" y="-715"/>
                            <a:pt x="28727" y="15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5" name="Google Shape;1205;p56"/>
                    <p:cNvSpPr/>
                    <p:nvPr/>
                  </p:nvSpPr>
                  <p:spPr>
                    <a:xfrm>
                      <a:off x="2243921" y="2770887"/>
                      <a:ext cx="23197" cy="68926"/>
                    </a:xfrm>
                    <a:custGeom>
                      <a:rect b="b" l="l" r="r" t="t"/>
                      <a:pathLst>
                        <a:path extrusionOk="0" h="68926" w="23197">
                          <a:moveTo>
                            <a:pt x="11736" y="1567"/>
                          </a:moveTo>
                          <a:cubicBezTo>
                            <a:pt x="18088" y="5226"/>
                            <a:pt x="23266" y="14201"/>
                            <a:pt x="23197" y="21519"/>
                          </a:cubicBezTo>
                          <a:lnTo>
                            <a:pt x="23058" y="60732"/>
                          </a:lnTo>
                          <a:cubicBezTo>
                            <a:pt x="23058" y="68050"/>
                            <a:pt x="17881" y="71018"/>
                            <a:pt x="11529" y="67359"/>
                          </a:cubicBezTo>
                          <a:cubicBezTo>
                            <a:pt x="5109" y="63700"/>
                            <a:pt x="0" y="54726"/>
                            <a:pt x="0" y="47408"/>
                          </a:cubicBezTo>
                          <a:lnTo>
                            <a:pt x="138" y="8194"/>
                          </a:lnTo>
                          <a:cubicBezTo>
                            <a:pt x="138" y="876"/>
                            <a:pt x="5316" y="-2092"/>
                            <a:pt x="11736" y="156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06" name="Google Shape;1206;p56"/>
                    <p:cNvSpPr/>
                    <p:nvPr/>
                  </p:nvSpPr>
                  <p:spPr>
                    <a:xfrm>
                      <a:off x="2417619" y="3110965"/>
                      <a:ext cx="57232" cy="49388"/>
                    </a:xfrm>
                    <a:custGeom>
                      <a:rect b="b" l="l" r="r" t="t"/>
                      <a:pathLst>
                        <a:path extrusionOk="0" h="49388" w="57232">
                          <a:moveTo>
                            <a:pt x="45703" y="21242"/>
                          </a:moveTo>
                          <a:cubicBezTo>
                            <a:pt x="52123" y="24901"/>
                            <a:pt x="57232" y="33876"/>
                            <a:pt x="57232" y="41194"/>
                          </a:cubicBezTo>
                          <a:cubicBezTo>
                            <a:pt x="57232" y="48512"/>
                            <a:pt x="52054" y="51481"/>
                            <a:pt x="45634" y="47822"/>
                          </a:cubicBezTo>
                          <a:lnTo>
                            <a:pt x="11529" y="28146"/>
                          </a:lnTo>
                          <a:cubicBezTo>
                            <a:pt x="5178" y="24487"/>
                            <a:pt x="0" y="15581"/>
                            <a:pt x="0" y="8194"/>
                          </a:cubicBezTo>
                          <a:cubicBezTo>
                            <a:pt x="0" y="876"/>
                            <a:pt x="5247" y="-2092"/>
                            <a:pt x="11598" y="1567"/>
                          </a:cubicBezTo>
                          <a:lnTo>
                            <a:pt x="45703" y="21242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grpSp>
              <p:nvGrpSpPr>
                <p:cNvPr id="1207" name="Google Shape;1207;p56"/>
                <p:cNvGrpSpPr/>
                <p:nvPr/>
              </p:nvGrpSpPr>
              <p:grpSpPr>
                <a:xfrm>
                  <a:off x="1696317" y="2910045"/>
                  <a:ext cx="622578" cy="459029"/>
                  <a:chOff x="1696317" y="2910045"/>
                  <a:chExt cx="622578" cy="459029"/>
                </a:xfrm>
              </p:grpSpPr>
              <p:grpSp>
                <p:nvGrpSpPr>
                  <p:cNvPr id="1208" name="Google Shape;1208;p56"/>
                  <p:cNvGrpSpPr/>
                  <p:nvPr/>
                </p:nvGrpSpPr>
                <p:grpSpPr>
                  <a:xfrm>
                    <a:off x="1713990" y="2910045"/>
                    <a:ext cx="604905" cy="458960"/>
                    <a:chOff x="1713990" y="2910045"/>
                    <a:chExt cx="604905" cy="458960"/>
                  </a:xfrm>
                </p:grpSpPr>
                <p:sp>
                  <p:nvSpPr>
                    <p:cNvPr id="1209" name="Google Shape;1209;p56"/>
                    <p:cNvSpPr/>
                    <p:nvPr/>
                  </p:nvSpPr>
                  <p:spPr>
                    <a:xfrm>
                      <a:off x="1713990" y="2969486"/>
                      <a:ext cx="134277" cy="61650"/>
                    </a:xfrm>
                    <a:custGeom>
                      <a:rect b="b" l="l" r="r" t="t"/>
                      <a:pathLst>
                        <a:path extrusionOk="0" h="61650" w="134277">
                          <a:moveTo>
                            <a:pt x="54263" y="61650"/>
                          </a:moveTo>
                          <a:lnTo>
                            <a:pt x="134278" y="15119"/>
                          </a:lnTo>
                          <a:cubicBezTo>
                            <a:pt x="133656" y="14567"/>
                            <a:pt x="132966" y="14015"/>
                            <a:pt x="132345" y="13531"/>
                          </a:cubicBezTo>
                          <a:cubicBezTo>
                            <a:pt x="131654" y="12979"/>
                            <a:pt x="131033" y="12496"/>
                            <a:pt x="130342" y="12012"/>
                          </a:cubicBezTo>
                          <a:cubicBezTo>
                            <a:pt x="129997" y="11736"/>
                            <a:pt x="129652" y="11529"/>
                            <a:pt x="129307" y="11253"/>
                          </a:cubicBezTo>
                          <a:cubicBezTo>
                            <a:pt x="129169" y="11184"/>
                            <a:pt x="129100" y="11115"/>
                            <a:pt x="128962" y="10977"/>
                          </a:cubicBezTo>
                          <a:cubicBezTo>
                            <a:pt x="128755" y="10839"/>
                            <a:pt x="128548" y="10701"/>
                            <a:pt x="128409" y="10563"/>
                          </a:cubicBezTo>
                          <a:cubicBezTo>
                            <a:pt x="127719" y="10079"/>
                            <a:pt x="127098" y="9665"/>
                            <a:pt x="126407" y="9251"/>
                          </a:cubicBezTo>
                          <a:cubicBezTo>
                            <a:pt x="125717" y="8837"/>
                            <a:pt x="125027" y="8423"/>
                            <a:pt x="124405" y="8008"/>
                          </a:cubicBezTo>
                          <a:cubicBezTo>
                            <a:pt x="124267" y="7939"/>
                            <a:pt x="124060" y="7801"/>
                            <a:pt x="123922" y="7732"/>
                          </a:cubicBezTo>
                          <a:cubicBezTo>
                            <a:pt x="123370" y="7456"/>
                            <a:pt x="122887" y="7111"/>
                            <a:pt x="122334" y="6835"/>
                          </a:cubicBezTo>
                          <a:cubicBezTo>
                            <a:pt x="121644" y="6420"/>
                            <a:pt x="120954" y="6075"/>
                            <a:pt x="120194" y="5730"/>
                          </a:cubicBezTo>
                          <a:cubicBezTo>
                            <a:pt x="119780" y="5523"/>
                            <a:pt x="119435" y="5385"/>
                            <a:pt x="119020" y="5178"/>
                          </a:cubicBezTo>
                          <a:cubicBezTo>
                            <a:pt x="118882" y="5178"/>
                            <a:pt x="118744" y="5040"/>
                            <a:pt x="118606" y="4971"/>
                          </a:cubicBezTo>
                          <a:cubicBezTo>
                            <a:pt x="118399" y="4902"/>
                            <a:pt x="118192" y="4764"/>
                            <a:pt x="118054" y="4694"/>
                          </a:cubicBezTo>
                          <a:cubicBezTo>
                            <a:pt x="117295" y="4349"/>
                            <a:pt x="116535" y="4073"/>
                            <a:pt x="115845" y="3728"/>
                          </a:cubicBezTo>
                          <a:cubicBezTo>
                            <a:pt x="115223" y="3452"/>
                            <a:pt x="114602" y="3245"/>
                            <a:pt x="113981" y="3038"/>
                          </a:cubicBezTo>
                          <a:cubicBezTo>
                            <a:pt x="113912" y="3038"/>
                            <a:pt x="113843" y="3038"/>
                            <a:pt x="113704" y="2969"/>
                          </a:cubicBezTo>
                          <a:cubicBezTo>
                            <a:pt x="113704" y="2969"/>
                            <a:pt x="113566" y="2969"/>
                            <a:pt x="113497" y="2900"/>
                          </a:cubicBezTo>
                          <a:cubicBezTo>
                            <a:pt x="112669" y="2623"/>
                            <a:pt x="111841" y="2347"/>
                            <a:pt x="111081" y="2071"/>
                          </a:cubicBezTo>
                          <a:cubicBezTo>
                            <a:pt x="110391" y="1864"/>
                            <a:pt x="109631" y="1657"/>
                            <a:pt x="108941" y="1519"/>
                          </a:cubicBezTo>
                          <a:cubicBezTo>
                            <a:pt x="108872" y="1519"/>
                            <a:pt x="108734" y="1519"/>
                            <a:pt x="108665" y="1450"/>
                          </a:cubicBezTo>
                          <a:cubicBezTo>
                            <a:pt x="108665" y="1450"/>
                            <a:pt x="108527" y="1450"/>
                            <a:pt x="108527" y="1450"/>
                          </a:cubicBezTo>
                          <a:cubicBezTo>
                            <a:pt x="107629" y="1243"/>
                            <a:pt x="106732" y="1036"/>
                            <a:pt x="105834" y="828"/>
                          </a:cubicBezTo>
                          <a:cubicBezTo>
                            <a:pt x="105351" y="759"/>
                            <a:pt x="104799" y="690"/>
                            <a:pt x="104315" y="552"/>
                          </a:cubicBezTo>
                          <a:cubicBezTo>
                            <a:pt x="104039" y="552"/>
                            <a:pt x="103832" y="483"/>
                            <a:pt x="103556" y="414"/>
                          </a:cubicBezTo>
                          <a:cubicBezTo>
                            <a:pt x="103349" y="414"/>
                            <a:pt x="103142" y="345"/>
                            <a:pt x="102935" y="345"/>
                          </a:cubicBezTo>
                          <a:cubicBezTo>
                            <a:pt x="101899" y="207"/>
                            <a:pt x="100864" y="69"/>
                            <a:pt x="99828" y="0"/>
                          </a:cubicBezTo>
                          <a:cubicBezTo>
                            <a:pt x="99690" y="0"/>
                            <a:pt x="99483" y="0"/>
                            <a:pt x="99345" y="0"/>
                          </a:cubicBezTo>
                          <a:cubicBezTo>
                            <a:pt x="98999" y="0"/>
                            <a:pt x="98654" y="0"/>
                            <a:pt x="98309" y="0"/>
                          </a:cubicBezTo>
                          <a:cubicBezTo>
                            <a:pt x="97688" y="0"/>
                            <a:pt x="97066" y="0"/>
                            <a:pt x="96445" y="0"/>
                          </a:cubicBezTo>
                          <a:cubicBezTo>
                            <a:pt x="96031" y="0"/>
                            <a:pt x="95617" y="0"/>
                            <a:pt x="95202" y="0"/>
                          </a:cubicBezTo>
                          <a:cubicBezTo>
                            <a:pt x="94719" y="0"/>
                            <a:pt x="94236" y="0"/>
                            <a:pt x="93684" y="0"/>
                          </a:cubicBezTo>
                          <a:cubicBezTo>
                            <a:pt x="93339" y="0"/>
                            <a:pt x="93062" y="0"/>
                            <a:pt x="92717" y="0"/>
                          </a:cubicBezTo>
                          <a:cubicBezTo>
                            <a:pt x="92165" y="0"/>
                            <a:pt x="91682" y="138"/>
                            <a:pt x="91198" y="207"/>
                          </a:cubicBezTo>
                          <a:cubicBezTo>
                            <a:pt x="90508" y="276"/>
                            <a:pt x="89887" y="345"/>
                            <a:pt x="89265" y="483"/>
                          </a:cubicBezTo>
                          <a:cubicBezTo>
                            <a:pt x="89058" y="483"/>
                            <a:pt x="88782" y="483"/>
                            <a:pt x="88575" y="552"/>
                          </a:cubicBezTo>
                          <a:cubicBezTo>
                            <a:pt x="87608" y="759"/>
                            <a:pt x="86642" y="967"/>
                            <a:pt x="85675" y="1243"/>
                          </a:cubicBezTo>
                          <a:cubicBezTo>
                            <a:pt x="85192" y="1381"/>
                            <a:pt x="84709" y="1519"/>
                            <a:pt x="84226" y="1726"/>
                          </a:cubicBezTo>
                          <a:cubicBezTo>
                            <a:pt x="84088" y="1726"/>
                            <a:pt x="83949" y="1864"/>
                            <a:pt x="83742" y="1933"/>
                          </a:cubicBezTo>
                          <a:cubicBezTo>
                            <a:pt x="82500" y="2416"/>
                            <a:pt x="81188" y="2969"/>
                            <a:pt x="80014" y="3659"/>
                          </a:cubicBezTo>
                          <a:lnTo>
                            <a:pt x="0" y="50190"/>
                          </a:lnTo>
                          <a:cubicBezTo>
                            <a:pt x="1174" y="49500"/>
                            <a:pt x="2416" y="48947"/>
                            <a:pt x="3728" y="48464"/>
                          </a:cubicBezTo>
                          <a:cubicBezTo>
                            <a:pt x="4349" y="48257"/>
                            <a:pt x="4971" y="47981"/>
                            <a:pt x="5592" y="47774"/>
                          </a:cubicBezTo>
                          <a:cubicBezTo>
                            <a:pt x="6766" y="47429"/>
                            <a:pt x="7939" y="47222"/>
                            <a:pt x="9182" y="47014"/>
                          </a:cubicBezTo>
                          <a:cubicBezTo>
                            <a:pt x="9803" y="46876"/>
                            <a:pt x="10494" y="46807"/>
                            <a:pt x="11115" y="46738"/>
                          </a:cubicBezTo>
                          <a:cubicBezTo>
                            <a:pt x="11943" y="46600"/>
                            <a:pt x="12772" y="46531"/>
                            <a:pt x="13600" y="46462"/>
                          </a:cubicBezTo>
                          <a:cubicBezTo>
                            <a:pt x="14084" y="46462"/>
                            <a:pt x="14567" y="46462"/>
                            <a:pt x="15050" y="46462"/>
                          </a:cubicBezTo>
                          <a:cubicBezTo>
                            <a:pt x="16086" y="46462"/>
                            <a:pt x="17121" y="46462"/>
                            <a:pt x="18157" y="46462"/>
                          </a:cubicBezTo>
                          <a:cubicBezTo>
                            <a:pt x="18502" y="46462"/>
                            <a:pt x="18847" y="46462"/>
                            <a:pt x="19192" y="46462"/>
                          </a:cubicBezTo>
                          <a:cubicBezTo>
                            <a:pt x="20573" y="46531"/>
                            <a:pt x="21954" y="46669"/>
                            <a:pt x="23404" y="46876"/>
                          </a:cubicBezTo>
                          <a:cubicBezTo>
                            <a:pt x="23680" y="46876"/>
                            <a:pt x="23887" y="46945"/>
                            <a:pt x="24163" y="47014"/>
                          </a:cubicBezTo>
                          <a:cubicBezTo>
                            <a:pt x="25613" y="47222"/>
                            <a:pt x="27063" y="47567"/>
                            <a:pt x="28581" y="47912"/>
                          </a:cubicBezTo>
                          <a:cubicBezTo>
                            <a:pt x="28650" y="47912"/>
                            <a:pt x="28789" y="47912"/>
                            <a:pt x="28858" y="47981"/>
                          </a:cubicBezTo>
                          <a:cubicBezTo>
                            <a:pt x="30445" y="48395"/>
                            <a:pt x="32033" y="48878"/>
                            <a:pt x="33621" y="49431"/>
                          </a:cubicBezTo>
                          <a:cubicBezTo>
                            <a:pt x="33690" y="49431"/>
                            <a:pt x="33759" y="49431"/>
                            <a:pt x="33897" y="49500"/>
                          </a:cubicBezTo>
                          <a:cubicBezTo>
                            <a:pt x="35485" y="50052"/>
                            <a:pt x="37004" y="50742"/>
                            <a:pt x="38592" y="51433"/>
                          </a:cubicBezTo>
                          <a:cubicBezTo>
                            <a:pt x="38730" y="51433"/>
                            <a:pt x="38868" y="51571"/>
                            <a:pt x="39006" y="51640"/>
                          </a:cubicBezTo>
                          <a:cubicBezTo>
                            <a:pt x="40594" y="52399"/>
                            <a:pt x="42251" y="53228"/>
                            <a:pt x="43839" y="54194"/>
                          </a:cubicBezTo>
                          <a:cubicBezTo>
                            <a:pt x="45565" y="55161"/>
                            <a:pt x="47222" y="56265"/>
                            <a:pt x="48947" y="57439"/>
                          </a:cubicBezTo>
                          <a:cubicBezTo>
                            <a:pt x="49086" y="57508"/>
                            <a:pt x="49155" y="57577"/>
                            <a:pt x="49293" y="57715"/>
                          </a:cubicBezTo>
                          <a:cubicBezTo>
                            <a:pt x="50950" y="58889"/>
                            <a:pt x="52675" y="60201"/>
                            <a:pt x="54263" y="6158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0" name="Google Shape;1210;p56"/>
                    <p:cNvSpPr/>
                    <p:nvPr/>
                  </p:nvSpPr>
                  <p:spPr>
                    <a:xfrm>
                      <a:off x="1782199" y="2948606"/>
                      <a:ext cx="139386" cy="79216"/>
                    </a:xfrm>
                    <a:custGeom>
                      <a:rect b="b" l="l" r="r" t="t"/>
                      <a:pathLst>
                        <a:path extrusionOk="0" h="79216" w="139386">
                          <a:moveTo>
                            <a:pt x="38523" y="57332"/>
                          </a:moveTo>
                          <a:cubicBezTo>
                            <a:pt x="38523" y="57332"/>
                            <a:pt x="38937" y="57608"/>
                            <a:pt x="39144" y="57815"/>
                          </a:cubicBezTo>
                          <a:cubicBezTo>
                            <a:pt x="40249" y="58643"/>
                            <a:pt x="41284" y="59472"/>
                            <a:pt x="42320" y="60438"/>
                          </a:cubicBezTo>
                          <a:cubicBezTo>
                            <a:pt x="42458" y="60576"/>
                            <a:pt x="42596" y="60715"/>
                            <a:pt x="42734" y="60853"/>
                          </a:cubicBezTo>
                          <a:cubicBezTo>
                            <a:pt x="43770" y="61750"/>
                            <a:pt x="44736" y="62648"/>
                            <a:pt x="45772" y="63545"/>
                          </a:cubicBezTo>
                          <a:cubicBezTo>
                            <a:pt x="45910" y="63683"/>
                            <a:pt x="46048" y="63752"/>
                            <a:pt x="46117" y="63890"/>
                          </a:cubicBezTo>
                          <a:cubicBezTo>
                            <a:pt x="47153" y="64857"/>
                            <a:pt x="48188" y="65961"/>
                            <a:pt x="49224" y="66997"/>
                          </a:cubicBezTo>
                          <a:cubicBezTo>
                            <a:pt x="49431" y="67204"/>
                            <a:pt x="49569" y="67342"/>
                            <a:pt x="49776" y="67549"/>
                          </a:cubicBezTo>
                          <a:cubicBezTo>
                            <a:pt x="50743" y="68585"/>
                            <a:pt x="51778" y="69689"/>
                            <a:pt x="52745" y="70794"/>
                          </a:cubicBezTo>
                          <a:cubicBezTo>
                            <a:pt x="52883" y="71001"/>
                            <a:pt x="53090" y="71139"/>
                            <a:pt x="53228" y="71346"/>
                          </a:cubicBezTo>
                          <a:cubicBezTo>
                            <a:pt x="54194" y="72520"/>
                            <a:pt x="55161" y="73694"/>
                            <a:pt x="56127" y="74867"/>
                          </a:cubicBezTo>
                          <a:cubicBezTo>
                            <a:pt x="56265" y="75074"/>
                            <a:pt x="56404" y="75281"/>
                            <a:pt x="56542" y="75419"/>
                          </a:cubicBezTo>
                          <a:cubicBezTo>
                            <a:pt x="57508" y="76662"/>
                            <a:pt x="58475" y="77905"/>
                            <a:pt x="59372" y="79217"/>
                          </a:cubicBezTo>
                          <a:lnTo>
                            <a:pt x="139386" y="32685"/>
                          </a:lnTo>
                          <a:cubicBezTo>
                            <a:pt x="138903" y="31995"/>
                            <a:pt x="138351" y="31236"/>
                            <a:pt x="137868" y="30545"/>
                          </a:cubicBezTo>
                          <a:cubicBezTo>
                            <a:pt x="137453" y="29993"/>
                            <a:pt x="137039" y="29441"/>
                            <a:pt x="136556" y="28819"/>
                          </a:cubicBezTo>
                          <a:cubicBezTo>
                            <a:pt x="136418" y="28612"/>
                            <a:pt x="136280" y="28405"/>
                            <a:pt x="136142" y="28267"/>
                          </a:cubicBezTo>
                          <a:cubicBezTo>
                            <a:pt x="136073" y="28129"/>
                            <a:pt x="136004" y="28060"/>
                            <a:pt x="135866" y="27922"/>
                          </a:cubicBezTo>
                          <a:cubicBezTo>
                            <a:pt x="135244" y="27162"/>
                            <a:pt x="134692" y="26403"/>
                            <a:pt x="134071" y="25713"/>
                          </a:cubicBezTo>
                          <a:cubicBezTo>
                            <a:pt x="133794" y="25367"/>
                            <a:pt x="133518" y="25091"/>
                            <a:pt x="133242" y="24746"/>
                          </a:cubicBezTo>
                          <a:cubicBezTo>
                            <a:pt x="133104" y="24539"/>
                            <a:pt x="132966" y="24401"/>
                            <a:pt x="132759" y="24194"/>
                          </a:cubicBezTo>
                          <a:cubicBezTo>
                            <a:pt x="132552" y="23987"/>
                            <a:pt x="132414" y="23780"/>
                            <a:pt x="132207" y="23572"/>
                          </a:cubicBezTo>
                          <a:cubicBezTo>
                            <a:pt x="131585" y="22882"/>
                            <a:pt x="130964" y="22192"/>
                            <a:pt x="130343" y="21501"/>
                          </a:cubicBezTo>
                          <a:cubicBezTo>
                            <a:pt x="130135" y="21294"/>
                            <a:pt x="129997" y="21087"/>
                            <a:pt x="129790" y="20880"/>
                          </a:cubicBezTo>
                          <a:cubicBezTo>
                            <a:pt x="129583" y="20673"/>
                            <a:pt x="129445" y="20535"/>
                            <a:pt x="129238" y="20328"/>
                          </a:cubicBezTo>
                          <a:cubicBezTo>
                            <a:pt x="128962" y="20052"/>
                            <a:pt x="128686" y="19706"/>
                            <a:pt x="128410" y="19430"/>
                          </a:cubicBezTo>
                          <a:cubicBezTo>
                            <a:pt x="127719" y="18740"/>
                            <a:pt x="127029" y="18049"/>
                            <a:pt x="126339" y="17428"/>
                          </a:cubicBezTo>
                          <a:cubicBezTo>
                            <a:pt x="126339" y="17428"/>
                            <a:pt x="126200" y="17290"/>
                            <a:pt x="126131" y="17221"/>
                          </a:cubicBezTo>
                          <a:cubicBezTo>
                            <a:pt x="125993" y="17083"/>
                            <a:pt x="125855" y="17014"/>
                            <a:pt x="125786" y="16876"/>
                          </a:cubicBezTo>
                          <a:cubicBezTo>
                            <a:pt x="125234" y="16392"/>
                            <a:pt x="124751" y="15909"/>
                            <a:pt x="124198" y="15426"/>
                          </a:cubicBezTo>
                          <a:cubicBezTo>
                            <a:pt x="123715" y="15012"/>
                            <a:pt x="123232" y="14598"/>
                            <a:pt x="122748" y="14183"/>
                          </a:cubicBezTo>
                          <a:cubicBezTo>
                            <a:pt x="122610" y="14045"/>
                            <a:pt x="122472" y="13907"/>
                            <a:pt x="122334" y="13769"/>
                          </a:cubicBezTo>
                          <a:cubicBezTo>
                            <a:pt x="122265" y="13700"/>
                            <a:pt x="122127" y="13631"/>
                            <a:pt x="122058" y="13562"/>
                          </a:cubicBezTo>
                          <a:cubicBezTo>
                            <a:pt x="121368" y="12941"/>
                            <a:pt x="120608" y="12388"/>
                            <a:pt x="119918" y="11836"/>
                          </a:cubicBezTo>
                          <a:cubicBezTo>
                            <a:pt x="119642" y="11629"/>
                            <a:pt x="119366" y="11422"/>
                            <a:pt x="119089" y="11215"/>
                          </a:cubicBezTo>
                          <a:cubicBezTo>
                            <a:pt x="118882" y="11077"/>
                            <a:pt x="118675" y="10939"/>
                            <a:pt x="118468" y="10731"/>
                          </a:cubicBezTo>
                          <a:cubicBezTo>
                            <a:pt x="118261" y="10524"/>
                            <a:pt x="117985" y="10386"/>
                            <a:pt x="117778" y="10179"/>
                          </a:cubicBezTo>
                          <a:cubicBezTo>
                            <a:pt x="117087" y="9696"/>
                            <a:pt x="116397" y="9213"/>
                            <a:pt x="115707" y="8729"/>
                          </a:cubicBezTo>
                          <a:cubicBezTo>
                            <a:pt x="115569" y="8591"/>
                            <a:pt x="115430" y="8522"/>
                            <a:pt x="115223" y="8453"/>
                          </a:cubicBezTo>
                          <a:cubicBezTo>
                            <a:pt x="115085" y="8315"/>
                            <a:pt x="114878" y="8246"/>
                            <a:pt x="114740" y="8108"/>
                          </a:cubicBezTo>
                          <a:cubicBezTo>
                            <a:pt x="114395" y="7901"/>
                            <a:pt x="114050" y="7625"/>
                            <a:pt x="113705" y="7418"/>
                          </a:cubicBezTo>
                          <a:cubicBezTo>
                            <a:pt x="113083" y="7003"/>
                            <a:pt x="112393" y="6589"/>
                            <a:pt x="111772" y="6244"/>
                          </a:cubicBezTo>
                          <a:cubicBezTo>
                            <a:pt x="111634" y="6175"/>
                            <a:pt x="111495" y="6037"/>
                            <a:pt x="111357" y="5968"/>
                          </a:cubicBezTo>
                          <a:cubicBezTo>
                            <a:pt x="110874" y="5692"/>
                            <a:pt x="110391" y="5416"/>
                            <a:pt x="109908" y="5139"/>
                          </a:cubicBezTo>
                          <a:cubicBezTo>
                            <a:pt x="109286" y="4794"/>
                            <a:pt x="108665" y="4518"/>
                            <a:pt x="108043" y="4173"/>
                          </a:cubicBezTo>
                          <a:cubicBezTo>
                            <a:pt x="107422" y="3897"/>
                            <a:pt x="106801" y="3552"/>
                            <a:pt x="106249" y="3344"/>
                          </a:cubicBezTo>
                          <a:cubicBezTo>
                            <a:pt x="106180" y="3344"/>
                            <a:pt x="106110" y="3344"/>
                            <a:pt x="106042" y="3275"/>
                          </a:cubicBezTo>
                          <a:cubicBezTo>
                            <a:pt x="106042" y="3275"/>
                            <a:pt x="105903" y="3275"/>
                            <a:pt x="105834" y="3206"/>
                          </a:cubicBezTo>
                          <a:cubicBezTo>
                            <a:pt x="105351" y="2999"/>
                            <a:pt x="104868" y="2792"/>
                            <a:pt x="104454" y="2585"/>
                          </a:cubicBezTo>
                          <a:cubicBezTo>
                            <a:pt x="103832" y="2378"/>
                            <a:pt x="103280" y="2102"/>
                            <a:pt x="102659" y="1895"/>
                          </a:cubicBezTo>
                          <a:cubicBezTo>
                            <a:pt x="102037" y="1688"/>
                            <a:pt x="101485" y="1480"/>
                            <a:pt x="100864" y="1342"/>
                          </a:cubicBezTo>
                          <a:cubicBezTo>
                            <a:pt x="100864" y="1342"/>
                            <a:pt x="100726" y="1342"/>
                            <a:pt x="100657" y="1342"/>
                          </a:cubicBezTo>
                          <a:cubicBezTo>
                            <a:pt x="100657" y="1342"/>
                            <a:pt x="100518" y="1342"/>
                            <a:pt x="100518" y="1342"/>
                          </a:cubicBezTo>
                          <a:cubicBezTo>
                            <a:pt x="100035" y="1204"/>
                            <a:pt x="99552" y="1066"/>
                            <a:pt x="99069" y="928"/>
                          </a:cubicBezTo>
                          <a:cubicBezTo>
                            <a:pt x="98447" y="790"/>
                            <a:pt x="97826" y="652"/>
                            <a:pt x="97274" y="514"/>
                          </a:cubicBezTo>
                          <a:cubicBezTo>
                            <a:pt x="96652" y="376"/>
                            <a:pt x="96031" y="307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5410" y="238"/>
                            <a:pt x="95410" y="238"/>
                            <a:pt x="95410" y="238"/>
                          </a:cubicBezTo>
                          <a:cubicBezTo>
                            <a:pt x="94788" y="169"/>
                            <a:pt x="94167" y="100"/>
                            <a:pt x="93546" y="31"/>
                          </a:cubicBezTo>
                          <a:cubicBezTo>
                            <a:pt x="92855" y="31"/>
                            <a:pt x="92234" y="-38"/>
                            <a:pt x="91544" y="31"/>
                          </a:cubicBezTo>
                          <a:cubicBezTo>
                            <a:pt x="91198" y="31"/>
                            <a:pt x="90784" y="31"/>
                            <a:pt x="90439" y="31"/>
                          </a:cubicBezTo>
                          <a:cubicBezTo>
                            <a:pt x="90094" y="31"/>
                            <a:pt x="89680" y="31"/>
                            <a:pt x="89334" y="100"/>
                          </a:cubicBezTo>
                          <a:cubicBezTo>
                            <a:pt x="88989" y="100"/>
                            <a:pt x="88644" y="169"/>
                            <a:pt x="88368" y="238"/>
                          </a:cubicBezTo>
                          <a:cubicBezTo>
                            <a:pt x="88023" y="238"/>
                            <a:pt x="87678" y="307"/>
                            <a:pt x="87263" y="376"/>
                          </a:cubicBezTo>
                          <a:cubicBezTo>
                            <a:pt x="87125" y="376"/>
                            <a:pt x="86987" y="376"/>
                            <a:pt x="86849" y="376"/>
                          </a:cubicBezTo>
                          <a:cubicBezTo>
                            <a:pt x="86573" y="376"/>
                            <a:pt x="86366" y="514"/>
                            <a:pt x="86090" y="583"/>
                          </a:cubicBezTo>
                          <a:cubicBezTo>
                            <a:pt x="85468" y="721"/>
                            <a:pt x="84916" y="859"/>
                            <a:pt x="84295" y="1066"/>
                          </a:cubicBezTo>
                          <a:cubicBezTo>
                            <a:pt x="84157" y="1066"/>
                            <a:pt x="83949" y="1135"/>
                            <a:pt x="83811" y="1204"/>
                          </a:cubicBezTo>
                          <a:cubicBezTo>
                            <a:pt x="83673" y="1204"/>
                            <a:pt x="83535" y="1342"/>
                            <a:pt x="83397" y="1411"/>
                          </a:cubicBezTo>
                          <a:cubicBezTo>
                            <a:pt x="82224" y="1826"/>
                            <a:pt x="81119" y="2378"/>
                            <a:pt x="80014" y="2999"/>
                          </a:cubicBezTo>
                          <a:cubicBezTo>
                            <a:pt x="80014" y="2999"/>
                            <a:pt x="80014" y="2999"/>
                            <a:pt x="80014" y="2999"/>
                          </a:cubicBezTo>
                          <a:lnTo>
                            <a:pt x="0" y="49530"/>
                          </a:lnTo>
                          <a:cubicBezTo>
                            <a:pt x="1105" y="48909"/>
                            <a:pt x="2209" y="48426"/>
                            <a:pt x="3383" y="47943"/>
                          </a:cubicBezTo>
                          <a:cubicBezTo>
                            <a:pt x="3659" y="47805"/>
                            <a:pt x="4004" y="47736"/>
                            <a:pt x="4280" y="47597"/>
                          </a:cubicBezTo>
                          <a:cubicBezTo>
                            <a:pt x="4833" y="47390"/>
                            <a:pt x="5454" y="47252"/>
                            <a:pt x="6075" y="47114"/>
                          </a:cubicBezTo>
                          <a:cubicBezTo>
                            <a:pt x="6490" y="47045"/>
                            <a:pt x="6835" y="46907"/>
                            <a:pt x="7249" y="46838"/>
                          </a:cubicBezTo>
                          <a:cubicBezTo>
                            <a:pt x="7594" y="46838"/>
                            <a:pt x="7939" y="46700"/>
                            <a:pt x="8353" y="46700"/>
                          </a:cubicBezTo>
                          <a:cubicBezTo>
                            <a:pt x="9044" y="46631"/>
                            <a:pt x="9734" y="46493"/>
                            <a:pt x="10425" y="46493"/>
                          </a:cubicBezTo>
                          <a:cubicBezTo>
                            <a:pt x="12082" y="46424"/>
                            <a:pt x="13739" y="46493"/>
                            <a:pt x="15395" y="46700"/>
                          </a:cubicBezTo>
                          <a:cubicBezTo>
                            <a:pt x="15395" y="46700"/>
                            <a:pt x="15395" y="46700"/>
                            <a:pt x="15395" y="46700"/>
                          </a:cubicBezTo>
                          <a:cubicBezTo>
                            <a:pt x="17052" y="46907"/>
                            <a:pt x="18778" y="47321"/>
                            <a:pt x="20504" y="47805"/>
                          </a:cubicBezTo>
                          <a:cubicBezTo>
                            <a:pt x="20504" y="47805"/>
                            <a:pt x="20573" y="47805"/>
                            <a:pt x="20642" y="47805"/>
                          </a:cubicBezTo>
                          <a:cubicBezTo>
                            <a:pt x="22368" y="48288"/>
                            <a:pt x="24094" y="48978"/>
                            <a:pt x="25820" y="49738"/>
                          </a:cubicBezTo>
                          <a:cubicBezTo>
                            <a:pt x="25820" y="49738"/>
                            <a:pt x="25958" y="49738"/>
                            <a:pt x="26027" y="49807"/>
                          </a:cubicBezTo>
                          <a:cubicBezTo>
                            <a:pt x="27822" y="50566"/>
                            <a:pt x="29617" y="51463"/>
                            <a:pt x="31343" y="52499"/>
                          </a:cubicBezTo>
                          <a:cubicBezTo>
                            <a:pt x="32517" y="53189"/>
                            <a:pt x="33621" y="53880"/>
                            <a:pt x="34795" y="54639"/>
                          </a:cubicBezTo>
                          <a:cubicBezTo>
                            <a:pt x="34933" y="54777"/>
                            <a:pt x="35140" y="54846"/>
                            <a:pt x="35278" y="54984"/>
                          </a:cubicBezTo>
                          <a:cubicBezTo>
                            <a:pt x="36383" y="55675"/>
                            <a:pt x="37418" y="56503"/>
                            <a:pt x="38454" y="57263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1" name="Google Shape;1211;p56"/>
                    <p:cNvSpPr/>
                    <p:nvPr/>
                  </p:nvSpPr>
                  <p:spPr>
                    <a:xfrm>
                      <a:off x="1873260" y="2910045"/>
                      <a:ext cx="238248" cy="170108"/>
                    </a:xfrm>
                    <a:custGeom>
                      <a:rect b="b" l="l" r="r" t="t"/>
                      <a:pathLst>
                        <a:path extrusionOk="0" h="170108" w="238248">
                          <a:moveTo>
                            <a:pt x="238041" y="123301"/>
                          </a:moveTo>
                          <a:cubicBezTo>
                            <a:pt x="237765" y="122472"/>
                            <a:pt x="237420" y="121575"/>
                            <a:pt x="237143" y="120746"/>
                          </a:cubicBezTo>
                          <a:cubicBezTo>
                            <a:pt x="236522" y="119089"/>
                            <a:pt x="235970" y="117502"/>
                            <a:pt x="235348" y="115914"/>
                          </a:cubicBezTo>
                          <a:cubicBezTo>
                            <a:pt x="234727" y="114326"/>
                            <a:pt x="234106" y="112738"/>
                            <a:pt x="233484" y="111219"/>
                          </a:cubicBezTo>
                          <a:cubicBezTo>
                            <a:pt x="233208" y="110598"/>
                            <a:pt x="233001" y="110046"/>
                            <a:pt x="232725" y="109424"/>
                          </a:cubicBezTo>
                          <a:cubicBezTo>
                            <a:pt x="232587" y="109148"/>
                            <a:pt x="232518" y="108941"/>
                            <a:pt x="232380" y="108665"/>
                          </a:cubicBezTo>
                          <a:cubicBezTo>
                            <a:pt x="232104" y="107974"/>
                            <a:pt x="231759" y="107284"/>
                            <a:pt x="231482" y="106594"/>
                          </a:cubicBezTo>
                          <a:cubicBezTo>
                            <a:pt x="230792" y="105006"/>
                            <a:pt x="230102" y="103487"/>
                            <a:pt x="229342" y="101899"/>
                          </a:cubicBezTo>
                          <a:cubicBezTo>
                            <a:pt x="228583" y="100242"/>
                            <a:pt x="227754" y="98585"/>
                            <a:pt x="226926" y="96998"/>
                          </a:cubicBezTo>
                          <a:cubicBezTo>
                            <a:pt x="226719" y="96514"/>
                            <a:pt x="226443" y="96100"/>
                            <a:pt x="226235" y="95617"/>
                          </a:cubicBezTo>
                          <a:cubicBezTo>
                            <a:pt x="226028" y="95272"/>
                            <a:pt x="225890" y="94926"/>
                            <a:pt x="225683" y="94581"/>
                          </a:cubicBezTo>
                          <a:cubicBezTo>
                            <a:pt x="225131" y="93477"/>
                            <a:pt x="224579" y="92441"/>
                            <a:pt x="224026" y="91336"/>
                          </a:cubicBezTo>
                          <a:cubicBezTo>
                            <a:pt x="222576" y="88644"/>
                            <a:pt x="221058" y="85952"/>
                            <a:pt x="219539" y="83328"/>
                          </a:cubicBezTo>
                          <a:cubicBezTo>
                            <a:pt x="219401" y="83052"/>
                            <a:pt x="219194" y="82776"/>
                            <a:pt x="219056" y="82500"/>
                          </a:cubicBezTo>
                          <a:cubicBezTo>
                            <a:pt x="217813" y="80428"/>
                            <a:pt x="216501" y="78495"/>
                            <a:pt x="215258" y="76493"/>
                          </a:cubicBezTo>
                          <a:cubicBezTo>
                            <a:pt x="214016" y="74491"/>
                            <a:pt x="212842" y="72489"/>
                            <a:pt x="211531" y="70556"/>
                          </a:cubicBezTo>
                          <a:cubicBezTo>
                            <a:pt x="211254" y="70211"/>
                            <a:pt x="211047" y="69866"/>
                            <a:pt x="210771" y="69521"/>
                          </a:cubicBezTo>
                          <a:cubicBezTo>
                            <a:pt x="210357" y="68899"/>
                            <a:pt x="209874" y="68209"/>
                            <a:pt x="209390" y="67588"/>
                          </a:cubicBezTo>
                          <a:cubicBezTo>
                            <a:pt x="208217" y="65931"/>
                            <a:pt x="207112" y="64274"/>
                            <a:pt x="205939" y="62686"/>
                          </a:cubicBezTo>
                          <a:cubicBezTo>
                            <a:pt x="204627" y="60960"/>
                            <a:pt x="203315" y="59234"/>
                            <a:pt x="202003" y="57508"/>
                          </a:cubicBezTo>
                          <a:cubicBezTo>
                            <a:pt x="201865" y="57301"/>
                            <a:pt x="201658" y="57094"/>
                            <a:pt x="201520" y="56887"/>
                          </a:cubicBezTo>
                          <a:cubicBezTo>
                            <a:pt x="201382" y="56680"/>
                            <a:pt x="201244" y="56542"/>
                            <a:pt x="201106" y="56335"/>
                          </a:cubicBezTo>
                          <a:cubicBezTo>
                            <a:pt x="200208" y="55230"/>
                            <a:pt x="199311" y="54056"/>
                            <a:pt x="198413" y="52952"/>
                          </a:cubicBezTo>
                          <a:cubicBezTo>
                            <a:pt x="197240" y="51571"/>
                            <a:pt x="196066" y="50121"/>
                            <a:pt x="194823" y="48809"/>
                          </a:cubicBezTo>
                          <a:cubicBezTo>
                            <a:pt x="193857" y="47705"/>
                            <a:pt x="192890" y="46669"/>
                            <a:pt x="191924" y="45565"/>
                          </a:cubicBezTo>
                          <a:cubicBezTo>
                            <a:pt x="191786" y="45427"/>
                            <a:pt x="191717" y="45288"/>
                            <a:pt x="191579" y="45150"/>
                          </a:cubicBezTo>
                          <a:cubicBezTo>
                            <a:pt x="191441" y="45012"/>
                            <a:pt x="191303" y="44874"/>
                            <a:pt x="191165" y="44667"/>
                          </a:cubicBezTo>
                          <a:cubicBezTo>
                            <a:pt x="189922" y="43286"/>
                            <a:pt x="188610" y="41975"/>
                            <a:pt x="187368" y="40663"/>
                          </a:cubicBezTo>
                          <a:cubicBezTo>
                            <a:pt x="186056" y="39351"/>
                            <a:pt x="184744" y="37971"/>
                            <a:pt x="183363" y="36728"/>
                          </a:cubicBezTo>
                          <a:cubicBezTo>
                            <a:pt x="182880" y="36245"/>
                            <a:pt x="182328" y="35761"/>
                            <a:pt x="181844" y="35278"/>
                          </a:cubicBezTo>
                          <a:cubicBezTo>
                            <a:pt x="181568" y="35002"/>
                            <a:pt x="181292" y="34795"/>
                            <a:pt x="181016" y="34519"/>
                          </a:cubicBezTo>
                          <a:cubicBezTo>
                            <a:pt x="180395" y="33966"/>
                            <a:pt x="179842" y="33414"/>
                            <a:pt x="179221" y="32862"/>
                          </a:cubicBezTo>
                          <a:cubicBezTo>
                            <a:pt x="177840" y="31619"/>
                            <a:pt x="176391" y="30376"/>
                            <a:pt x="175010" y="29203"/>
                          </a:cubicBezTo>
                          <a:cubicBezTo>
                            <a:pt x="173629" y="28029"/>
                            <a:pt x="172179" y="26856"/>
                            <a:pt x="170798" y="25751"/>
                          </a:cubicBezTo>
                          <a:cubicBezTo>
                            <a:pt x="170798" y="25751"/>
                            <a:pt x="170730" y="25751"/>
                            <a:pt x="170660" y="25682"/>
                          </a:cubicBezTo>
                          <a:cubicBezTo>
                            <a:pt x="169280" y="24646"/>
                            <a:pt x="167968" y="23542"/>
                            <a:pt x="166587" y="22575"/>
                          </a:cubicBezTo>
                          <a:cubicBezTo>
                            <a:pt x="165206" y="21540"/>
                            <a:pt x="163826" y="20573"/>
                            <a:pt x="162445" y="19607"/>
                          </a:cubicBezTo>
                          <a:cubicBezTo>
                            <a:pt x="162376" y="19607"/>
                            <a:pt x="162238" y="19468"/>
                            <a:pt x="162169" y="19399"/>
                          </a:cubicBezTo>
                          <a:cubicBezTo>
                            <a:pt x="162031" y="19330"/>
                            <a:pt x="161893" y="19192"/>
                            <a:pt x="161755" y="19123"/>
                          </a:cubicBezTo>
                          <a:cubicBezTo>
                            <a:pt x="160650" y="18364"/>
                            <a:pt x="159476" y="17605"/>
                            <a:pt x="158372" y="16914"/>
                          </a:cubicBezTo>
                          <a:cubicBezTo>
                            <a:pt x="156991" y="16017"/>
                            <a:pt x="155610" y="15188"/>
                            <a:pt x="154299" y="14429"/>
                          </a:cubicBezTo>
                          <a:cubicBezTo>
                            <a:pt x="153953" y="14222"/>
                            <a:pt x="153677" y="14084"/>
                            <a:pt x="153332" y="13876"/>
                          </a:cubicBezTo>
                          <a:cubicBezTo>
                            <a:pt x="152296" y="13255"/>
                            <a:pt x="151261" y="12703"/>
                            <a:pt x="150156" y="12151"/>
                          </a:cubicBezTo>
                          <a:cubicBezTo>
                            <a:pt x="148776" y="11391"/>
                            <a:pt x="147395" y="10701"/>
                            <a:pt x="146083" y="10010"/>
                          </a:cubicBezTo>
                          <a:cubicBezTo>
                            <a:pt x="145669" y="9803"/>
                            <a:pt x="145186" y="9596"/>
                            <a:pt x="144771" y="9389"/>
                          </a:cubicBezTo>
                          <a:cubicBezTo>
                            <a:pt x="144495" y="9251"/>
                            <a:pt x="144150" y="9113"/>
                            <a:pt x="143874" y="8975"/>
                          </a:cubicBezTo>
                          <a:cubicBezTo>
                            <a:pt x="143253" y="8699"/>
                            <a:pt x="142631" y="8353"/>
                            <a:pt x="142010" y="8077"/>
                          </a:cubicBezTo>
                          <a:cubicBezTo>
                            <a:pt x="140629" y="7456"/>
                            <a:pt x="139248" y="6904"/>
                            <a:pt x="137868" y="6351"/>
                          </a:cubicBezTo>
                          <a:cubicBezTo>
                            <a:pt x="137246" y="6075"/>
                            <a:pt x="136625" y="5868"/>
                            <a:pt x="135935" y="5661"/>
                          </a:cubicBezTo>
                          <a:cubicBezTo>
                            <a:pt x="135590" y="5523"/>
                            <a:pt x="135313" y="5385"/>
                            <a:pt x="134968" y="5316"/>
                          </a:cubicBezTo>
                          <a:cubicBezTo>
                            <a:pt x="134554" y="5178"/>
                            <a:pt x="134071" y="4971"/>
                            <a:pt x="133656" y="4833"/>
                          </a:cubicBezTo>
                          <a:cubicBezTo>
                            <a:pt x="132207" y="4349"/>
                            <a:pt x="130826" y="3866"/>
                            <a:pt x="129376" y="3452"/>
                          </a:cubicBezTo>
                          <a:cubicBezTo>
                            <a:pt x="128617" y="3245"/>
                            <a:pt x="127926" y="3038"/>
                            <a:pt x="127167" y="2831"/>
                          </a:cubicBezTo>
                          <a:cubicBezTo>
                            <a:pt x="126822" y="2761"/>
                            <a:pt x="126477" y="2623"/>
                            <a:pt x="126200" y="2554"/>
                          </a:cubicBezTo>
                          <a:cubicBezTo>
                            <a:pt x="125855" y="2485"/>
                            <a:pt x="125441" y="2347"/>
                            <a:pt x="125096" y="2278"/>
                          </a:cubicBezTo>
                          <a:cubicBezTo>
                            <a:pt x="123577" y="1933"/>
                            <a:pt x="122127" y="1588"/>
                            <a:pt x="120677" y="1312"/>
                          </a:cubicBezTo>
                          <a:cubicBezTo>
                            <a:pt x="119987" y="1174"/>
                            <a:pt x="119366" y="1105"/>
                            <a:pt x="118675" y="967"/>
                          </a:cubicBezTo>
                          <a:cubicBezTo>
                            <a:pt x="118261" y="967"/>
                            <a:pt x="117847" y="828"/>
                            <a:pt x="117502" y="759"/>
                          </a:cubicBezTo>
                          <a:cubicBezTo>
                            <a:pt x="117018" y="690"/>
                            <a:pt x="116604" y="621"/>
                            <a:pt x="116121" y="552"/>
                          </a:cubicBezTo>
                          <a:cubicBezTo>
                            <a:pt x="114533" y="345"/>
                            <a:pt x="112945" y="207"/>
                            <a:pt x="111426" y="69"/>
                          </a:cubicBezTo>
                          <a:cubicBezTo>
                            <a:pt x="111012" y="69"/>
                            <a:pt x="110667" y="69"/>
                            <a:pt x="110322" y="69"/>
                          </a:cubicBezTo>
                          <a:cubicBezTo>
                            <a:pt x="109838" y="69"/>
                            <a:pt x="109355" y="69"/>
                            <a:pt x="108872" y="69"/>
                          </a:cubicBezTo>
                          <a:cubicBezTo>
                            <a:pt x="108043" y="69"/>
                            <a:pt x="107215" y="0"/>
                            <a:pt x="106456" y="0"/>
                          </a:cubicBezTo>
                          <a:cubicBezTo>
                            <a:pt x="105075" y="0"/>
                            <a:pt x="103763" y="69"/>
                            <a:pt x="102383" y="207"/>
                          </a:cubicBezTo>
                          <a:cubicBezTo>
                            <a:pt x="102106" y="207"/>
                            <a:pt x="101761" y="207"/>
                            <a:pt x="101485" y="207"/>
                          </a:cubicBezTo>
                          <a:cubicBezTo>
                            <a:pt x="101347" y="207"/>
                            <a:pt x="101278" y="207"/>
                            <a:pt x="101140" y="207"/>
                          </a:cubicBezTo>
                          <a:cubicBezTo>
                            <a:pt x="99138" y="414"/>
                            <a:pt x="97205" y="690"/>
                            <a:pt x="95272" y="1036"/>
                          </a:cubicBezTo>
                          <a:cubicBezTo>
                            <a:pt x="95064" y="1036"/>
                            <a:pt x="94857" y="1174"/>
                            <a:pt x="94650" y="1174"/>
                          </a:cubicBezTo>
                          <a:cubicBezTo>
                            <a:pt x="93546" y="1381"/>
                            <a:pt x="92579" y="1726"/>
                            <a:pt x="91544" y="2002"/>
                          </a:cubicBezTo>
                          <a:cubicBezTo>
                            <a:pt x="90508" y="2278"/>
                            <a:pt x="89403" y="2485"/>
                            <a:pt x="88368" y="2900"/>
                          </a:cubicBezTo>
                          <a:cubicBezTo>
                            <a:pt x="87885" y="3107"/>
                            <a:pt x="87401" y="3245"/>
                            <a:pt x="86918" y="3452"/>
                          </a:cubicBezTo>
                          <a:cubicBezTo>
                            <a:pt x="84502" y="4349"/>
                            <a:pt x="82224" y="5454"/>
                            <a:pt x="80014" y="6766"/>
                          </a:cubicBezTo>
                          <a:lnTo>
                            <a:pt x="0" y="53297"/>
                          </a:lnTo>
                          <a:cubicBezTo>
                            <a:pt x="2209" y="52054"/>
                            <a:pt x="4487" y="50950"/>
                            <a:pt x="6904" y="49983"/>
                          </a:cubicBezTo>
                          <a:cubicBezTo>
                            <a:pt x="8423" y="49431"/>
                            <a:pt x="10011" y="49016"/>
                            <a:pt x="11598" y="48602"/>
                          </a:cubicBezTo>
                          <a:cubicBezTo>
                            <a:pt x="12634" y="48326"/>
                            <a:pt x="13669" y="47981"/>
                            <a:pt x="14705" y="47774"/>
                          </a:cubicBezTo>
                          <a:cubicBezTo>
                            <a:pt x="16914" y="47291"/>
                            <a:pt x="19192" y="46945"/>
                            <a:pt x="21471" y="46738"/>
                          </a:cubicBezTo>
                          <a:cubicBezTo>
                            <a:pt x="21747" y="46738"/>
                            <a:pt x="22092" y="46738"/>
                            <a:pt x="22368" y="46738"/>
                          </a:cubicBezTo>
                          <a:cubicBezTo>
                            <a:pt x="24508" y="46600"/>
                            <a:pt x="26649" y="46531"/>
                            <a:pt x="28858" y="46669"/>
                          </a:cubicBezTo>
                          <a:cubicBezTo>
                            <a:pt x="29341" y="46669"/>
                            <a:pt x="29824" y="46669"/>
                            <a:pt x="30308" y="46669"/>
                          </a:cubicBezTo>
                          <a:cubicBezTo>
                            <a:pt x="32655" y="46807"/>
                            <a:pt x="35071" y="47014"/>
                            <a:pt x="37556" y="47429"/>
                          </a:cubicBezTo>
                          <a:cubicBezTo>
                            <a:pt x="37971" y="47429"/>
                            <a:pt x="38385" y="47567"/>
                            <a:pt x="38730" y="47636"/>
                          </a:cubicBezTo>
                          <a:cubicBezTo>
                            <a:pt x="41215" y="48050"/>
                            <a:pt x="43701" y="48602"/>
                            <a:pt x="46255" y="49224"/>
                          </a:cubicBezTo>
                          <a:cubicBezTo>
                            <a:pt x="46600" y="49293"/>
                            <a:pt x="46946" y="49431"/>
                            <a:pt x="47222" y="49500"/>
                          </a:cubicBezTo>
                          <a:cubicBezTo>
                            <a:pt x="49776" y="50190"/>
                            <a:pt x="52399" y="51019"/>
                            <a:pt x="55023" y="51985"/>
                          </a:cubicBezTo>
                          <a:cubicBezTo>
                            <a:pt x="55368" y="52123"/>
                            <a:pt x="55644" y="52192"/>
                            <a:pt x="55989" y="52330"/>
                          </a:cubicBezTo>
                          <a:cubicBezTo>
                            <a:pt x="58613" y="53297"/>
                            <a:pt x="61236" y="54470"/>
                            <a:pt x="63929" y="55713"/>
                          </a:cubicBezTo>
                          <a:cubicBezTo>
                            <a:pt x="64205" y="55851"/>
                            <a:pt x="64550" y="55989"/>
                            <a:pt x="64826" y="56127"/>
                          </a:cubicBezTo>
                          <a:cubicBezTo>
                            <a:pt x="67657" y="57508"/>
                            <a:pt x="70556" y="58958"/>
                            <a:pt x="73387" y="60615"/>
                          </a:cubicBezTo>
                          <a:cubicBezTo>
                            <a:pt x="76217" y="62272"/>
                            <a:pt x="79048" y="63998"/>
                            <a:pt x="81809" y="65931"/>
                          </a:cubicBezTo>
                          <a:cubicBezTo>
                            <a:pt x="81947" y="66000"/>
                            <a:pt x="82086" y="66138"/>
                            <a:pt x="82224" y="66207"/>
                          </a:cubicBezTo>
                          <a:cubicBezTo>
                            <a:pt x="85054" y="68140"/>
                            <a:pt x="87954" y="70211"/>
                            <a:pt x="90784" y="72489"/>
                          </a:cubicBezTo>
                          <a:cubicBezTo>
                            <a:pt x="94305" y="75251"/>
                            <a:pt x="97757" y="78288"/>
                            <a:pt x="101140" y="81395"/>
                          </a:cubicBezTo>
                          <a:cubicBezTo>
                            <a:pt x="101416" y="81671"/>
                            <a:pt x="101692" y="81878"/>
                            <a:pt x="101968" y="82154"/>
                          </a:cubicBezTo>
                          <a:cubicBezTo>
                            <a:pt x="105282" y="85261"/>
                            <a:pt x="108527" y="88575"/>
                            <a:pt x="111702" y="91958"/>
                          </a:cubicBezTo>
                          <a:cubicBezTo>
                            <a:pt x="111841" y="92096"/>
                            <a:pt x="111979" y="92234"/>
                            <a:pt x="112048" y="92372"/>
                          </a:cubicBezTo>
                          <a:cubicBezTo>
                            <a:pt x="115223" y="95824"/>
                            <a:pt x="118261" y="99414"/>
                            <a:pt x="121230" y="103073"/>
                          </a:cubicBezTo>
                          <a:cubicBezTo>
                            <a:pt x="121368" y="103280"/>
                            <a:pt x="121506" y="103418"/>
                            <a:pt x="121644" y="103625"/>
                          </a:cubicBezTo>
                          <a:cubicBezTo>
                            <a:pt x="124336" y="107077"/>
                            <a:pt x="126960" y="110667"/>
                            <a:pt x="129514" y="114257"/>
                          </a:cubicBezTo>
                          <a:cubicBezTo>
                            <a:pt x="129997" y="114878"/>
                            <a:pt x="130412" y="115569"/>
                            <a:pt x="130895" y="116190"/>
                          </a:cubicBezTo>
                          <a:cubicBezTo>
                            <a:pt x="132483" y="118468"/>
                            <a:pt x="133864" y="120815"/>
                            <a:pt x="135382" y="123163"/>
                          </a:cubicBezTo>
                          <a:cubicBezTo>
                            <a:pt x="136625" y="125165"/>
                            <a:pt x="138006" y="127167"/>
                            <a:pt x="139179" y="129238"/>
                          </a:cubicBezTo>
                          <a:cubicBezTo>
                            <a:pt x="141527" y="133173"/>
                            <a:pt x="143736" y="137177"/>
                            <a:pt x="145807" y="141320"/>
                          </a:cubicBezTo>
                          <a:cubicBezTo>
                            <a:pt x="146014" y="141665"/>
                            <a:pt x="146152" y="142010"/>
                            <a:pt x="146359" y="142355"/>
                          </a:cubicBezTo>
                          <a:cubicBezTo>
                            <a:pt x="148568" y="146635"/>
                            <a:pt x="150571" y="151054"/>
                            <a:pt x="152504" y="155472"/>
                          </a:cubicBezTo>
                          <a:cubicBezTo>
                            <a:pt x="152642" y="155748"/>
                            <a:pt x="152711" y="155955"/>
                            <a:pt x="152849" y="156232"/>
                          </a:cubicBezTo>
                          <a:cubicBezTo>
                            <a:pt x="154782" y="160788"/>
                            <a:pt x="156646" y="165483"/>
                            <a:pt x="158234" y="170108"/>
                          </a:cubicBezTo>
                          <a:lnTo>
                            <a:pt x="158234" y="170108"/>
                          </a:lnTo>
                          <a:lnTo>
                            <a:pt x="238248" y="123577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2" name="Google Shape;1212;p56"/>
                    <p:cNvSpPr/>
                    <p:nvPr/>
                  </p:nvSpPr>
                  <p:spPr>
                    <a:xfrm>
                      <a:off x="2195664" y="3247155"/>
                      <a:ext cx="123231" cy="121850"/>
                    </a:xfrm>
                    <a:custGeom>
                      <a:rect b="b" l="l" r="r" t="t"/>
                      <a:pathLst>
                        <a:path extrusionOk="0" h="121850" w="123231">
                          <a:moveTo>
                            <a:pt x="123094" y="71937"/>
                          </a:moveTo>
                          <a:cubicBezTo>
                            <a:pt x="123094" y="71454"/>
                            <a:pt x="123094" y="71040"/>
                            <a:pt x="123094" y="70556"/>
                          </a:cubicBezTo>
                          <a:cubicBezTo>
                            <a:pt x="123094" y="70349"/>
                            <a:pt x="123094" y="70142"/>
                            <a:pt x="123094" y="70004"/>
                          </a:cubicBezTo>
                          <a:cubicBezTo>
                            <a:pt x="123094" y="69797"/>
                            <a:pt x="123094" y="69590"/>
                            <a:pt x="123094" y="69382"/>
                          </a:cubicBezTo>
                          <a:cubicBezTo>
                            <a:pt x="123094" y="68485"/>
                            <a:pt x="122956" y="67588"/>
                            <a:pt x="122886" y="66690"/>
                          </a:cubicBezTo>
                          <a:cubicBezTo>
                            <a:pt x="122886" y="66207"/>
                            <a:pt x="122748" y="65655"/>
                            <a:pt x="122679" y="65102"/>
                          </a:cubicBezTo>
                          <a:cubicBezTo>
                            <a:pt x="122679" y="64895"/>
                            <a:pt x="122679" y="64688"/>
                            <a:pt x="122679" y="64481"/>
                          </a:cubicBezTo>
                          <a:cubicBezTo>
                            <a:pt x="122679" y="64274"/>
                            <a:pt x="122679" y="64067"/>
                            <a:pt x="122679" y="63860"/>
                          </a:cubicBezTo>
                          <a:cubicBezTo>
                            <a:pt x="122541" y="62962"/>
                            <a:pt x="122403" y="61996"/>
                            <a:pt x="122265" y="61098"/>
                          </a:cubicBezTo>
                          <a:cubicBezTo>
                            <a:pt x="122196" y="60477"/>
                            <a:pt x="122058" y="59855"/>
                            <a:pt x="121920" y="59303"/>
                          </a:cubicBezTo>
                          <a:cubicBezTo>
                            <a:pt x="121920" y="59096"/>
                            <a:pt x="121920" y="58958"/>
                            <a:pt x="121851" y="58820"/>
                          </a:cubicBezTo>
                          <a:cubicBezTo>
                            <a:pt x="121851" y="58682"/>
                            <a:pt x="121851" y="58544"/>
                            <a:pt x="121782" y="58406"/>
                          </a:cubicBezTo>
                          <a:cubicBezTo>
                            <a:pt x="121644" y="57508"/>
                            <a:pt x="121437" y="56611"/>
                            <a:pt x="121230" y="55644"/>
                          </a:cubicBezTo>
                          <a:cubicBezTo>
                            <a:pt x="121023" y="54816"/>
                            <a:pt x="120884" y="54056"/>
                            <a:pt x="120677" y="53228"/>
                          </a:cubicBezTo>
                          <a:cubicBezTo>
                            <a:pt x="120677" y="53228"/>
                            <a:pt x="120677" y="53090"/>
                            <a:pt x="120677" y="53090"/>
                          </a:cubicBezTo>
                          <a:cubicBezTo>
                            <a:pt x="120677" y="53090"/>
                            <a:pt x="120677" y="53090"/>
                            <a:pt x="120677" y="53021"/>
                          </a:cubicBezTo>
                          <a:cubicBezTo>
                            <a:pt x="120470" y="52192"/>
                            <a:pt x="120263" y="51295"/>
                            <a:pt x="119987" y="50466"/>
                          </a:cubicBezTo>
                          <a:cubicBezTo>
                            <a:pt x="119780" y="49638"/>
                            <a:pt x="119504" y="48878"/>
                            <a:pt x="119297" y="48050"/>
                          </a:cubicBezTo>
                          <a:cubicBezTo>
                            <a:pt x="119297" y="47843"/>
                            <a:pt x="119158" y="47636"/>
                            <a:pt x="119089" y="47429"/>
                          </a:cubicBezTo>
                          <a:cubicBezTo>
                            <a:pt x="119089" y="47291"/>
                            <a:pt x="119020" y="47152"/>
                            <a:pt x="118951" y="47014"/>
                          </a:cubicBezTo>
                          <a:cubicBezTo>
                            <a:pt x="118813" y="46600"/>
                            <a:pt x="118675" y="46255"/>
                            <a:pt x="118606" y="45841"/>
                          </a:cubicBezTo>
                          <a:cubicBezTo>
                            <a:pt x="118399" y="45150"/>
                            <a:pt x="118123" y="44460"/>
                            <a:pt x="117916" y="43770"/>
                          </a:cubicBezTo>
                          <a:cubicBezTo>
                            <a:pt x="117709" y="43148"/>
                            <a:pt x="117432" y="42527"/>
                            <a:pt x="117225" y="41906"/>
                          </a:cubicBezTo>
                          <a:cubicBezTo>
                            <a:pt x="117225" y="41768"/>
                            <a:pt x="117087" y="41630"/>
                            <a:pt x="117018" y="41422"/>
                          </a:cubicBezTo>
                          <a:cubicBezTo>
                            <a:pt x="117018" y="41353"/>
                            <a:pt x="117018" y="41284"/>
                            <a:pt x="116949" y="41215"/>
                          </a:cubicBezTo>
                          <a:cubicBezTo>
                            <a:pt x="116811" y="40870"/>
                            <a:pt x="116673" y="40525"/>
                            <a:pt x="116535" y="40180"/>
                          </a:cubicBezTo>
                          <a:cubicBezTo>
                            <a:pt x="116328" y="39627"/>
                            <a:pt x="116052" y="39075"/>
                            <a:pt x="115845" y="38523"/>
                          </a:cubicBezTo>
                          <a:cubicBezTo>
                            <a:pt x="115638" y="37971"/>
                            <a:pt x="115361" y="37487"/>
                            <a:pt x="115154" y="36935"/>
                          </a:cubicBezTo>
                          <a:cubicBezTo>
                            <a:pt x="114947" y="36521"/>
                            <a:pt x="114740" y="36107"/>
                            <a:pt x="114533" y="35692"/>
                          </a:cubicBezTo>
                          <a:cubicBezTo>
                            <a:pt x="114533" y="35692"/>
                            <a:pt x="114533" y="35623"/>
                            <a:pt x="114533" y="35554"/>
                          </a:cubicBezTo>
                          <a:cubicBezTo>
                            <a:pt x="114533" y="35554"/>
                            <a:pt x="114533" y="35416"/>
                            <a:pt x="114464" y="35347"/>
                          </a:cubicBezTo>
                          <a:cubicBezTo>
                            <a:pt x="114188" y="34795"/>
                            <a:pt x="113912" y="34173"/>
                            <a:pt x="113566" y="33621"/>
                          </a:cubicBezTo>
                          <a:cubicBezTo>
                            <a:pt x="113152" y="32793"/>
                            <a:pt x="112669" y="31964"/>
                            <a:pt x="112186" y="31205"/>
                          </a:cubicBezTo>
                          <a:cubicBezTo>
                            <a:pt x="111979" y="30860"/>
                            <a:pt x="111840" y="30584"/>
                            <a:pt x="111633" y="30238"/>
                          </a:cubicBezTo>
                          <a:cubicBezTo>
                            <a:pt x="110874" y="28927"/>
                            <a:pt x="110046" y="27684"/>
                            <a:pt x="109217" y="26441"/>
                          </a:cubicBezTo>
                          <a:cubicBezTo>
                            <a:pt x="109148" y="26303"/>
                            <a:pt x="109010" y="26165"/>
                            <a:pt x="108941" y="26027"/>
                          </a:cubicBezTo>
                          <a:cubicBezTo>
                            <a:pt x="108734" y="25682"/>
                            <a:pt x="108458" y="25337"/>
                            <a:pt x="108251" y="25061"/>
                          </a:cubicBezTo>
                          <a:cubicBezTo>
                            <a:pt x="107836" y="24439"/>
                            <a:pt x="107422" y="23818"/>
                            <a:pt x="106939" y="23266"/>
                          </a:cubicBezTo>
                          <a:cubicBezTo>
                            <a:pt x="106594" y="22782"/>
                            <a:pt x="106180" y="22299"/>
                            <a:pt x="105834" y="21816"/>
                          </a:cubicBezTo>
                          <a:cubicBezTo>
                            <a:pt x="105696" y="21678"/>
                            <a:pt x="105627" y="21540"/>
                            <a:pt x="105489" y="21402"/>
                          </a:cubicBezTo>
                          <a:cubicBezTo>
                            <a:pt x="105420" y="21264"/>
                            <a:pt x="105351" y="21194"/>
                            <a:pt x="105213" y="21056"/>
                          </a:cubicBezTo>
                          <a:cubicBezTo>
                            <a:pt x="104730" y="20366"/>
                            <a:pt x="104177" y="19745"/>
                            <a:pt x="103625" y="19123"/>
                          </a:cubicBezTo>
                          <a:cubicBezTo>
                            <a:pt x="103211" y="18640"/>
                            <a:pt x="102797" y="18157"/>
                            <a:pt x="102382" y="17674"/>
                          </a:cubicBezTo>
                          <a:cubicBezTo>
                            <a:pt x="102382" y="17605"/>
                            <a:pt x="102244" y="17535"/>
                            <a:pt x="102175" y="17466"/>
                          </a:cubicBezTo>
                          <a:cubicBezTo>
                            <a:pt x="102175" y="17466"/>
                            <a:pt x="102106" y="17328"/>
                            <a:pt x="102037" y="17328"/>
                          </a:cubicBezTo>
                          <a:cubicBezTo>
                            <a:pt x="101485" y="16707"/>
                            <a:pt x="100933" y="16086"/>
                            <a:pt x="100380" y="15533"/>
                          </a:cubicBezTo>
                          <a:cubicBezTo>
                            <a:pt x="99897" y="14981"/>
                            <a:pt x="99345" y="14429"/>
                            <a:pt x="98792" y="13876"/>
                          </a:cubicBezTo>
                          <a:cubicBezTo>
                            <a:pt x="98792" y="13876"/>
                            <a:pt x="98792" y="13807"/>
                            <a:pt x="98723" y="13738"/>
                          </a:cubicBezTo>
                          <a:cubicBezTo>
                            <a:pt x="98723" y="13738"/>
                            <a:pt x="98723" y="13738"/>
                            <a:pt x="98723" y="13738"/>
                          </a:cubicBezTo>
                          <a:cubicBezTo>
                            <a:pt x="98102" y="13117"/>
                            <a:pt x="97550" y="12565"/>
                            <a:pt x="96928" y="11943"/>
                          </a:cubicBezTo>
                          <a:cubicBezTo>
                            <a:pt x="96376" y="11460"/>
                            <a:pt x="95893" y="10908"/>
                            <a:pt x="95341" y="10425"/>
                          </a:cubicBezTo>
                          <a:cubicBezTo>
                            <a:pt x="95341" y="10425"/>
                            <a:pt x="95202" y="10356"/>
                            <a:pt x="95202" y="10287"/>
                          </a:cubicBezTo>
                          <a:cubicBezTo>
                            <a:pt x="95202" y="10287"/>
                            <a:pt x="95202" y="10287"/>
                            <a:pt x="95133" y="10218"/>
                          </a:cubicBezTo>
                          <a:cubicBezTo>
                            <a:pt x="94512" y="9665"/>
                            <a:pt x="93891" y="9113"/>
                            <a:pt x="93269" y="8561"/>
                          </a:cubicBezTo>
                          <a:cubicBezTo>
                            <a:pt x="92786" y="8146"/>
                            <a:pt x="92234" y="7732"/>
                            <a:pt x="91751" y="7318"/>
                          </a:cubicBezTo>
                          <a:cubicBezTo>
                            <a:pt x="91682" y="7318"/>
                            <a:pt x="91613" y="7180"/>
                            <a:pt x="91543" y="7180"/>
                          </a:cubicBezTo>
                          <a:cubicBezTo>
                            <a:pt x="91543" y="7180"/>
                            <a:pt x="91475" y="7111"/>
                            <a:pt x="91405" y="7111"/>
                          </a:cubicBezTo>
                          <a:cubicBezTo>
                            <a:pt x="90784" y="6628"/>
                            <a:pt x="90163" y="6144"/>
                            <a:pt x="89610" y="5730"/>
                          </a:cubicBezTo>
                          <a:cubicBezTo>
                            <a:pt x="89058" y="5316"/>
                            <a:pt x="88437" y="4902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884" y="4487"/>
                            <a:pt x="87884" y="4487"/>
                            <a:pt x="87884" y="4487"/>
                          </a:cubicBezTo>
                          <a:cubicBezTo>
                            <a:pt x="87332" y="4073"/>
                            <a:pt x="86711" y="3728"/>
                            <a:pt x="86159" y="3383"/>
                          </a:cubicBezTo>
                          <a:cubicBezTo>
                            <a:pt x="85606" y="3038"/>
                            <a:pt x="85054" y="2692"/>
                            <a:pt x="84502" y="2347"/>
                          </a:cubicBezTo>
                          <a:cubicBezTo>
                            <a:pt x="84364" y="2278"/>
                            <a:pt x="84225" y="2209"/>
                            <a:pt x="84087" y="2140"/>
                          </a:cubicBezTo>
                          <a:cubicBezTo>
                            <a:pt x="83673" y="1933"/>
                            <a:pt x="83259" y="1657"/>
                            <a:pt x="82845" y="1450"/>
                          </a:cubicBezTo>
                          <a:cubicBezTo>
                            <a:pt x="82292" y="1174"/>
                            <a:pt x="81809" y="897"/>
                            <a:pt x="81257" y="621"/>
                          </a:cubicBezTo>
                          <a:cubicBezTo>
                            <a:pt x="80843" y="414"/>
                            <a:pt x="80429" y="207"/>
                            <a:pt x="80014" y="0"/>
                          </a:cubicBezTo>
                          <a:lnTo>
                            <a:pt x="80014" y="0"/>
                          </a:lnTo>
                          <a:lnTo>
                            <a:pt x="0" y="46531"/>
                          </a:lnTo>
                          <a:cubicBezTo>
                            <a:pt x="1381" y="47152"/>
                            <a:pt x="2692" y="47843"/>
                            <a:pt x="4073" y="48671"/>
                          </a:cubicBezTo>
                          <a:cubicBezTo>
                            <a:pt x="5316" y="49431"/>
                            <a:pt x="6558" y="50190"/>
                            <a:pt x="7870" y="51088"/>
                          </a:cubicBezTo>
                          <a:cubicBezTo>
                            <a:pt x="7870" y="51088"/>
                            <a:pt x="7870" y="51088"/>
                            <a:pt x="7870" y="51088"/>
                          </a:cubicBezTo>
                          <a:cubicBezTo>
                            <a:pt x="9113" y="51916"/>
                            <a:pt x="10287" y="52814"/>
                            <a:pt x="11529" y="53780"/>
                          </a:cubicBezTo>
                          <a:cubicBezTo>
                            <a:pt x="11529" y="53780"/>
                            <a:pt x="11667" y="53918"/>
                            <a:pt x="11736" y="53918"/>
                          </a:cubicBezTo>
                          <a:cubicBezTo>
                            <a:pt x="12910" y="54885"/>
                            <a:pt x="14083" y="55851"/>
                            <a:pt x="15257" y="56887"/>
                          </a:cubicBezTo>
                          <a:cubicBezTo>
                            <a:pt x="15257" y="56887"/>
                            <a:pt x="15326" y="56956"/>
                            <a:pt x="15395" y="57025"/>
                          </a:cubicBezTo>
                          <a:cubicBezTo>
                            <a:pt x="16569" y="58060"/>
                            <a:pt x="17742" y="59165"/>
                            <a:pt x="18847" y="60339"/>
                          </a:cubicBezTo>
                          <a:cubicBezTo>
                            <a:pt x="18847" y="60339"/>
                            <a:pt x="18847" y="60339"/>
                            <a:pt x="18916" y="60408"/>
                          </a:cubicBezTo>
                          <a:cubicBezTo>
                            <a:pt x="20021" y="61581"/>
                            <a:pt x="21194" y="62755"/>
                            <a:pt x="22230" y="63998"/>
                          </a:cubicBezTo>
                          <a:cubicBezTo>
                            <a:pt x="22230" y="64067"/>
                            <a:pt x="22368" y="64136"/>
                            <a:pt x="22437" y="64205"/>
                          </a:cubicBezTo>
                          <a:cubicBezTo>
                            <a:pt x="23473" y="65378"/>
                            <a:pt x="24508" y="66621"/>
                            <a:pt x="25475" y="67933"/>
                          </a:cubicBezTo>
                          <a:cubicBezTo>
                            <a:pt x="25613" y="68071"/>
                            <a:pt x="25682" y="68209"/>
                            <a:pt x="25820" y="68416"/>
                          </a:cubicBezTo>
                          <a:cubicBezTo>
                            <a:pt x="26648" y="69452"/>
                            <a:pt x="27408" y="70556"/>
                            <a:pt x="28236" y="71661"/>
                          </a:cubicBezTo>
                          <a:cubicBezTo>
                            <a:pt x="28443" y="72006"/>
                            <a:pt x="28720" y="72282"/>
                            <a:pt x="28927" y="72627"/>
                          </a:cubicBezTo>
                          <a:cubicBezTo>
                            <a:pt x="29893" y="74008"/>
                            <a:pt x="30791" y="75389"/>
                            <a:pt x="31619" y="76839"/>
                          </a:cubicBezTo>
                          <a:cubicBezTo>
                            <a:pt x="32655" y="78565"/>
                            <a:pt x="33621" y="80359"/>
                            <a:pt x="34519" y="82154"/>
                          </a:cubicBezTo>
                          <a:cubicBezTo>
                            <a:pt x="34519" y="82154"/>
                            <a:pt x="34519" y="82224"/>
                            <a:pt x="34519" y="82292"/>
                          </a:cubicBezTo>
                          <a:cubicBezTo>
                            <a:pt x="35416" y="84087"/>
                            <a:pt x="36176" y="85883"/>
                            <a:pt x="36935" y="87746"/>
                          </a:cubicBezTo>
                          <a:cubicBezTo>
                            <a:pt x="36935" y="87816"/>
                            <a:pt x="36935" y="87885"/>
                            <a:pt x="37004" y="87954"/>
                          </a:cubicBezTo>
                          <a:cubicBezTo>
                            <a:pt x="37694" y="89749"/>
                            <a:pt x="38385" y="91613"/>
                            <a:pt x="39006" y="93477"/>
                          </a:cubicBezTo>
                          <a:cubicBezTo>
                            <a:pt x="39006" y="93615"/>
                            <a:pt x="39075" y="93753"/>
                            <a:pt x="39144" y="93891"/>
                          </a:cubicBezTo>
                          <a:cubicBezTo>
                            <a:pt x="39765" y="95755"/>
                            <a:pt x="40249" y="97688"/>
                            <a:pt x="40732" y="99621"/>
                          </a:cubicBezTo>
                          <a:cubicBezTo>
                            <a:pt x="40732" y="99621"/>
                            <a:pt x="40732" y="99690"/>
                            <a:pt x="40732" y="99759"/>
                          </a:cubicBezTo>
                          <a:cubicBezTo>
                            <a:pt x="41215" y="101623"/>
                            <a:pt x="41560" y="103487"/>
                            <a:pt x="41906" y="105351"/>
                          </a:cubicBezTo>
                          <a:cubicBezTo>
                            <a:pt x="41906" y="105489"/>
                            <a:pt x="41906" y="105696"/>
                            <a:pt x="41975" y="105834"/>
                          </a:cubicBezTo>
                          <a:cubicBezTo>
                            <a:pt x="42320" y="107629"/>
                            <a:pt x="42527" y="109355"/>
                            <a:pt x="42734" y="111012"/>
                          </a:cubicBezTo>
                          <a:cubicBezTo>
                            <a:pt x="42734" y="111219"/>
                            <a:pt x="42734" y="111357"/>
                            <a:pt x="42734" y="111564"/>
                          </a:cubicBezTo>
                          <a:cubicBezTo>
                            <a:pt x="42941" y="113221"/>
                            <a:pt x="43079" y="114878"/>
                            <a:pt x="43148" y="116466"/>
                          </a:cubicBezTo>
                          <a:cubicBezTo>
                            <a:pt x="43148" y="116673"/>
                            <a:pt x="43148" y="116811"/>
                            <a:pt x="43148" y="117018"/>
                          </a:cubicBezTo>
                          <a:cubicBezTo>
                            <a:pt x="43217" y="118675"/>
                            <a:pt x="43286" y="120263"/>
                            <a:pt x="43217" y="121851"/>
                          </a:cubicBezTo>
                          <a:lnTo>
                            <a:pt x="43217" y="121851"/>
                          </a:lnTo>
                          <a:cubicBezTo>
                            <a:pt x="43217" y="121851"/>
                            <a:pt x="43217" y="121851"/>
                            <a:pt x="43217" y="121851"/>
                          </a:cubicBezTo>
                          <a:lnTo>
                            <a:pt x="123232" y="75320"/>
                          </a:lnTo>
                          <a:cubicBezTo>
                            <a:pt x="123232" y="75320"/>
                            <a:pt x="123232" y="74698"/>
                            <a:pt x="123232" y="74353"/>
                          </a:cubicBezTo>
                          <a:cubicBezTo>
                            <a:pt x="123232" y="73525"/>
                            <a:pt x="123232" y="72696"/>
                            <a:pt x="123232" y="71868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3" name="Google Shape;1213;p56"/>
                    <p:cNvSpPr/>
                    <p:nvPr/>
                  </p:nvSpPr>
                  <p:spPr>
                    <a:xfrm>
                      <a:off x="2031700" y="3032586"/>
                      <a:ext cx="244737" cy="260961"/>
                    </a:xfrm>
                    <a:custGeom>
                      <a:rect b="b" l="l" r="r" t="t"/>
                      <a:pathLst>
                        <a:path extrusionOk="0" h="260961" w="244737">
                          <a:moveTo>
                            <a:pt x="244599" y="196825"/>
                          </a:moveTo>
                          <a:cubicBezTo>
                            <a:pt x="244599" y="195928"/>
                            <a:pt x="244599" y="195031"/>
                            <a:pt x="244599" y="194064"/>
                          </a:cubicBezTo>
                          <a:cubicBezTo>
                            <a:pt x="244599" y="192407"/>
                            <a:pt x="244461" y="190750"/>
                            <a:pt x="244392" y="189093"/>
                          </a:cubicBezTo>
                          <a:cubicBezTo>
                            <a:pt x="244392" y="188955"/>
                            <a:pt x="244392" y="188886"/>
                            <a:pt x="244392" y="188748"/>
                          </a:cubicBezTo>
                          <a:cubicBezTo>
                            <a:pt x="244392" y="188541"/>
                            <a:pt x="244392" y="188334"/>
                            <a:pt x="244392" y="188058"/>
                          </a:cubicBezTo>
                          <a:cubicBezTo>
                            <a:pt x="244323" y="186677"/>
                            <a:pt x="244185" y="185296"/>
                            <a:pt x="244047" y="183916"/>
                          </a:cubicBezTo>
                          <a:cubicBezTo>
                            <a:pt x="243909" y="182535"/>
                            <a:pt x="243771" y="181154"/>
                            <a:pt x="243564" y="179773"/>
                          </a:cubicBezTo>
                          <a:cubicBezTo>
                            <a:pt x="243564" y="179497"/>
                            <a:pt x="243564" y="179290"/>
                            <a:pt x="243495" y="179014"/>
                          </a:cubicBezTo>
                          <a:cubicBezTo>
                            <a:pt x="243495" y="178876"/>
                            <a:pt x="243495" y="178738"/>
                            <a:pt x="243495" y="178600"/>
                          </a:cubicBezTo>
                          <a:cubicBezTo>
                            <a:pt x="243288" y="176805"/>
                            <a:pt x="243011" y="174941"/>
                            <a:pt x="242735" y="173146"/>
                          </a:cubicBezTo>
                          <a:cubicBezTo>
                            <a:pt x="242597" y="172317"/>
                            <a:pt x="242459" y="171489"/>
                            <a:pt x="242321" y="170591"/>
                          </a:cubicBezTo>
                          <a:cubicBezTo>
                            <a:pt x="242252" y="170039"/>
                            <a:pt x="242114" y="169487"/>
                            <a:pt x="242045" y="169003"/>
                          </a:cubicBezTo>
                          <a:cubicBezTo>
                            <a:pt x="241976" y="168520"/>
                            <a:pt x="241907" y="167968"/>
                            <a:pt x="241769" y="167485"/>
                          </a:cubicBezTo>
                          <a:cubicBezTo>
                            <a:pt x="241424" y="165552"/>
                            <a:pt x="241010" y="163619"/>
                            <a:pt x="240595" y="161686"/>
                          </a:cubicBezTo>
                          <a:cubicBezTo>
                            <a:pt x="240526" y="161340"/>
                            <a:pt x="240457" y="160995"/>
                            <a:pt x="240319" y="160650"/>
                          </a:cubicBezTo>
                          <a:cubicBezTo>
                            <a:pt x="240181" y="160098"/>
                            <a:pt x="240043" y="159614"/>
                            <a:pt x="239974" y="159062"/>
                          </a:cubicBezTo>
                          <a:cubicBezTo>
                            <a:pt x="239698" y="157958"/>
                            <a:pt x="239491" y="156853"/>
                            <a:pt x="239214" y="155748"/>
                          </a:cubicBezTo>
                          <a:cubicBezTo>
                            <a:pt x="238800" y="154160"/>
                            <a:pt x="238386" y="152504"/>
                            <a:pt x="237972" y="150916"/>
                          </a:cubicBezTo>
                          <a:cubicBezTo>
                            <a:pt x="237903" y="150639"/>
                            <a:pt x="237834" y="150363"/>
                            <a:pt x="237765" y="150018"/>
                          </a:cubicBezTo>
                          <a:cubicBezTo>
                            <a:pt x="237765" y="149880"/>
                            <a:pt x="237765" y="149811"/>
                            <a:pt x="237696" y="149673"/>
                          </a:cubicBezTo>
                          <a:cubicBezTo>
                            <a:pt x="237143" y="147671"/>
                            <a:pt x="236522" y="145669"/>
                            <a:pt x="235970" y="143667"/>
                          </a:cubicBezTo>
                          <a:cubicBezTo>
                            <a:pt x="235763" y="142907"/>
                            <a:pt x="235486" y="142079"/>
                            <a:pt x="235210" y="141320"/>
                          </a:cubicBezTo>
                          <a:cubicBezTo>
                            <a:pt x="235003" y="140698"/>
                            <a:pt x="234865" y="140146"/>
                            <a:pt x="234658" y="139524"/>
                          </a:cubicBezTo>
                          <a:cubicBezTo>
                            <a:pt x="234451" y="138903"/>
                            <a:pt x="234313" y="138351"/>
                            <a:pt x="234106" y="137730"/>
                          </a:cubicBezTo>
                          <a:cubicBezTo>
                            <a:pt x="233484" y="135796"/>
                            <a:pt x="232794" y="133863"/>
                            <a:pt x="232104" y="131930"/>
                          </a:cubicBezTo>
                          <a:cubicBezTo>
                            <a:pt x="231966" y="131585"/>
                            <a:pt x="231827" y="131240"/>
                            <a:pt x="231758" y="130964"/>
                          </a:cubicBezTo>
                          <a:cubicBezTo>
                            <a:pt x="231620" y="130550"/>
                            <a:pt x="231413" y="130135"/>
                            <a:pt x="231275" y="129652"/>
                          </a:cubicBezTo>
                          <a:cubicBezTo>
                            <a:pt x="230861" y="128548"/>
                            <a:pt x="230447" y="127512"/>
                            <a:pt x="230032" y="126407"/>
                          </a:cubicBezTo>
                          <a:cubicBezTo>
                            <a:pt x="229342" y="124612"/>
                            <a:pt x="228583" y="122817"/>
                            <a:pt x="227892" y="121022"/>
                          </a:cubicBezTo>
                          <a:cubicBezTo>
                            <a:pt x="227892" y="120953"/>
                            <a:pt x="227823" y="120815"/>
                            <a:pt x="227754" y="120746"/>
                          </a:cubicBezTo>
                          <a:cubicBezTo>
                            <a:pt x="227685" y="120539"/>
                            <a:pt x="227616" y="120401"/>
                            <a:pt x="227547" y="120194"/>
                          </a:cubicBezTo>
                          <a:cubicBezTo>
                            <a:pt x="226926" y="118675"/>
                            <a:pt x="226305" y="117225"/>
                            <a:pt x="225614" y="115707"/>
                          </a:cubicBezTo>
                          <a:cubicBezTo>
                            <a:pt x="224924" y="114188"/>
                            <a:pt x="224233" y="112669"/>
                            <a:pt x="223543" y="111150"/>
                          </a:cubicBezTo>
                          <a:cubicBezTo>
                            <a:pt x="223474" y="111012"/>
                            <a:pt x="223405" y="110874"/>
                            <a:pt x="223336" y="110667"/>
                          </a:cubicBezTo>
                          <a:cubicBezTo>
                            <a:pt x="223336" y="110598"/>
                            <a:pt x="223267" y="110529"/>
                            <a:pt x="223198" y="110460"/>
                          </a:cubicBezTo>
                          <a:cubicBezTo>
                            <a:pt x="222300" y="108596"/>
                            <a:pt x="221403" y="106732"/>
                            <a:pt x="220505" y="104868"/>
                          </a:cubicBezTo>
                          <a:cubicBezTo>
                            <a:pt x="220091" y="104039"/>
                            <a:pt x="219608" y="103211"/>
                            <a:pt x="219194" y="102382"/>
                          </a:cubicBezTo>
                          <a:cubicBezTo>
                            <a:pt x="218848" y="101692"/>
                            <a:pt x="218503" y="101002"/>
                            <a:pt x="218158" y="100311"/>
                          </a:cubicBezTo>
                          <a:cubicBezTo>
                            <a:pt x="217882" y="99759"/>
                            <a:pt x="217537" y="99138"/>
                            <a:pt x="217261" y="98585"/>
                          </a:cubicBezTo>
                          <a:cubicBezTo>
                            <a:pt x="216639" y="97412"/>
                            <a:pt x="215949" y="96238"/>
                            <a:pt x="215258" y="95064"/>
                          </a:cubicBezTo>
                          <a:cubicBezTo>
                            <a:pt x="214430" y="93546"/>
                            <a:pt x="213602" y="92096"/>
                            <a:pt x="212773" y="90646"/>
                          </a:cubicBezTo>
                          <a:cubicBezTo>
                            <a:pt x="212566" y="90232"/>
                            <a:pt x="212290" y="89818"/>
                            <a:pt x="212083" y="89403"/>
                          </a:cubicBezTo>
                          <a:cubicBezTo>
                            <a:pt x="211669" y="88782"/>
                            <a:pt x="211254" y="88161"/>
                            <a:pt x="210909" y="87470"/>
                          </a:cubicBezTo>
                          <a:cubicBezTo>
                            <a:pt x="209114" y="84502"/>
                            <a:pt x="207250" y="81533"/>
                            <a:pt x="205317" y="78634"/>
                          </a:cubicBezTo>
                          <a:cubicBezTo>
                            <a:pt x="204903" y="78012"/>
                            <a:pt x="204558" y="77322"/>
                            <a:pt x="204143" y="76701"/>
                          </a:cubicBezTo>
                          <a:cubicBezTo>
                            <a:pt x="203798" y="76148"/>
                            <a:pt x="203384" y="75596"/>
                            <a:pt x="202970" y="75113"/>
                          </a:cubicBezTo>
                          <a:cubicBezTo>
                            <a:pt x="202072" y="73870"/>
                            <a:pt x="201175" y="72558"/>
                            <a:pt x="200277" y="71316"/>
                          </a:cubicBezTo>
                          <a:cubicBezTo>
                            <a:pt x="199656" y="70418"/>
                            <a:pt x="198966" y="69452"/>
                            <a:pt x="198344" y="68554"/>
                          </a:cubicBezTo>
                          <a:cubicBezTo>
                            <a:pt x="197447" y="67380"/>
                            <a:pt x="196549" y="66138"/>
                            <a:pt x="195652" y="64964"/>
                          </a:cubicBezTo>
                          <a:cubicBezTo>
                            <a:pt x="195169" y="64343"/>
                            <a:pt x="194685" y="63652"/>
                            <a:pt x="194133" y="63031"/>
                          </a:cubicBezTo>
                          <a:cubicBezTo>
                            <a:pt x="192890" y="61443"/>
                            <a:pt x="191648" y="59855"/>
                            <a:pt x="190336" y="58337"/>
                          </a:cubicBezTo>
                          <a:cubicBezTo>
                            <a:pt x="190060" y="58060"/>
                            <a:pt x="189853" y="57784"/>
                            <a:pt x="189577" y="57508"/>
                          </a:cubicBezTo>
                          <a:cubicBezTo>
                            <a:pt x="189231" y="57163"/>
                            <a:pt x="188955" y="56749"/>
                            <a:pt x="188610" y="56404"/>
                          </a:cubicBezTo>
                          <a:cubicBezTo>
                            <a:pt x="187920" y="55575"/>
                            <a:pt x="187229" y="54747"/>
                            <a:pt x="186539" y="53987"/>
                          </a:cubicBezTo>
                          <a:cubicBezTo>
                            <a:pt x="185227" y="52537"/>
                            <a:pt x="183915" y="51088"/>
                            <a:pt x="182604" y="49638"/>
                          </a:cubicBezTo>
                          <a:cubicBezTo>
                            <a:pt x="181223" y="48119"/>
                            <a:pt x="179842" y="46669"/>
                            <a:pt x="178393" y="45288"/>
                          </a:cubicBezTo>
                          <a:cubicBezTo>
                            <a:pt x="177771" y="44667"/>
                            <a:pt x="177150" y="44046"/>
                            <a:pt x="176528" y="43424"/>
                          </a:cubicBezTo>
                          <a:cubicBezTo>
                            <a:pt x="176045" y="42941"/>
                            <a:pt x="175631" y="42527"/>
                            <a:pt x="175148" y="42044"/>
                          </a:cubicBezTo>
                          <a:cubicBezTo>
                            <a:pt x="174734" y="41630"/>
                            <a:pt x="174388" y="41284"/>
                            <a:pt x="173974" y="40870"/>
                          </a:cubicBezTo>
                          <a:cubicBezTo>
                            <a:pt x="172455" y="39420"/>
                            <a:pt x="170868" y="37971"/>
                            <a:pt x="169280" y="36521"/>
                          </a:cubicBezTo>
                          <a:cubicBezTo>
                            <a:pt x="169142" y="36452"/>
                            <a:pt x="169072" y="36314"/>
                            <a:pt x="168934" y="36245"/>
                          </a:cubicBezTo>
                          <a:cubicBezTo>
                            <a:pt x="168658" y="35968"/>
                            <a:pt x="168313" y="35692"/>
                            <a:pt x="168037" y="35416"/>
                          </a:cubicBezTo>
                          <a:cubicBezTo>
                            <a:pt x="166863" y="34381"/>
                            <a:pt x="165690" y="33345"/>
                            <a:pt x="164447" y="32309"/>
                          </a:cubicBezTo>
                          <a:cubicBezTo>
                            <a:pt x="163757" y="31757"/>
                            <a:pt x="163135" y="31205"/>
                            <a:pt x="162445" y="30653"/>
                          </a:cubicBezTo>
                          <a:cubicBezTo>
                            <a:pt x="161893" y="30238"/>
                            <a:pt x="161409" y="29755"/>
                            <a:pt x="160857" y="29341"/>
                          </a:cubicBezTo>
                          <a:cubicBezTo>
                            <a:pt x="160443" y="28996"/>
                            <a:pt x="160029" y="28650"/>
                            <a:pt x="159614" y="28305"/>
                          </a:cubicBezTo>
                          <a:cubicBezTo>
                            <a:pt x="158026" y="27063"/>
                            <a:pt x="156370" y="25820"/>
                            <a:pt x="154782" y="24646"/>
                          </a:cubicBezTo>
                          <a:cubicBezTo>
                            <a:pt x="154713" y="24646"/>
                            <a:pt x="154575" y="24508"/>
                            <a:pt x="154506" y="24439"/>
                          </a:cubicBezTo>
                          <a:cubicBezTo>
                            <a:pt x="154229" y="24232"/>
                            <a:pt x="154022" y="24094"/>
                            <a:pt x="153746" y="23887"/>
                          </a:cubicBezTo>
                          <a:cubicBezTo>
                            <a:pt x="152504" y="22989"/>
                            <a:pt x="151261" y="22092"/>
                            <a:pt x="150018" y="21264"/>
                          </a:cubicBezTo>
                          <a:cubicBezTo>
                            <a:pt x="149328" y="20780"/>
                            <a:pt x="148568" y="20297"/>
                            <a:pt x="147878" y="19814"/>
                          </a:cubicBezTo>
                          <a:cubicBezTo>
                            <a:pt x="147395" y="19468"/>
                            <a:pt x="146912" y="19192"/>
                            <a:pt x="146428" y="18847"/>
                          </a:cubicBezTo>
                          <a:cubicBezTo>
                            <a:pt x="146083" y="18640"/>
                            <a:pt x="145669" y="18364"/>
                            <a:pt x="145324" y="18157"/>
                          </a:cubicBezTo>
                          <a:cubicBezTo>
                            <a:pt x="143805" y="17190"/>
                            <a:pt x="142217" y="16224"/>
                            <a:pt x="140698" y="15326"/>
                          </a:cubicBezTo>
                          <a:cubicBezTo>
                            <a:pt x="140353" y="15119"/>
                            <a:pt x="140008" y="14912"/>
                            <a:pt x="139662" y="14705"/>
                          </a:cubicBezTo>
                          <a:cubicBezTo>
                            <a:pt x="138489" y="14015"/>
                            <a:pt x="137315" y="13393"/>
                            <a:pt x="136142" y="12772"/>
                          </a:cubicBezTo>
                          <a:cubicBezTo>
                            <a:pt x="134692" y="12013"/>
                            <a:pt x="133311" y="11253"/>
                            <a:pt x="131861" y="10563"/>
                          </a:cubicBezTo>
                          <a:cubicBezTo>
                            <a:pt x="131861" y="10563"/>
                            <a:pt x="131792" y="10563"/>
                            <a:pt x="131723" y="10494"/>
                          </a:cubicBezTo>
                          <a:cubicBezTo>
                            <a:pt x="131723" y="10494"/>
                            <a:pt x="131723" y="10494"/>
                            <a:pt x="131723" y="10494"/>
                          </a:cubicBezTo>
                          <a:cubicBezTo>
                            <a:pt x="130204" y="9734"/>
                            <a:pt x="128755" y="9044"/>
                            <a:pt x="127236" y="8353"/>
                          </a:cubicBezTo>
                          <a:cubicBezTo>
                            <a:pt x="126338" y="7939"/>
                            <a:pt x="125510" y="7594"/>
                            <a:pt x="124612" y="7249"/>
                          </a:cubicBezTo>
                          <a:cubicBezTo>
                            <a:pt x="124267" y="7111"/>
                            <a:pt x="123922" y="6973"/>
                            <a:pt x="123577" y="6835"/>
                          </a:cubicBezTo>
                          <a:cubicBezTo>
                            <a:pt x="123301" y="6697"/>
                            <a:pt x="123094" y="6628"/>
                            <a:pt x="122817" y="6490"/>
                          </a:cubicBezTo>
                          <a:cubicBezTo>
                            <a:pt x="121368" y="5868"/>
                            <a:pt x="119849" y="5316"/>
                            <a:pt x="118399" y="4833"/>
                          </a:cubicBezTo>
                          <a:cubicBezTo>
                            <a:pt x="117847" y="4625"/>
                            <a:pt x="117364" y="4487"/>
                            <a:pt x="116811" y="4280"/>
                          </a:cubicBezTo>
                          <a:cubicBezTo>
                            <a:pt x="116397" y="4142"/>
                            <a:pt x="115983" y="4004"/>
                            <a:pt x="115568" y="3866"/>
                          </a:cubicBezTo>
                          <a:cubicBezTo>
                            <a:pt x="115016" y="3728"/>
                            <a:pt x="114533" y="3521"/>
                            <a:pt x="113981" y="3383"/>
                          </a:cubicBezTo>
                          <a:cubicBezTo>
                            <a:pt x="112462" y="2900"/>
                            <a:pt x="111012" y="2554"/>
                            <a:pt x="109562" y="2140"/>
                          </a:cubicBezTo>
                          <a:cubicBezTo>
                            <a:pt x="109355" y="2140"/>
                            <a:pt x="109148" y="2071"/>
                            <a:pt x="108872" y="2002"/>
                          </a:cubicBezTo>
                          <a:cubicBezTo>
                            <a:pt x="108527" y="1933"/>
                            <a:pt x="108181" y="1864"/>
                            <a:pt x="107836" y="1795"/>
                          </a:cubicBezTo>
                          <a:cubicBezTo>
                            <a:pt x="106939" y="1588"/>
                            <a:pt x="105972" y="1381"/>
                            <a:pt x="105075" y="1174"/>
                          </a:cubicBezTo>
                          <a:cubicBezTo>
                            <a:pt x="103901" y="967"/>
                            <a:pt x="102728" y="759"/>
                            <a:pt x="101554" y="621"/>
                          </a:cubicBezTo>
                          <a:cubicBezTo>
                            <a:pt x="101347" y="621"/>
                            <a:pt x="101071" y="552"/>
                            <a:pt x="100864" y="483"/>
                          </a:cubicBezTo>
                          <a:cubicBezTo>
                            <a:pt x="100726" y="483"/>
                            <a:pt x="100656" y="483"/>
                            <a:pt x="100518" y="483"/>
                          </a:cubicBezTo>
                          <a:cubicBezTo>
                            <a:pt x="98930" y="276"/>
                            <a:pt x="97412" y="138"/>
                            <a:pt x="95893" y="0"/>
                          </a:cubicBezTo>
                          <a:cubicBezTo>
                            <a:pt x="95409" y="0"/>
                            <a:pt x="94995" y="0"/>
                            <a:pt x="94512" y="0"/>
                          </a:cubicBezTo>
                          <a:cubicBezTo>
                            <a:pt x="93960" y="0"/>
                            <a:pt x="93408" y="0"/>
                            <a:pt x="92924" y="0"/>
                          </a:cubicBezTo>
                          <a:cubicBezTo>
                            <a:pt x="92303" y="0"/>
                            <a:pt x="91682" y="0"/>
                            <a:pt x="91129" y="0"/>
                          </a:cubicBezTo>
                          <a:cubicBezTo>
                            <a:pt x="90025" y="0"/>
                            <a:pt x="88920" y="69"/>
                            <a:pt x="87746" y="138"/>
                          </a:cubicBezTo>
                          <a:cubicBezTo>
                            <a:pt x="87332" y="138"/>
                            <a:pt x="86849" y="138"/>
                            <a:pt x="86435" y="138"/>
                          </a:cubicBezTo>
                          <a:cubicBezTo>
                            <a:pt x="86297" y="138"/>
                            <a:pt x="86159" y="138"/>
                            <a:pt x="86021" y="138"/>
                          </a:cubicBezTo>
                          <a:cubicBezTo>
                            <a:pt x="84157" y="276"/>
                            <a:pt x="82292" y="552"/>
                            <a:pt x="80429" y="898"/>
                          </a:cubicBezTo>
                          <a:cubicBezTo>
                            <a:pt x="80291" y="898"/>
                            <a:pt x="80152" y="898"/>
                            <a:pt x="80014" y="967"/>
                          </a:cubicBezTo>
                          <a:lnTo>
                            <a:pt x="0" y="47498"/>
                          </a:lnTo>
                          <a:cubicBezTo>
                            <a:pt x="2071" y="47083"/>
                            <a:pt x="4211" y="46807"/>
                            <a:pt x="6420" y="46600"/>
                          </a:cubicBezTo>
                          <a:cubicBezTo>
                            <a:pt x="6835" y="46600"/>
                            <a:pt x="7318" y="46600"/>
                            <a:pt x="7732" y="46600"/>
                          </a:cubicBezTo>
                          <a:cubicBezTo>
                            <a:pt x="9458" y="46531"/>
                            <a:pt x="11184" y="46462"/>
                            <a:pt x="12910" y="46531"/>
                          </a:cubicBezTo>
                          <a:cubicBezTo>
                            <a:pt x="13462" y="46531"/>
                            <a:pt x="14015" y="46531"/>
                            <a:pt x="14498" y="46531"/>
                          </a:cubicBezTo>
                          <a:cubicBezTo>
                            <a:pt x="16569" y="46669"/>
                            <a:pt x="18709" y="46807"/>
                            <a:pt x="20849" y="47083"/>
                          </a:cubicBezTo>
                          <a:cubicBezTo>
                            <a:pt x="21056" y="47083"/>
                            <a:pt x="21333" y="47153"/>
                            <a:pt x="21540" y="47222"/>
                          </a:cubicBezTo>
                          <a:cubicBezTo>
                            <a:pt x="23611" y="47498"/>
                            <a:pt x="25682" y="47912"/>
                            <a:pt x="27822" y="48395"/>
                          </a:cubicBezTo>
                          <a:cubicBezTo>
                            <a:pt x="28167" y="48464"/>
                            <a:pt x="28512" y="48533"/>
                            <a:pt x="28858" y="48602"/>
                          </a:cubicBezTo>
                          <a:cubicBezTo>
                            <a:pt x="31067" y="49155"/>
                            <a:pt x="33276" y="49776"/>
                            <a:pt x="35554" y="50466"/>
                          </a:cubicBezTo>
                          <a:cubicBezTo>
                            <a:pt x="35968" y="50604"/>
                            <a:pt x="36383" y="50742"/>
                            <a:pt x="36797" y="50881"/>
                          </a:cubicBezTo>
                          <a:cubicBezTo>
                            <a:pt x="39075" y="51640"/>
                            <a:pt x="41284" y="52468"/>
                            <a:pt x="43563" y="53366"/>
                          </a:cubicBezTo>
                          <a:cubicBezTo>
                            <a:pt x="43908" y="53504"/>
                            <a:pt x="44253" y="53642"/>
                            <a:pt x="44598" y="53780"/>
                          </a:cubicBezTo>
                          <a:cubicBezTo>
                            <a:pt x="47014" y="54747"/>
                            <a:pt x="49362" y="55851"/>
                            <a:pt x="51778" y="57025"/>
                          </a:cubicBezTo>
                          <a:cubicBezTo>
                            <a:pt x="51778" y="57025"/>
                            <a:pt x="51847" y="57025"/>
                            <a:pt x="51916" y="57094"/>
                          </a:cubicBezTo>
                          <a:cubicBezTo>
                            <a:pt x="54539" y="58406"/>
                            <a:pt x="57094" y="59786"/>
                            <a:pt x="59717" y="61305"/>
                          </a:cubicBezTo>
                          <a:cubicBezTo>
                            <a:pt x="61995" y="62617"/>
                            <a:pt x="64205" y="63998"/>
                            <a:pt x="66483" y="65447"/>
                          </a:cubicBezTo>
                          <a:cubicBezTo>
                            <a:pt x="66966" y="65724"/>
                            <a:pt x="67449" y="66069"/>
                            <a:pt x="67933" y="66414"/>
                          </a:cubicBezTo>
                          <a:cubicBezTo>
                            <a:pt x="69935" y="67726"/>
                            <a:pt x="71868" y="69106"/>
                            <a:pt x="73801" y="70487"/>
                          </a:cubicBezTo>
                          <a:cubicBezTo>
                            <a:pt x="74077" y="70694"/>
                            <a:pt x="74284" y="70832"/>
                            <a:pt x="74560" y="71039"/>
                          </a:cubicBezTo>
                          <a:cubicBezTo>
                            <a:pt x="76700" y="72627"/>
                            <a:pt x="78841" y="74215"/>
                            <a:pt x="80912" y="75941"/>
                          </a:cubicBezTo>
                          <a:cubicBezTo>
                            <a:pt x="81464" y="76355"/>
                            <a:pt x="82016" y="76839"/>
                            <a:pt x="82500" y="77253"/>
                          </a:cubicBezTo>
                          <a:cubicBezTo>
                            <a:pt x="84364" y="78772"/>
                            <a:pt x="86228" y="80359"/>
                            <a:pt x="88092" y="82016"/>
                          </a:cubicBezTo>
                          <a:cubicBezTo>
                            <a:pt x="88368" y="82293"/>
                            <a:pt x="88713" y="82500"/>
                            <a:pt x="88989" y="82776"/>
                          </a:cubicBezTo>
                          <a:cubicBezTo>
                            <a:pt x="91060" y="84640"/>
                            <a:pt x="93131" y="86573"/>
                            <a:pt x="95133" y="88575"/>
                          </a:cubicBezTo>
                          <a:cubicBezTo>
                            <a:pt x="95617" y="89058"/>
                            <a:pt x="96031" y="89472"/>
                            <a:pt x="96514" y="89956"/>
                          </a:cubicBezTo>
                          <a:cubicBezTo>
                            <a:pt x="98585" y="91958"/>
                            <a:pt x="100587" y="9402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2589" y="96169"/>
                            <a:pt x="102589" y="96169"/>
                            <a:pt x="102589" y="96169"/>
                          </a:cubicBezTo>
                          <a:cubicBezTo>
                            <a:pt x="104592" y="98378"/>
                            <a:pt x="106594" y="100656"/>
                            <a:pt x="108596" y="102935"/>
                          </a:cubicBezTo>
                          <a:cubicBezTo>
                            <a:pt x="108941" y="103280"/>
                            <a:pt x="109217" y="103694"/>
                            <a:pt x="109562" y="104039"/>
                          </a:cubicBezTo>
                          <a:cubicBezTo>
                            <a:pt x="111633" y="106456"/>
                            <a:pt x="113635" y="108941"/>
                            <a:pt x="115568" y="111495"/>
                          </a:cubicBezTo>
                          <a:cubicBezTo>
                            <a:pt x="117156" y="113566"/>
                            <a:pt x="118675" y="115707"/>
                            <a:pt x="120194" y="117847"/>
                          </a:cubicBezTo>
                          <a:cubicBezTo>
                            <a:pt x="121091" y="119089"/>
                            <a:pt x="121989" y="120332"/>
                            <a:pt x="122817" y="121644"/>
                          </a:cubicBezTo>
                          <a:cubicBezTo>
                            <a:pt x="123646" y="122817"/>
                            <a:pt x="124405" y="123991"/>
                            <a:pt x="125165" y="125165"/>
                          </a:cubicBezTo>
                          <a:cubicBezTo>
                            <a:pt x="127098" y="128064"/>
                            <a:pt x="128893" y="131033"/>
                            <a:pt x="130688" y="134002"/>
                          </a:cubicBezTo>
                          <a:cubicBezTo>
                            <a:pt x="131309" y="135037"/>
                            <a:pt x="131930" y="136073"/>
                            <a:pt x="132552" y="137108"/>
                          </a:cubicBezTo>
                          <a:cubicBezTo>
                            <a:pt x="133380" y="138558"/>
                            <a:pt x="134209" y="140077"/>
                            <a:pt x="135037" y="141596"/>
                          </a:cubicBezTo>
                          <a:cubicBezTo>
                            <a:pt x="136004" y="143322"/>
                            <a:pt x="136970" y="145117"/>
                            <a:pt x="137937" y="146843"/>
                          </a:cubicBezTo>
                          <a:cubicBezTo>
                            <a:pt x="138282" y="147533"/>
                            <a:pt x="138627" y="148223"/>
                            <a:pt x="138972" y="148914"/>
                          </a:cubicBezTo>
                          <a:cubicBezTo>
                            <a:pt x="140422" y="151675"/>
                            <a:pt x="141803" y="154506"/>
                            <a:pt x="143114" y="157267"/>
                          </a:cubicBezTo>
                          <a:cubicBezTo>
                            <a:pt x="143183" y="157405"/>
                            <a:pt x="143253" y="157612"/>
                            <a:pt x="143321" y="157750"/>
                          </a:cubicBezTo>
                          <a:cubicBezTo>
                            <a:pt x="144702" y="160719"/>
                            <a:pt x="146083" y="163757"/>
                            <a:pt x="147326" y="166794"/>
                          </a:cubicBezTo>
                          <a:cubicBezTo>
                            <a:pt x="147395" y="167001"/>
                            <a:pt x="147464" y="167139"/>
                            <a:pt x="147533" y="167347"/>
                          </a:cubicBezTo>
                          <a:cubicBezTo>
                            <a:pt x="148775" y="170315"/>
                            <a:pt x="149949" y="173284"/>
                            <a:pt x="151054" y="176252"/>
                          </a:cubicBezTo>
                          <a:cubicBezTo>
                            <a:pt x="151192" y="176667"/>
                            <a:pt x="151399" y="177150"/>
                            <a:pt x="151537" y="177564"/>
                          </a:cubicBezTo>
                          <a:cubicBezTo>
                            <a:pt x="152573" y="180464"/>
                            <a:pt x="153608" y="183294"/>
                            <a:pt x="154506" y="186194"/>
                          </a:cubicBezTo>
                          <a:cubicBezTo>
                            <a:pt x="154713" y="186746"/>
                            <a:pt x="154851" y="187367"/>
                            <a:pt x="155058" y="187920"/>
                          </a:cubicBezTo>
                          <a:cubicBezTo>
                            <a:pt x="155955" y="190819"/>
                            <a:pt x="156853" y="193788"/>
                            <a:pt x="157681" y="196688"/>
                          </a:cubicBezTo>
                          <a:cubicBezTo>
                            <a:pt x="157750" y="196964"/>
                            <a:pt x="157819" y="197240"/>
                            <a:pt x="157888" y="197516"/>
                          </a:cubicBezTo>
                          <a:cubicBezTo>
                            <a:pt x="158648" y="200277"/>
                            <a:pt x="159338" y="202970"/>
                            <a:pt x="159959" y="205662"/>
                          </a:cubicBezTo>
                          <a:cubicBezTo>
                            <a:pt x="160098" y="206215"/>
                            <a:pt x="160236" y="206698"/>
                            <a:pt x="160305" y="207250"/>
                          </a:cubicBezTo>
                          <a:cubicBezTo>
                            <a:pt x="160926" y="210081"/>
                            <a:pt x="161478" y="212842"/>
                            <a:pt x="162031" y="215673"/>
                          </a:cubicBezTo>
                          <a:cubicBezTo>
                            <a:pt x="162100" y="216225"/>
                            <a:pt x="162238" y="216777"/>
                            <a:pt x="162307" y="217261"/>
                          </a:cubicBezTo>
                          <a:cubicBezTo>
                            <a:pt x="162790" y="220091"/>
                            <a:pt x="163204" y="222922"/>
                            <a:pt x="163550" y="225683"/>
                          </a:cubicBezTo>
                          <a:cubicBezTo>
                            <a:pt x="163550" y="225959"/>
                            <a:pt x="163550" y="226166"/>
                            <a:pt x="163618" y="226443"/>
                          </a:cubicBezTo>
                          <a:cubicBezTo>
                            <a:pt x="163964" y="229273"/>
                            <a:pt x="164240" y="232035"/>
                            <a:pt x="164378" y="234727"/>
                          </a:cubicBezTo>
                          <a:cubicBezTo>
                            <a:pt x="164378" y="234934"/>
                            <a:pt x="164378" y="235141"/>
                            <a:pt x="164378" y="235348"/>
                          </a:cubicBezTo>
                          <a:cubicBezTo>
                            <a:pt x="164585" y="238110"/>
                            <a:pt x="164654" y="240802"/>
                            <a:pt x="164654" y="243426"/>
                          </a:cubicBezTo>
                          <a:cubicBezTo>
                            <a:pt x="164654" y="243771"/>
                            <a:pt x="164654" y="244185"/>
                            <a:pt x="164654" y="244530"/>
                          </a:cubicBezTo>
                          <a:cubicBezTo>
                            <a:pt x="164654" y="247085"/>
                            <a:pt x="164585" y="249639"/>
                            <a:pt x="164447" y="252055"/>
                          </a:cubicBezTo>
                          <a:cubicBezTo>
                            <a:pt x="164447" y="252470"/>
                            <a:pt x="164447" y="252884"/>
                            <a:pt x="164378" y="253298"/>
                          </a:cubicBezTo>
                          <a:cubicBezTo>
                            <a:pt x="164171" y="255921"/>
                            <a:pt x="163964" y="258476"/>
                            <a:pt x="163618" y="260961"/>
                          </a:cubicBezTo>
                          <a:lnTo>
                            <a:pt x="243633" y="214430"/>
                          </a:lnTo>
                          <a:cubicBezTo>
                            <a:pt x="243702" y="213947"/>
                            <a:pt x="243771" y="213395"/>
                            <a:pt x="243840" y="212911"/>
                          </a:cubicBezTo>
                          <a:cubicBezTo>
                            <a:pt x="244047" y="211392"/>
                            <a:pt x="244185" y="209874"/>
                            <a:pt x="244323" y="208286"/>
                          </a:cubicBezTo>
                          <a:cubicBezTo>
                            <a:pt x="244323" y="207802"/>
                            <a:pt x="244323" y="207250"/>
                            <a:pt x="244392" y="206767"/>
                          </a:cubicBezTo>
                          <a:cubicBezTo>
                            <a:pt x="244392" y="206353"/>
                            <a:pt x="244392" y="205938"/>
                            <a:pt x="244461" y="205524"/>
                          </a:cubicBezTo>
                          <a:cubicBezTo>
                            <a:pt x="244461" y="204903"/>
                            <a:pt x="244530" y="204282"/>
                            <a:pt x="244599" y="203660"/>
                          </a:cubicBezTo>
                          <a:cubicBezTo>
                            <a:pt x="244599" y="202072"/>
                            <a:pt x="244668" y="200484"/>
                            <a:pt x="244737" y="198897"/>
                          </a:cubicBezTo>
                          <a:cubicBezTo>
                            <a:pt x="244737" y="198551"/>
                            <a:pt x="244737" y="198275"/>
                            <a:pt x="244737" y="197930"/>
                          </a:cubicBezTo>
                          <a:cubicBezTo>
                            <a:pt x="244737" y="197516"/>
                            <a:pt x="244737" y="197171"/>
                            <a:pt x="244737" y="196756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214" name="Google Shape;1214;p56"/>
                  <p:cNvSpPr/>
                  <p:nvPr/>
                </p:nvSpPr>
                <p:spPr>
                  <a:xfrm>
                    <a:off x="1696317" y="2956302"/>
                    <a:ext cx="542509" cy="412772"/>
                  </a:xfrm>
                  <a:custGeom>
                    <a:rect b="b" l="l" r="r" t="t"/>
                    <a:pathLst>
                      <a:path extrusionOk="0" h="412772" w="542509">
                        <a:moveTo>
                          <a:pt x="250053" y="14082"/>
                        </a:moveTo>
                        <a:cubicBezTo>
                          <a:pt x="255852" y="17465"/>
                          <a:pt x="261721" y="21400"/>
                          <a:pt x="267451" y="25956"/>
                        </a:cubicBezTo>
                        <a:cubicBezTo>
                          <a:pt x="296861" y="49084"/>
                          <a:pt x="321507" y="85190"/>
                          <a:pt x="334900" y="123575"/>
                        </a:cubicBezTo>
                        <a:cubicBezTo>
                          <a:pt x="352367" y="119985"/>
                          <a:pt x="373561" y="125301"/>
                          <a:pt x="394687" y="137521"/>
                        </a:cubicBezTo>
                        <a:cubicBezTo>
                          <a:pt x="414362" y="148843"/>
                          <a:pt x="433969" y="166171"/>
                          <a:pt x="450607" y="187780"/>
                        </a:cubicBezTo>
                        <a:cubicBezTo>
                          <a:pt x="485126" y="232654"/>
                          <a:pt x="504939" y="294373"/>
                          <a:pt x="498933" y="337315"/>
                        </a:cubicBezTo>
                        <a:cubicBezTo>
                          <a:pt x="500314" y="337936"/>
                          <a:pt x="501625" y="338626"/>
                          <a:pt x="503006" y="339455"/>
                        </a:cubicBezTo>
                        <a:cubicBezTo>
                          <a:pt x="513086" y="345323"/>
                          <a:pt x="523165" y="355541"/>
                          <a:pt x="530621" y="367691"/>
                        </a:cubicBezTo>
                        <a:cubicBezTo>
                          <a:pt x="539044" y="381499"/>
                          <a:pt x="542772" y="399656"/>
                          <a:pt x="542496" y="412773"/>
                        </a:cubicBezTo>
                        <a:lnTo>
                          <a:pt x="0" y="99550"/>
                        </a:lnTo>
                        <a:cubicBezTo>
                          <a:pt x="1036" y="80565"/>
                          <a:pt x="9596" y="65031"/>
                          <a:pt x="23335" y="61165"/>
                        </a:cubicBezTo>
                        <a:cubicBezTo>
                          <a:pt x="34242" y="58128"/>
                          <a:pt x="47981" y="59715"/>
                          <a:pt x="61581" y="67586"/>
                        </a:cubicBezTo>
                        <a:cubicBezTo>
                          <a:pt x="65102" y="69588"/>
                          <a:pt x="68623" y="72073"/>
                          <a:pt x="72006" y="74973"/>
                        </a:cubicBezTo>
                        <a:cubicBezTo>
                          <a:pt x="71039" y="54262"/>
                          <a:pt x="80912" y="39626"/>
                          <a:pt x="96376" y="38866"/>
                        </a:cubicBezTo>
                        <a:cubicBezTo>
                          <a:pt x="102866" y="38590"/>
                          <a:pt x="110115" y="40799"/>
                          <a:pt x="117363" y="44941"/>
                        </a:cubicBezTo>
                        <a:cubicBezTo>
                          <a:pt x="127236" y="50672"/>
                          <a:pt x="137177" y="60061"/>
                          <a:pt x="145324" y="71590"/>
                        </a:cubicBezTo>
                        <a:cubicBezTo>
                          <a:pt x="146566" y="37969"/>
                          <a:pt x="160650" y="12356"/>
                          <a:pt x="183570" y="3519"/>
                        </a:cubicBezTo>
                        <a:cubicBezTo>
                          <a:pt x="202072" y="-3661"/>
                          <a:pt x="226097" y="274"/>
                          <a:pt x="250122" y="1415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15" name="Google Shape;1215;p56"/>
                <p:cNvGrpSpPr/>
                <p:nvPr/>
              </p:nvGrpSpPr>
              <p:grpSpPr>
                <a:xfrm>
                  <a:off x="2506239" y="3192960"/>
                  <a:ext cx="329608" cy="257440"/>
                  <a:chOff x="2506239" y="3192960"/>
                  <a:chExt cx="329608" cy="257440"/>
                </a:xfrm>
              </p:grpSpPr>
              <p:grpSp>
                <p:nvGrpSpPr>
                  <p:cNvPr id="1216" name="Google Shape;1216;p56"/>
                  <p:cNvGrpSpPr/>
                  <p:nvPr/>
                </p:nvGrpSpPr>
                <p:grpSpPr>
                  <a:xfrm>
                    <a:off x="2513788" y="3192960"/>
                    <a:ext cx="322059" cy="257440"/>
                    <a:chOff x="2513788" y="3192960"/>
                    <a:chExt cx="322059" cy="257440"/>
                  </a:xfrm>
                </p:grpSpPr>
                <p:sp>
                  <p:nvSpPr>
                    <p:cNvPr id="1217" name="Google Shape;1217;p56"/>
                    <p:cNvSpPr/>
                    <p:nvPr/>
                  </p:nvSpPr>
                  <p:spPr>
                    <a:xfrm>
                      <a:off x="2513788" y="3232104"/>
                      <a:ext cx="106179" cy="55782"/>
                    </a:xfrm>
                    <a:custGeom>
                      <a:rect b="b" l="l" r="r" t="t"/>
                      <a:pathLst>
                        <a:path extrusionOk="0" h="55782" w="106179">
                          <a:moveTo>
                            <a:pt x="30860" y="55713"/>
                          </a:moveTo>
                          <a:lnTo>
                            <a:pt x="106180" y="11944"/>
                          </a:lnTo>
                          <a:cubicBezTo>
                            <a:pt x="106180" y="11944"/>
                            <a:pt x="105765" y="11529"/>
                            <a:pt x="105627" y="11322"/>
                          </a:cubicBezTo>
                          <a:cubicBezTo>
                            <a:pt x="105282" y="10977"/>
                            <a:pt x="105006" y="10701"/>
                            <a:pt x="104661" y="10356"/>
                          </a:cubicBezTo>
                          <a:cubicBezTo>
                            <a:pt x="104316" y="10010"/>
                            <a:pt x="103970" y="9734"/>
                            <a:pt x="103625" y="9389"/>
                          </a:cubicBezTo>
                          <a:cubicBezTo>
                            <a:pt x="103280" y="9044"/>
                            <a:pt x="102866" y="8768"/>
                            <a:pt x="102521" y="8423"/>
                          </a:cubicBezTo>
                          <a:cubicBezTo>
                            <a:pt x="102175" y="8146"/>
                            <a:pt x="101830" y="7801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416" y="7525"/>
                            <a:pt x="101416" y="7525"/>
                            <a:pt x="101416" y="7525"/>
                          </a:cubicBezTo>
                          <a:cubicBezTo>
                            <a:pt x="101002" y="7249"/>
                            <a:pt x="100657" y="6904"/>
                            <a:pt x="100242" y="6628"/>
                          </a:cubicBezTo>
                          <a:cubicBezTo>
                            <a:pt x="99828" y="6351"/>
                            <a:pt x="99483" y="6075"/>
                            <a:pt x="99069" y="5799"/>
                          </a:cubicBezTo>
                          <a:cubicBezTo>
                            <a:pt x="98654" y="5523"/>
                            <a:pt x="98240" y="5247"/>
                            <a:pt x="97895" y="5040"/>
                          </a:cubicBezTo>
                          <a:cubicBezTo>
                            <a:pt x="97481" y="4764"/>
                            <a:pt x="97067" y="4556"/>
                            <a:pt x="96652" y="4280"/>
                          </a:cubicBezTo>
                          <a:cubicBezTo>
                            <a:pt x="96583" y="4280"/>
                            <a:pt x="96445" y="4142"/>
                            <a:pt x="96376" y="4142"/>
                          </a:cubicBezTo>
                          <a:cubicBezTo>
                            <a:pt x="96031" y="3935"/>
                            <a:pt x="95755" y="3797"/>
                            <a:pt x="95410" y="3590"/>
                          </a:cubicBezTo>
                          <a:cubicBezTo>
                            <a:pt x="94995" y="3383"/>
                            <a:pt x="94581" y="3176"/>
                            <a:pt x="94167" y="2969"/>
                          </a:cubicBezTo>
                          <a:cubicBezTo>
                            <a:pt x="93753" y="2762"/>
                            <a:pt x="93339" y="2554"/>
                            <a:pt x="92924" y="2347"/>
                          </a:cubicBezTo>
                          <a:cubicBezTo>
                            <a:pt x="92510" y="2140"/>
                            <a:pt x="92096" y="2002"/>
                            <a:pt x="91613" y="1795"/>
                          </a:cubicBezTo>
                          <a:cubicBezTo>
                            <a:pt x="91475" y="1795"/>
                            <a:pt x="91337" y="1726"/>
                            <a:pt x="91198" y="1657"/>
                          </a:cubicBezTo>
                          <a:cubicBezTo>
                            <a:pt x="91198" y="1657"/>
                            <a:pt x="91129" y="1657"/>
                            <a:pt x="91060" y="1657"/>
                          </a:cubicBezTo>
                          <a:cubicBezTo>
                            <a:pt x="90784" y="1588"/>
                            <a:pt x="90577" y="1450"/>
                            <a:pt x="90301" y="1381"/>
                          </a:cubicBezTo>
                          <a:cubicBezTo>
                            <a:pt x="89887" y="1243"/>
                            <a:pt x="89403" y="1105"/>
                            <a:pt x="88989" y="967"/>
                          </a:cubicBezTo>
                          <a:cubicBezTo>
                            <a:pt x="88506" y="829"/>
                            <a:pt x="88092" y="690"/>
                            <a:pt x="87608" y="621"/>
                          </a:cubicBezTo>
                          <a:cubicBezTo>
                            <a:pt x="87125" y="483"/>
                            <a:pt x="86711" y="414"/>
                            <a:pt x="86228" y="345"/>
                          </a:cubicBezTo>
                          <a:cubicBezTo>
                            <a:pt x="86228" y="345"/>
                            <a:pt x="86090" y="345"/>
                            <a:pt x="86090" y="345"/>
                          </a:cubicBezTo>
                          <a:cubicBezTo>
                            <a:pt x="86090" y="345"/>
                            <a:pt x="86021" y="345"/>
                            <a:pt x="85952" y="345"/>
                          </a:cubicBezTo>
                          <a:cubicBezTo>
                            <a:pt x="85606" y="345"/>
                            <a:pt x="85192" y="207"/>
                            <a:pt x="84847" y="138"/>
                          </a:cubicBezTo>
                          <a:cubicBezTo>
                            <a:pt x="84364" y="138"/>
                            <a:pt x="83880" y="0"/>
                            <a:pt x="83397" y="0"/>
                          </a:cubicBezTo>
                          <a:cubicBezTo>
                            <a:pt x="82914" y="0"/>
                            <a:pt x="82431" y="0"/>
                            <a:pt x="81947" y="0"/>
                          </a:cubicBezTo>
                          <a:cubicBezTo>
                            <a:pt x="81740" y="0"/>
                            <a:pt x="81533" y="0"/>
                            <a:pt x="81326" y="0"/>
                          </a:cubicBezTo>
                          <a:cubicBezTo>
                            <a:pt x="81257" y="0"/>
                            <a:pt x="81188" y="0"/>
                            <a:pt x="81050" y="0"/>
                          </a:cubicBezTo>
                          <a:cubicBezTo>
                            <a:pt x="80843" y="0"/>
                            <a:pt x="80567" y="0"/>
                            <a:pt x="80360" y="0"/>
                          </a:cubicBezTo>
                          <a:cubicBezTo>
                            <a:pt x="79807" y="0"/>
                            <a:pt x="79255" y="138"/>
                            <a:pt x="78772" y="207"/>
                          </a:cubicBezTo>
                          <a:cubicBezTo>
                            <a:pt x="78150" y="345"/>
                            <a:pt x="77529" y="483"/>
                            <a:pt x="76977" y="690"/>
                          </a:cubicBezTo>
                          <a:cubicBezTo>
                            <a:pt x="76977" y="690"/>
                            <a:pt x="76977" y="690"/>
                            <a:pt x="76977" y="690"/>
                          </a:cubicBezTo>
                          <a:cubicBezTo>
                            <a:pt x="76424" y="898"/>
                            <a:pt x="75872" y="1174"/>
                            <a:pt x="75320" y="1450"/>
                          </a:cubicBezTo>
                          <a:lnTo>
                            <a:pt x="0" y="45219"/>
                          </a:lnTo>
                          <a:cubicBezTo>
                            <a:pt x="552" y="44943"/>
                            <a:pt x="1105" y="44667"/>
                            <a:pt x="1657" y="44460"/>
                          </a:cubicBezTo>
                          <a:cubicBezTo>
                            <a:pt x="2900" y="44046"/>
                            <a:pt x="4280" y="43770"/>
                            <a:pt x="5730" y="43701"/>
                          </a:cubicBezTo>
                          <a:cubicBezTo>
                            <a:pt x="5799" y="43701"/>
                            <a:pt x="5868" y="43701"/>
                            <a:pt x="6006" y="43701"/>
                          </a:cubicBezTo>
                          <a:cubicBezTo>
                            <a:pt x="7456" y="43701"/>
                            <a:pt x="8975" y="43701"/>
                            <a:pt x="10563" y="44046"/>
                          </a:cubicBezTo>
                          <a:cubicBezTo>
                            <a:pt x="10563" y="44046"/>
                            <a:pt x="10632" y="44046"/>
                            <a:pt x="10701" y="44046"/>
                          </a:cubicBezTo>
                          <a:cubicBezTo>
                            <a:pt x="12289" y="44322"/>
                            <a:pt x="14015" y="44805"/>
                            <a:pt x="15672" y="45496"/>
                          </a:cubicBezTo>
                          <a:cubicBezTo>
                            <a:pt x="15672" y="45496"/>
                            <a:pt x="15741" y="45496"/>
                            <a:pt x="15810" y="45496"/>
                          </a:cubicBezTo>
                          <a:cubicBezTo>
                            <a:pt x="17536" y="46186"/>
                            <a:pt x="19261" y="46945"/>
                            <a:pt x="20987" y="47981"/>
                          </a:cubicBezTo>
                          <a:cubicBezTo>
                            <a:pt x="22713" y="48948"/>
                            <a:pt x="24370" y="50121"/>
                            <a:pt x="26027" y="51433"/>
                          </a:cubicBezTo>
                          <a:cubicBezTo>
                            <a:pt x="26027" y="51433"/>
                            <a:pt x="26027" y="51433"/>
                            <a:pt x="26027" y="51433"/>
                          </a:cubicBezTo>
                          <a:cubicBezTo>
                            <a:pt x="27684" y="52745"/>
                            <a:pt x="29272" y="54194"/>
                            <a:pt x="30791" y="55782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8" name="Google Shape;1218;p56"/>
                    <p:cNvSpPr/>
                    <p:nvPr/>
                  </p:nvSpPr>
                  <p:spPr>
                    <a:xfrm>
                      <a:off x="2720279" y="3340010"/>
                      <a:ext cx="115568" cy="110390"/>
                    </a:xfrm>
                    <a:custGeom>
                      <a:rect b="b" l="l" r="r" t="t"/>
                      <a:pathLst>
                        <a:path extrusionOk="0" h="110390" w="115568">
                          <a:moveTo>
                            <a:pt x="115361" y="64067"/>
                          </a:moveTo>
                          <a:cubicBezTo>
                            <a:pt x="115361" y="63445"/>
                            <a:pt x="115361" y="62755"/>
                            <a:pt x="115293" y="62134"/>
                          </a:cubicBezTo>
                          <a:cubicBezTo>
                            <a:pt x="115293" y="62134"/>
                            <a:pt x="115293" y="61996"/>
                            <a:pt x="115293" y="61927"/>
                          </a:cubicBezTo>
                          <a:cubicBezTo>
                            <a:pt x="115293" y="61858"/>
                            <a:pt x="115293" y="61789"/>
                            <a:pt x="115293" y="61719"/>
                          </a:cubicBezTo>
                          <a:cubicBezTo>
                            <a:pt x="115293" y="61167"/>
                            <a:pt x="115223" y="60684"/>
                            <a:pt x="115154" y="60132"/>
                          </a:cubicBezTo>
                          <a:cubicBezTo>
                            <a:pt x="115154" y="59441"/>
                            <a:pt x="115016" y="58751"/>
                            <a:pt x="114947" y="58060"/>
                          </a:cubicBezTo>
                          <a:cubicBezTo>
                            <a:pt x="114947" y="57784"/>
                            <a:pt x="114878" y="57508"/>
                            <a:pt x="114809" y="57232"/>
                          </a:cubicBezTo>
                          <a:cubicBezTo>
                            <a:pt x="114809" y="57094"/>
                            <a:pt x="114809" y="56956"/>
                            <a:pt x="114809" y="56749"/>
                          </a:cubicBezTo>
                          <a:cubicBezTo>
                            <a:pt x="114809" y="56473"/>
                            <a:pt x="114740" y="56266"/>
                            <a:pt x="114671" y="55989"/>
                          </a:cubicBezTo>
                          <a:cubicBezTo>
                            <a:pt x="114533" y="55299"/>
                            <a:pt x="114464" y="54609"/>
                            <a:pt x="114326" y="53849"/>
                          </a:cubicBezTo>
                          <a:cubicBezTo>
                            <a:pt x="114188" y="53297"/>
                            <a:pt x="114119" y="52745"/>
                            <a:pt x="113981" y="52123"/>
                          </a:cubicBezTo>
                          <a:cubicBezTo>
                            <a:pt x="113981" y="52054"/>
                            <a:pt x="113981" y="51985"/>
                            <a:pt x="113981" y="51847"/>
                          </a:cubicBezTo>
                          <a:cubicBezTo>
                            <a:pt x="113981" y="51847"/>
                            <a:pt x="113981" y="51709"/>
                            <a:pt x="113981" y="51640"/>
                          </a:cubicBezTo>
                          <a:cubicBezTo>
                            <a:pt x="113843" y="50950"/>
                            <a:pt x="113635" y="50190"/>
                            <a:pt x="113497" y="49500"/>
                          </a:cubicBezTo>
                          <a:cubicBezTo>
                            <a:pt x="113290" y="48809"/>
                            <a:pt x="113152" y="48050"/>
                            <a:pt x="112945" y="47360"/>
                          </a:cubicBezTo>
                          <a:cubicBezTo>
                            <a:pt x="112945" y="47222"/>
                            <a:pt x="112876" y="47084"/>
                            <a:pt x="112807" y="46946"/>
                          </a:cubicBezTo>
                          <a:cubicBezTo>
                            <a:pt x="112807" y="46808"/>
                            <a:pt x="112807" y="46738"/>
                            <a:pt x="112738" y="46600"/>
                          </a:cubicBezTo>
                          <a:cubicBezTo>
                            <a:pt x="112600" y="46186"/>
                            <a:pt x="112462" y="45703"/>
                            <a:pt x="112324" y="45289"/>
                          </a:cubicBezTo>
                          <a:cubicBezTo>
                            <a:pt x="112117" y="44598"/>
                            <a:pt x="111910" y="43977"/>
                            <a:pt x="111702" y="43287"/>
                          </a:cubicBezTo>
                          <a:cubicBezTo>
                            <a:pt x="111564" y="42803"/>
                            <a:pt x="111357" y="42320"/>
                            <a:pt x="111219" y="41837"/>
                          </a:cubicBezTo>
                          <a:cubicBezTo>
                            <a:pt x="111219" y="41768"/>
                            <a:pt x="111219" y="41699"/>
                            <a:pt x="111150" y="41630"/>
                          </a:cubicBezTo>
                          <a:cubicBezTo>
                            <a:pt x="111150" y="41561"/>
                            <a:pt x="111150" y="41492"/>
                            <a:pt x="111081" y="41422"/>
                          </a:cubicBezTo>
                          <a:cubicBezTo>
                            <a:pt x="110874" y="40801"/>
                            <a:pt x="110667" y="40249"/>
                            <a:pt x="110391" y="39628"/>
                          </a:cubicBezTo>
                          <a:cubicBezTo>
                            <a:pt x="110184" y="39075"/>
                            <a:pt x="109976" y="38523"/>
                            <a:pt x="109700" y="37902"/>
                          </a:cubicBezTo>
                          <a:cubicBezTo>
                            <a:pt x="109562" y="37487"/>
                            <a:pt x="109355" y="37142"/>
                            <a:pt x="109217" y="36728"/>
                          </a:cubicBezTo>
                          <a:cubicBezTo>
                            <a:pt x="109217" y="36728"/>
                            <a:pt x="109217" y="36590"/>
                            <a:pt x="109148" y="36521"/>
                          </a:cubicBezTo>
                          <a:cubicBezTo>
                            <a:pt x="109148" y="36452"/>
                            <a:pt x="109079" y="36314"/>
                            <a:pt x="109010" y="36245"/>
                          </a:cubicBezTo>
                          <a:cubicBezTo>
                            <a:pt x="108803" y="35692"/>
                            <a:pt x="108527" y="35140"/>
                            <a:pt x="108251" y="34657"/>
                          </a:cubicBezTo>
                          <a:cubicBezTo>
                            <a:pt x="107975" y="34104"/>
                            <a:pt x="107698" y="33552"/>
                            <a:pt x="107422" y="33000"/>
                          </a:cubicBezTo>
                          <a:cubicBezTo>
                            <a:pt x="107215" y="32586"/>
                            <a:pt x="107008" y="32241"/>
                            <a:pt x="106870" y="31895"/>
                          </a:cubicBezTo>
                          <a:cubicBezTo>
                            <a:pt x="106870" y="31826"/>
                            <a:pt x="106801" y="31688"/>
                            <a:pt x="106732" y="31619"/>
                          </a:cubicBezTo>
                          <a:cubicBezTo>
                            <a:pt x="106663" y="31481"/>
                            <a:pt x="106594" y="31343"/>
                            <a:pt x="106525" y="31205"/>
                          </a:cubicBezTo>
                          <a:cubicBezTo>
                            <a:pt x="106042" y="30377"/>
                            <a:pt x="105558" y="29479"/>
                            <a:pt x="105075" y="28651"/>
                          </a:cubicBezTo>
                          <a:cubicBezTo>
                            <a:pt x="104730" y="28098"/>
                            <a:pt x="104384" y="27546"/>
                            <a:pt x="104039" y="26994"/>
                          </a:cubicBezTo>
                          <a:cubicBezTo>
                            <a:pt x="103418" y="26027"/>
                            <a:pt x="102866" y="25130"/>
                            <a:pt x="102244" y="24163"/>
                          </a:cubicBezTo>
                          <a:cubicBezTo>
                            <a:pt x="102106" y="23956"/>
                            <a:pt x="101899" y="23680"/>
                            <a:pt x="101761" y="23473"/>
                          </a:cubicBezTo>
                          <a:cubicBezTo>
                            <a:pt x="101485" y="23128"/>
                            <a:pt x="101278" y="22713"/>
                            <a:pt x="101002" y="22368"/>
                          </a:cubicBezTo>
                          <a:cubicBezTo>
                            <a:pt x="100726" y="22023"/>
                            <a:pt x="100449" y="21609"/>
                            <a:pt x="100173" y="21195"/>
                          </a:cubicBezTo>
                          <a:cubicBezTo>
                            <a:pt x="99690" y="20504"/>
                            <a:pt x="99138" y="1988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654" y="19193"/>
                            <a:pt x="98654" y="19193"/>
                            <a:pt x="98654" y="19193"/>
                          </a:cubicBezTo>
                          <a:cubicBezTo>
                            <a:pt x="98171" y="18571"/>
                            <a:pt x="97688" y="18019"/>
                            <a:pt x="97205" y="17467"/>
                          </a:cubicBezTo>
                          <a:cubicBezTo>
                            <a:pt x="96721" y="16914"/>
                            <a:pt x="96238" y="16362"/>
                            <a:pt x="95755" y="15810"/>
                          </a:cubicBezTo>
                          <a:cubicBezTo>
                            <a:pt x="95755" y="15810"/>
                            <a:pt x="95755" y="15810"/>
                            <a:pt x="95686" y="15741"/>
                          </a:cubicBezTo>
                          <a:cubicBezTo>
                            <a:pt x="95686" y="15741"/>
                            <a:pt x="95617" y="15672"/>
                            <a:pt x="95548" y="15603"/>
                          </a:cubicBezTo>
                          <a:cubicBezTo>
                            <a:pt x="95133" y="15119"/>
                            <a:pt x="94719" y="14636"/>
                            <a:pt x="94305" y="14222"/>
                          </a:cubicBezTo>
                          <a:cubicBezTo>
                            <a:pt x="93822" y="13669"/>
                            <a:pt x="93270" y="13117"/>
                            <a:pt x="92786" y="12634"/>
                          </a:cubicBezTo>
                          <a:cubicBezTo>
                            <a:pt x="92786" y="12634"/>
                            <a:pt x="92717" y="12565"/>
                            <a:pt x="92648" y="12496"/>
                          </a:cubicBezTo>
                          <a:cubicBezTo>
                            <a:pt x="92648" y="12427"/>
                            <a:pt x="92510" y="12358"/>
                            <a:pt x="92441" y="12289"/>
                          </a:cubicBezTo>
                          <a:cubicBezTo>
                            <a:pt x="92027" y="11874"/>
                            <a:pt x="91613" y="11460"/>
                            <a:pt x="91198" y="11046"/>
                          </a:cubicBezTo>
                          <a:cubicBezTo>
                            <a:pt x="90646" y="10494"/>
                            <a:pt x="90094" y="10011"/>
                            <a:pt x="89541" y="9458"/>
                          </a:cubicBezTo>
                          <a:cubicBezTo>
                            <a:pt x="89541" y="9458"/>
                            <a:pt x="89541" y="9458"/>
                            <a:pt x="89541" y="9458"/>
                          </a:cubicBezTo>
                          <a:cubicBezTo>
                            <a:pt x="89541" y="9458"/>
                            <a:pt x="89472" y="9389"/>
                            <a:pt x="89403" y="9320"/>
                          </a:cubicBezTo>
                          <a:cubicBezTo>
                            <a:pt x="88920" y="8906"/>
                            <a:pt x="88437" y="8423"/>
                            <a:pt x="87885" y="8008"/>
                          </a:cubicBezTo>
                          <a:cubicBezTo>
                            <a:pt x="87332" y="7525"/>
                            <a:pt x="86780" y="7111"/>
                            <a:pt x="86228" y="6697"/>
                          </a:cubicBezTo>
                          <a:cubicBezTo>
                            <a:pt x="86228" y="6697"/>
                            <a:pt x="86228" y="6697"/>
                            <a:pt x="86228" y="6697"/>
                          </a:cubicBezTo>
                          <a:lnTo>
                            <a:pt x="86228" y="6697"/>
                          </a:lnTo>
                          <a:cubicBezTo>
                            <a:pt x="85675" y="6282"/>
                            <a:pt x="85123" y="5868"/>
                            <a:pt x="84571" y="5454"/>
                          </a:cubicBezTo>
                          <a:cubicBezTo>
                            <a:pt x="84019" y="5040"/>
                            <a:pt x="83535" y="4695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83" y="4280"/>
                          </a:cubicBezTo>
                          <a:cubicBezTo>
                            <a:pt x="82983" y="4280"/>
                            <a:pt x="82983" y="4280"/>
                            <a:pt x="82914" y="4280"/>
                          </a:cubicBezTo>
                          <a:cubicBezTo>
                            <a:pt x="82431" y="3935"/>
                            <a:pt x="81947" y="3659"/>
                            <a:pt x="81464" y="3314"/>
                          </a:cubicBezTo>
                          <a:cubicBezTo>
                            <a:pt x="80981" y="2969"/>
                            <a:pt x="80429" y="2693"/>
                            <a:pt x="79945" y="2416"/>
                          </a:cubicBezTo>
                          <a:cubicBezTo>
                            <a:pt x="79807" y="2416"/>
                            <a:pt x="79738" y="2278"/>
                            <a:pt x="79600" y="2209"/>
                          </a:cubicBezTo>
                          <a:cubicBezTo>
                            <a:pt x="79255" y="2002"/>
                            <a:pt x="78841" y="1795"/>
                            <a:pt x="78495" y="1588"/>
                          </a:cubicBezTo>
                          <a:cubicBezTo>
                            <a:pt x="78012" y="1312"/>
                            <a:pt x="77529" y="1105"/>
                            <a:pt x="77046" y="829"/>
                          </a:cubicBezTo>
                          <a:cubicBezTo>
                            <a:pt x="76562" y="622"/>
                            <a:pt x="76079" y="345"/>
                            <a:pt x="75665" y="138"/>
                          </a:cubicBezTo>
                          <a:cubicBezTo>
                            <a:pt x="75527" y="138"/>
                            <a:pt x="75458" y="69"/>
                            <a:pt x="75320" y="0"/>
                          </a:cubicBezTo>
                          <a:lnTo>
                            <a:pt x="0" y="43770"/>
                          </a:lnTo>
                          <a:cubicBezTo>
                            <a:pt x="1450" y="44391"/>
                            <a:pt x="2900" y="45150"/>
                            <a:pt x="4280" y="45979"/>
                          </a:cubicBezTo>
                          <a:cubicBezTo>
                            <a:pt x="5385" y="46600"/>
                            <a:pt x="6490" y="47291"/>
                            <a:pt x="7594" y="48050"/>
                          </a:cubicBezTo>
                          <a:cubicBezTo>
                            <a:pt x="7594" y="48050"/>
                            <a:pt x="7594" y="48050"/>
                            <a:pt x="7594" y="48050"/>
                          </a:cubicBezTo>
                          <a:cubicBezTo>
                            <a:pt x="8699" y="48809"/>
                            <a:pt x="9803" y="49638"/>
                            <a:pt x="10908" y="50467"/>
                          </a:cubicBezTo>
                          <a:cubicBezTo>
                            <a:pt x="10908" y="50467"/>
                            <a:pt x="10908" y="50467"/>
                            <a:pt x="10908" y="50467"/>
                          </a:cubicBezTo>
                          <a:cubicBezTo>
                            <a:pt x="11944" y="51295"/>
                            <a:pt x="13048" y="52192"/>
                            <a:pt x="14084" y="53159"/>
                          </a:cubicBezTo>
                          <a:cubicBezTo>
                            <a:pt x="14084" y="53159"/>
                            <a:pt x="14153" y="53228"/>
                            <a:pt x="14222" y="53297"/>
                          </a:cubicBezTo>
                          <a:cubicBezTo>
                            <a:pt x="15257" y="54194"/>
                            <a:pt x="16224" y="55161"/>
                            <a:pt x="17259" y="56197"/>
                          </a:cubicBezTo>
                          <a:cubicBezTo>
                            <a:pt x="17328" y="56266"/>
                            <a:pt x="17397" y="56335"/>
                            <a:pt x="17466" y="56404"/>
                          </a:cubicBezTo>
                          <a:cubicBezTo>
                            <a:pt x="18433" y="57439"/>
                            <a:pt x="19469" y="58475"/>
                            <a:pt x="20435" y="59579"/>
                          </a:cubicBezTo>
                          <a:cubicBezTo>
                            <a:pt x="20435" y="59579"/>
                            <a:pt x="20504" y="59648"/>
                            <a:pt x="20573" y="59717"/>
                          </a:cubicBezTo>
                          <a:cubicBezTo>
                            <a:pt x="21540" y="60822"/>
                            <a:pt x="22575" y="61996"/>
                            <a:pt x="23473" y="63238"/>
                          </a:cubicBezTo>
                          <a:cubicBezTo>
                            <a:pt x="23473" y="63238"/>
                            <a:pt x="23473" y="63238"/>
                            <a:pt x="23473" y="63238"/>
                          </a:cubicBezTo>
                          <a:cubicBezTo>
                            <a:pt x="24301" y="64274"/>
                            <a:pt x="25061" y="65310"/>
                            <a:pt x="25820" y="66345"/>
                          </a:cubicBezTo>
                          <a:cubicBezTo>
                            <a:pt x="26096" y="66690"/>
                            <a:pt x="26372" y="67104"/>
                            <a:pt x="26579" y="67450"/>
                          </a:cubicBezTo>
                          <a:cubicBezTo>
                            <a:pt x="27339" y="68623"/>
                            <a:pt x="28167" y="69728"/>
                            <a:pt x="28858" y="70971"/>
                          </a:cubicBezTo>
                          <a:cubicBezTo>
                            <a:pt x="29824" y="72489"/>
                            <a:pt x="30653" y="74077"/>
                            <a:pt x="31481" y="75665"/>
                          </a:cubicBezTo>
                          <a:cubicBezTo>
                            <a:pt x="31481" y="75734"/>
                            <a:pt x="31619" y="75872"/>
                            <a:pt x="31619" y="75941"/>
                          </a:cubicBezTo>
                          <a:cubicBezTo>
                            <a:pt x="32448" y="77460"/>
                            <a:pt x="33138" y="79048"/>
                            <a:pt x="33897" y="80636"/>
                          </a:cubicBezTo>
                          <a:cubicBezTo>
                            <a:pt x="33897" y="80636"/>
                            <a:pt x="33897" y="80774"/>
                            <a:pt x="33966" y="80843"/>
                          </a:cubicBezTo>
                          <a:cubicBezTo>
                            <a:pt x="34657" y="82431"/>
                            <a:pt x="35278" y="84088"/>
                            <a:pt x="35900" y="85745"/>
                          </a:cubicBezTo>
                          <a:cubicBezTo>
                            <a:pt x="35900" y="85814"/>
                            <a:pt x="35900" y="85883"/>
                            <a:pt x="35968" y="85952"/>
                          </a:cubicBezTo>
                          <a:cubicBezTo>
                            <a:pt x="36521" y="87540"/>
                            <a:pt x="37073" y="89127"/>
                            <a:pt x="37487" y="90715"/>
                          </a:cubicBezTo>
                          <a:cubicBezTo>
                            <a:pt x="37487" y="90853"/>
                            <a:pt x="37487" y="90922"/>
                            <a:pt x="37556" y="91060"/>
                          </a:cubicBezTo>
                          <a:cubicBezTo>
                            <a:pt x="38040" y="92717"/>
                            <a:pt x="38454" y="94305"/>
                            <a:pt x="38799" y="95893"/>
                          </a:cubicBezTo>
                          <a:cubicBezTo>
                            <a:pt x="38799" y="95962"/>
                            <a:pt x="38799" y="96031"/>
                            <a:pt x="38799" y="96100"/>
                          </a:cubicBezTo>
                          <a:cubicBezTo>
                            <a:pt x="39144" y="97688"/>
                            <a:pt x="39420" y="99207"/>
                            <a:pt x="39627" y="100726"/>
                          </a:cubicBezTo>
                          <a:cubicBezTo>
                            <a:pt x="39627" y="100864"/>
                            <a:pt x="39627" y="101002"/>
                            <a:pt x="39627" y="101140"/>
                          </a:cubicBezTo>
                          <a:cubicBezTo>
                            <a:pt x="39834" y="102659"/>
                            <a:pt x="39973" y="104178"/>
                            <a:pt x="40111" y="105627"/>
                          </a:cubicBezTo>
                          <a:cubicBezTo>
                            <a:pt x="40111" y="105696"/>
                            <a:pt x="40111" y="105765"/>
                            <a:pt x="40111" y="105834"/>
                          </a:cubicBezTo>
                          <a:cubicBezTo>
                            <a:pt x="40180" y="107353"/>
                            <a:pt x="40249" y="108872"/>
                            <a:pt x="40249" y="110391"/>
                          </a:cubicBezTo>
                          <a:lnTo>
                            <a:pt x="115568" y="66621"/>
                          </a:lnTo>
                          <a:cubicBezTo>
                            <a:pt x="115568" y="66621"/>
                            <a:pt x="115568" y="66276"/>
                            <a:pt x="115568" y="66138"/>
                          </a:cubicBezTo>
                          <a:cubicBezTo>
                            <a:pt x="115568" y="65517"/>
                            <a:pt x="115568" y="64895"/>
                            <a:pt x="115568" y="64274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219" name="Google Shape;1219;p56"/>
                    <p:cNvSpPr/>
                    <p:nvPr/>
                  </p:nvSpPr>
                  <p:spPr>
                    <a:xfrm>
                      <a:off x="2568604" y="3192960"/>
                      <a:ext cx="226649" cy="190612"/>
                    </a:xfrm>
                    <a:custGeom>
                      <a:rect b="b" l="l" r="r" t="t"/>
                      <a:pathLst>
                        <a:path extrusionOk="0" h="190612" w="226649">
                          <a:moveTo>
                            <a:pt x="112324" y="96169"/>
                          </a:moveTo>
                          <a:cubicBezTo>
                            <a:pt x="112324" y="96169"/>
                            <a:pt x="112669" y="96583"/>
                            <a:pt x="112807" y="96790"/>
                          </a:cubicBezTo>
                          <a:cubicBezTo>
                            <a:pt x="113981" y="98240"/>
                            <a:pt x="115085" y="99759"/>
                            <a:pt x="116190" y="101278"/>
                          </a:cubicBezTo>
                          <a:cubicBezTo>
                            <a:pt x="117087" y="102451"/>
                            <a:pt x="117916" y="103694"/>
                            <a:pt x="118744" y="104937"/>
                          </a:cubicBezTo>
                          <a:cubicBezTo>
                            <a:pt x="119366" y="105834"/>
                            <a:pt x="119987" y="106663"/>
                            <a:pt x="120539" y="107560"/>
                          </a:cubicBezTo>
                          <a:cubicBezTo>
                            <a:pt x="122610" y="110598"/>
                            <a:pt x="124543" y="113774"/>
                            <a:pt x="126477" y="116949"/>
                          </a:cubicBezTo>
                          <a:cubicBezTo>
                            <a:pt x="127029" y="117847"/>
                            <a:pt x="127512" y="118744"/>
                            <a:pt x="128064" y="119642"/>
                          </a:cubicBezTo>
                          <a:cubicBezTo>
                            <a:pt x="128824" y="120953"/>
                            <a:pt x="129583" y="122265"/>
                            <a:pt x="130273" y="123646"/>
                          </a:cubicBezTo>
                          <a:cubicBezTo>
                            <a:pt x="130964" y="124958"/>
                            <a:pt x="131723" y="126269"/>
                            <a:pt x="132414" y="127650"/>
                          </a:cubicBezTo>
                          <a:cubicBezTo>
                            <a:pt x="132690" y="128202"/>
                            <a:pt x="132966" y="128755"/>
                            <a:pt x="133242" y="129238"/>
                          </a:cubicBezTo>
                          <a:cubicBezTo>
                            <a:pt x="134209" y="131171"/>
                            <a:pt x="135175" y="133173"/>
                            <a:pt x="136142" y="135175"/>
                          </a:cubicBezTo>
                          <a:cubicBezTo>
                            <a:pt x="136280" y="135520"/>
                            <a:pt x="136487" y="135935"/>
                            <a:pt x="136625" y="136280"/>
                          </a:cubicBezTo>
                          <a:cubicBezTo>
                            <a:pt x="137591" y="138351"/>
                            <a:pt x="138489" y="140422"/>
                            <a:pt x="139386" y="142562"/>
                          </a:cubicBezTo>
                          <a:cubicBezTo>
                            <a:pt x="139386" y="142700"/>
                            <a:pt x="139456" y="142769"/>
                            <a:pt x="139524" y="142907"/>
                          </a:cubicBezTo>
                          <a:cubicBezTo>
                            <a:pt x="140353" y="144978"/>
                            <a:pt x="141182" y="146981"/>
                            <a:pt x="141941" y="149052"/>
                          </a:cubicBezTo>
                          <a:cubicBezTo>
                            <a:pt x="142079" y="149328"/>
                            <a:pt x="142148" y="149673"/>
                            <a:pt x="142286" y="149949"/>
                          </a:cubicBezTo>
                          <a:cubicBezTo>
                            <a:pt x="143045" y="152020"/>
                            <a:pt x="143736" y="154022"/>
                            <a:pt x="144426" y="156024"/>
                          </a:cubicBezTo>
                          <a:cubicBezTo>
                            <a:pt x="144564" y="156439"/>
                            <a:pt x="144702" y="156853"/>
                            <a:pt x="144840" y="157267"/>
                          </a:cubicBezTo>
                          <a:cubicBezTo>
                            <a:pt x="145462" y="159338"/>
                            <a:pt x="146083" y="161409"/>
                            <a:pt x="146704" y="163412"/>
                          </a:cubicBezTo>
                          <a:cubicBezTo>
                            <a:pt x="146704" y="163619"/>
                            <a:pt x="146842" y="163826"/>
                            <a:pt x="146842" y="164033"/>
                          </a:cubicBezTo>
                          <a:cubicBezTo>
                            <a:pt x="147395" y="165966"/>
                            <a:pt x="147878" y="167899"/>
                            <a:pt x="148292" y="169832"/>
                          </a:cubicBezTo>
                          <a:cubicBezTo>
                            <a:pt x="148361" y="170177"/>
                            <a:pt x="148430" y="170453"/>
                            <a:pt x="148499" y="170798"/>
                          </a:cubicBezTo>
                          <a:cubicBezTo>
                            <a:pt x="148914" y="172801"/>
                            <a:pt x="149328" y="174803"/>
                            <a:pt x="149673" y="176736"/>
                          </a:cubicBezTo>
                          <a:cubicBezTo>
                            <a:pt x="149673" y="177081"/>
                            <a:pt x="149811" y="177495"/>
                            <a:pt x="149880" y="177840"/>
                          </a:cubicBezTo>
                          <a:cubicBezTo>
                            <a:pt x="150225" y="179773"/>
                            <a:pt x="150501" y="181706"/>
                            <a:pt x="150709" y="183639"/>
                          </a:cubicBezTo>
                          <a:cubicBezTo>
                            <a:pt x="150709" y="183916"/>
                            <a:pt x="150709" y="184192"/>
                            <a:pt x="150778" y="184537"/>
                          </a:cubicBezTo>
                          <a:cubicBezTo>
                            <a:pt x="150985" y="186608"/>
                            <a:pt x="151192" y="188610"/>
                            <a:pt x="151330" y="190612"/>
                          </a:cubicBezTo>
                          <a:lnTo>
                            <a:pt x="226650" y="146842"/>
                          </a:lnTo>
                          <a:cubicBezTo>
                            <a:pt x="226650" y="146842"/>
                            <a:pt x="226650" y="146359"/>
                            <a:pt x="226650" y="146152"/>
                          </a:cubicBezTo>
                          <a:cubicBezTo>
                            <a:pt x="226581" y="144978"/>
                            <a:pt x="226512" y="143874"/>
                            <a:pt x="226374" y="142700"/>
                          </a:cubicBezTo>
                          <a:cubicBezTo>
                            <a:pt x="226374" y="142079"/>
                            <a:pt x="226235" y="141458"/>
                            <a:pt x="226167" y="140767"/>
                          </a:cubicBezTo>
                          <a:cubicBezTo>
                            <a:pt x="226167" y="140491"/>
                            <a:pt x="226167" y="140215"/>
                            <a:pt x="226097" y="139939"/>
                          </a:cubicBezTo>
                          <a:cubicBezTo>
                            <a:pt x="226097" y="139663"/>
                            <a:pt x="226097" y="139386"/>
                            <a:pt x="226028" y="139110"/>
                          </a:cubicBezTo>
                          <a:cubicBezTo>
                            <a:pt x="225890" y="137868"/>
                            <a:pt x="225683" y="136694"/>
                            <a:pt x="225476" y="135451"/>
                          </a:cubicBezTo>
                          <a:cubicBezTo>
                            <a:pt x="225407" y="134968"/>
                            <a:pt x="225338" y="134554"/>
                            <a:pt x="225269" y="134071"/>
                          </a:cubicBezTo>
                          <a:cubicBezTo>
                            <a:pt x="225269" y="133725"/>
                            <a:pt x="225131" y="133380"/>
                            <a:pt x="225062" y="132966"/>
                          </a:cubicBezTo>
                          <a:cubicBezTo>
                            <a:pt x="224993" y="132483"/>
                            <a:pt x="224924" y="132069"/>
                            <a:pt x="224855" y="131585"/>
                          </a:cubicBezTo>
                          <a:cubicBezTo>
                            <a:pt x="224579" y="130273"/>
                            <a:pt x="224302" y="128962"/>
                            <a:pt x="224026" y="127581"/>
                          </a:cubicBezTo>
                          <a:cubicBezTo>
                            <a:pt x="224026" y="127374"/>
                            <a:pt x="223957" y="127167"/>
                            <a:pt x="223888" y="126960"/>
                          </a:cubicBezTo>
                          <a:cubicBezTo>
                            <a:pt x="223819" y="126615"/>
                            <a:pt x="223750" y="126338"/>
                            <a:pt x="223681" y="125993"/>
                          </a:cubicBezTo>
                          <a:cubicBezTo>
                            <a:pt x="223474" y="125165"/>
                            <a:pt x="223267" y="124267"/>
                            <a:pt x="223060" y="123439"/>
                          </a:cubicBezTo>
                          <a:cubicBezTo>
                            <a:pt x="222784" y="122334"/>
                            <a:pt x="222508" y="121230"/>
                            <a:pt x="222231" y="120125"/>
                          </a:cubicBezTo>
                          <a:cubicBezTo>
                            <a:pt x="222231" y="119918"/>
                            <a:pt x="222093" y="119711"/>
                            <a:pt x="222093" y="119504"/>
                          </a:cubicBezTo>
                          <a:cubicBezTo>
                            <a:pt x="222093" y="119435"/>
                            <a:pt x="222093" y="119297"/>
                            <a:pt x="222024" y="119227"/>
                          </a:cubicBezTo>
                          <a:cubicBezTo>
                            <a:pt x="221610" y="117778"/>
                            <a:pt x="221196" y="116397"/>
                            <a:pt x="220782" y="114947"/>
                          </a:cubicBezTo>
                          <a:cubicBezTo>
                            <a:pt x="220643" y="114395"/>
                            <a:pt x="220436" y="113843"/>
                            <a:pt x="220229" y="113290"/>
                          </a:cubicBezTo>
                          <a:cubicBezTo>
                            <a:pt x="220091" y="112876"/>
                            <a:pt x="219953" y="112462"/>
                            <a:pt x="219815" y="112048"/>
                          </a:cubicBezTo>
                          <a:cubicBezTo>
                            <a:pt x="219677" y="111564"/>
                            <a:pt x="219539" y="111150"/>
                            <a:pt x="219401" y="110667"/>
                          </a:cubicBezTo>
                          <a:cubicBezTo>
                            <a:pt x="218917" y="109286"/>
                            <a:pt x="218434" y="107905"/>
                            <a:pt x="217951" y="106456"/>
                          </a:cubicBezTo>
                          <a:cubicBezTo>
                            <a:pt x="217882" y="106249"/>
                            <a:pt x="217813" y="106042"/>
                            <a:pt x="217744" y="105903"/>
                          </a:cubicBezTo>
                          <a:cubicBezTo>
                            <a:pt x="217606" y="105627"/>
                            <a:pt x="217537" y="105282"/>
                            <a:pt x="217399" y="105006"/>
                          </a:cubicBezTo>
                          <a:cubicBezTo>
                            <a:pt x="217054" y="104108"/>
                            <a:pt x="216777" y="103280"/>
                            <a:pt x="216432" y="102383"/>
                          </a:cubicBezTo>
                          <a:cubicBezTo>
                            <a:pt x="215949" y="101209"/>
                            <a:pt x="215466" y="99966"/>
                            <a:pt x="214982" y="98792"/>
                          </a:cubicBezTo>
                          <a:cubicBezTo>
                            <a:pt x="214982" y="98723"/>
                            <a:pt x="214913" y="98585"/>
                            <a:pt x="214844" y="98516"/>
                          </a:cubicBezTo>
                          <a:cubicBezTo>
                            <a:pt x="214844" y="98516"/>
                            <a:pt x="214844" y="98447"/>
                            <a:pt x="214844" y="98378"/>
                          </a:cubicBezTo>
                          <a:cubicBezTo>
                            <a:pt x="214292" y="97067"/>
                            <a:pt x="213740" y="95686"/>
                            <a:pt x="213118" y="94374"/>
                          </a:cubicBezTo>
                          <a:cubicBezTo>
                            <a:pt x="212842" y="93684"/>
                            <a:pt x="212497" y="92993"/>
                            <a:pt x="212152" y="92303"/>
                          </a:cubicBezTo>
                          <a:cubicBezTo>
                            <a:pt x="212014" y="91958"/>
                            <a:pt x="211807" y="91544"/>
                            <a:pt x="211669" y="91198"/>
                          </a:cubicBezTo>
                          <a:cubicBezTo>
                            <a:pt x="211531" y="90922"/>
                            <a:pt x="211392" y="90577"/>
                            <a:pt x="211254" y="90301"/>
                          </a:cubicBezTo>
                          <a:cubicBezTo>
                            <a:pt x="210564" y="88920"/>
                            <a:pt x="209943" y="87470"/>
                            <a:pt x="209252" y="86090"/>
                          </a:cubicBezTo>
                          <a:cubicBezTo>
                            <a:pt x="209114" y="85813"/>
                            <a:pt x="208976" y="85537"/>
                            <a:pt x="208838" y="85261"/>
                          </a:cubicBezTo>
                          <a:cubicBezTo>
                            <a:pt x="208562" y="84709"/>
                            <a:pt x="208286" y="84226"/>
                            <a:pt x="208010" y="83673"/>
                          </a:cubicBezTo>
                          <a:cubicBezTo>
                            <a:pt x="207595" y="82845"/>
                            <a:pt x="207181" y="82016"/>
                            <a:pt x="206698" y="81188"/>
                          </a:cubicBezTo>
                          <a:cubicBezTo>
                            <a:pt x="206422" y="80705"/>
                            <a:pt x="206146" y="80152"/>
                            <a:pt x="205870" y="79669"/>
                          </a:cubicBezTo>
                          <a:cubicBezTo>
                            <a:pt x="205179" y="78357"/>
                            <a:pt x="204420" y="77046"/>
                            <a:pt x="203660" y="75734"/>
                          </a:cubicBezTo>
                          <a:cubicBezTo>
                            <a:pt x="203315" y="75113"/>
                            <a:pt x="202970" y="74491"/>
                            <a:pt x="202625" y="73870"/>
                          </a:cubicBezTo>
                          <a:cubicBezTo>
                            <a:pt x="202487" y="73594"/>
                            <a:pt x="202279" y="73318"/>
                            <a:pt x="202072" y="73042"/>
                          </a:cubicBezTo>
                          <a:cubicBezTo>
                            <a:pt x="200208" y="69866"/>
                            <a:pt x="198206" y="66690"/>
                            <a:pt x="196135" y="63652"/>
                          </a:cubicBezTo>
                          <a:cubicBezTo>
                            <a:pt x="195997" y="63445"/>
                            <a:pt x="195928" y="63238"/>
                            <a:pt x="195790" y="63031"/>
                          </a:cubicBezTo>
                          <a:cubicBezTo>
                            <a:pt x="195307" y="62341"/>
                            <a:pt x="194823" y="61650"/>
                            <a:pt x="194340" y="61029"/>
                          </a:cubicBezTo>
                          <a:cubicBezTo>
                            <a:pt x="193512" y="59786"/>
                            <a:pt x="192614" y="58613"/>
                            <a:pt x="191786" y="57370"/>
                          </a:cubicBezTo>
                          <a:cubicBezTo>
                            <a:pt x="191579" y="57025"/>
                            <a:pt x="191303" y="56680"/>
                            <a:pt x="191095" y="56404"/>
                          </a:cubicBezTo>
                          <a:cubicBezTo>
                            <a:pt x="190198" y="55230"/>
                            <a:pt x="189301" y="54056"/>
                            <a:pt x="188403" y="52883"/>
                          </a:cubicBezTo>
                          <a:cubicBezTo>
                            <a:pt x="188196" y="52676"/>
                            <a:pt x="188058" y="52399"/>
                            <a:pt x="187851" y="52192"/>
                          </a:cubicBezTo>
                          <a:cubicBezTo>
                            <a:pt x="187851" y="52192"/>
                            <a:pt x="187782" y="52054"/>
                            <a:pt x="187713" y="51985"/>
                          </a:cubicBezTo>
                          <a:cubicBezTo>
                            <a:pt x="186746" y="50743"/>
                            <a:pt x="185710" y="49500"/>
                            <a:pt x="184744" y="48257"/>
                          </a:cubicBezTo>
                          <a:cubicBezTo>
                            <a:pt x="184399" y="47843"/>
                            <a:pt x="184054" y="47429"/>
                            <a:pt x="183709" y="47014"/>
                          </a:cubicBezTo>
                          <a:cubicBezTo>
                            <a:pt x="183432" y="46669"/>
                            <a:pt x="183156" y="46324"/>
                            <a:pt x="182811" y="45979"/>
                          </a:cubicBezTo>
                          <a:cubicBezTo>
                            <a:pt x="182466" y="45634"/>
                            <a:pt x="182190" y="45219"/>
                            <a:pt x="181844" y="44874"/>
                          </a:cubicBezTo>
                          <a:cubicBezTo>
                            <a:pt x="180878" y="43770"/>
                            <a:pt x="179911" y="42734"/>
                            <a:pt x="178945" y="41630"/>
                          </a:cubicBezTo>
                          <a:cubicBezTo>
                            <a:pt x="178738" y="41422"/>
                            <a:pt x="178531" y="41146"/>
                            <a:pt x="178324" y="40939"/>
                          </a:cubicBezTo>
                          <a:cubicBezTo>
                            <a:pt x="177426" y="39973"/>
                            <a:pt x="176529" y="39075"/>
                            <a:pt x="175700" y="38178"/>
                          </a:cubicBezTo>
                          <a:cubicBezTo>
                            <a:pt x="174526" y="37004"/>
                            <a:pt x="173353" y="35761"/>
                            <a:pt x="172110" y="34657"/>
                          </a:cubicBezTo>
                          <a:cubicBezTo>
                            <a:pt x="171558" y="34104"/>
                            <a:pt x="171006" y="33621"/>
                            <a:pt x="170453" y="33138"/>
                          </a:cubicBezTo>
                          <a:cubicBezTo>
                            <a:pt x="170177" y="32862"/>
                            <a:pt x="169901" y="32655"/>
                            <a:pt x="169625" y="32379"/>
                          </a:cubicBezTo>
                          <a:cubicBezTo>
                            <a:pt x="169211" y="31964"/>
                            <a:pt x="168796" y="31550"/>
                            <a:pt x="168313" y="31205"/>
                          </a:cubicBezTo>
                          <a:cubicBezTo>
                            <a:pt x="167001" y="30031"/>
                            <a:pt x="165759" y="28927"/>
                            <a:pt x="164447" y="27822"/>
                          </a:cubicBezTo>
                          <a:cubicBezTo>
                            <a:pt x="163619" y="27132"/>
                            <a:pt x="162721" y="26441"/>
                            <a:pt x="161893" y="25751"/>
                          </a:cubicBezTo>
                          <a:cubicBezTo>
                            <a:pt x="161686" y="25544"/>
                            <a:pt x="161409" y="25337"/>
                            <a:pt x="161202" y="25199"/>
                          </a:cubicBezTo>
                          <a:cubicBezTo>
                            <a:pt x="160995" y="24991"/>
                            <a:pt x="160719" y="24853"/>
                            <a:pt x="160512" y="24646"/>
                          </a:cubicBezTo>
                          <a:cubicBezTo>
                            <a:pt x="159200" y="23611"/>
                            <a:pt x="157888" y="22575"/>
                            <a:pt x="156577" y="21609"/>
                          </a:cubicBezTo>
                          <a:cubicBezTo>
                            <a:pt x="155334" y="20711"/>
                            <a:pt x="154091" y="19814"/>
                            <a:pt x="152849" y="18985"/>
                          </a:cubicBezTo>
                          <a:cubicBezTo>
                            <a:pt x="152849" y="18985"/>
                            <a:pt x="152780" y="18985"/>
                            <a:pt x="152711" y="18916"/>
                          </a:cubicBezTo>
                          <a:cubicBezTo>
                            <a:pt x="152711" y="18916"/>
                            <a:pt x="152711" y="18916"/>
                            <a:pt x="152642" y="18916"/>
                          </a:cubicBezTo>
                          <a:cubicBezTo>
                            <a:pt x="151330" y="18019"/>
                            <a:pt x="150018" y="17190"/>
                            <a:pt x="148707" y="16362"/>
                          </a:cubicBezTo>
                          <a:cubicBezTo>
                            <a:pt x="147395" y="15533"/>
                            <a:pt x="146083" y="14774"/>
                            <a:pt x="144840" y="13946"/>
                          </a:cubicBezTo>
                          <a:cubicBezTo>
                            <a:pt x="144564" y="13738"/>
                            <a:pt x="144219" y="13600"/>
                            <a:pt x="143943" y="13393"/>
                          </a:cubicBezTo>
                          <a:cubicBezTo>
                            <a:pt x="142976" y="12841"/>
                            <a:pt x="141941" y="12289"/>
                            <a:pt x="140974" y="11736"/>
                          </a:cubicBezTo>
                          <a:cubicBezTo>
                            <a:pt x="140008" y="11184"/>
                            <a:pt x="138972" y="10701"/>
                            <a:pt x="138006" y="10149"/>
                          </a:cubicBezTo>
                          <a:cubicBezTo>
                            <a:pt x="137799" y="10080"/>
                            <a:pt x="137591" y="9941"/>
                            <a:pt x="137384" y="9803"/>
                          </a:cubicBezTo>
                          <a:cubicBezTo>
                            <a:pt x="137315" y="9803"/>
                            <a:pt x="137177" y="9734"/>
                            <a:pt x="137108" y="9665"/>
                          </a:cubicBezTo>
                          <a:cubicBezTo>
                            <a:pt x="135797" y="9044"/>
                            <a:pt x="134485" y="8423"/>
                            <a:pt x="133173" y="7801"/>
                          </a:cubicBezTo>
                          <a:cubicBezTo>
                            <a:pt x="132690" y="7594"/>
                            <a:pt x="132207" y="7387"/>
                            <a:pt x="131723" y="7180"/>
                          </a:cubicBezTo>
                          <a:cubicBezTo>
                            <a:pt x="131309" y="6973"/>
                            <a:pt x="130895" y="6835"/>
                            <a:pt x="130550" y="6697"/>
                          </a:cubicBezTo>
                          <a:cubicBezTo>
                            <a:pt x="130135" y="6490"/>
                            <a:pt x="129721" y="6351"/>
                            <a:pt x="129238" y="6144"/>
                          </a:cubicBezTo>
                          <a:cubicBezTo>
                            <a:pt x="127926" y="5592"/>
                            <a:pt x="126615" y="5109"/>
                            <a:pt x="125234" y="4625"/>
                          </a:cubicBezTo>
                          <a:cubicBezTo>
                            <a:pt x="125096" y="4625"/>
                            <a:pt x="125027" y="4625"/>
                            <a:pt x="124889" y="4487"/>
                          </a:cubicBezTo>
                          <a:cubicBezTo>
                            <a:pt x="124612" y="4418"/>
                            <a:pt x="124405" y="4349"/>
                            <a:pt x="124129" y="4211"/>
                          </a:cubicBezTo>
                          <a:cubicBezTo>
                            <a:pt x="123163" y="3866"/>
                            <a:pt x="122127" y="3521"/>
                            <a:pt x="121161" y="3245"/>
                          </a:cubicBezTo>
                          <a:cubicBezTo>
                            <a:pt x="120470" y="3038"/>
                            <a:pt x="119780" y="2900"/>
                            <a:pt x="119159" y="2692"/>
                          </a:cubicBezTo>
                          <a:cubicBezTo>
                            <a:pt x="118744" y="2554"/>
                            <a:pt x="118330" y="2485"/>
                            <a:pt x="117916" y="2347"/>
                          </a:cubicBezTo>
                          <a:cubicBezTo>
                            <a:pt x="117640" y="2278"/>
                            <a:pt x="117364" y="2209"/>
                            <a:pt x="117087" y="2140"/>
                          </a:cubicBezTo>
                          <a:cubicBezTo>
                            <a:pt x="115707" y="1795"/>
                            <a:pt x="114326" y="1450"/>
                            <a:pt x="112945" y="1243"/>
                          </a:cubicBezTo>
                          <a:cubicBezTo>
                            <a:pt x="112807" y="1243"/>
                            <a:pt x="112669" y="1243"/>
                            <a:pt x="112531" y="1174"/>
                          </a:cubicBezTo>
                          <a:cubicBezTo>
                            <a:pt x="112186" y="1174"/>
                            <a:pt x="111841" y="1036"/>
                            <a:pt x="111495" y="967"/>
                          </a:cubicBezTo>
                          <a:cubicBezTo>
                            <a:pt x="110598" y="828"/>
                            <a:pt x="109631" y="621"/>
                            <a:pt x="108734" y="483"/>
                          </a:cubicBezTo>
                          <a:cubicBezTo>
                            <a:pt x="108182" y="414"/>
                            <a:pt x="107698" y="345"/>
                            <a:pt x="107146" y="345"/>
                          </a:cubicBezTo>
                          <a:cubicBezTo>
                            <a:pt x="106594" y="345"/>
                            <a:pt x="106042" y="207"/>
                            <a:pt x="105489" y="207"/>
                          </a:cubicBezTo>
                          <a:cubicBezTo>
                            <a:pt x="105075" y="207"/>
                            <a:pt x="104661" y="138"/>
                            <a:pt x="104246" y="69"/>
                          </a:cubicBezTo>
                          <a:cubicBezTo>
                            <a:pt x="103280" y="69"/>
                            <a:pt x="102313" y="0"/>
                            <a:pt x="101347" y="0"/>
                          </a:cubicBezTo>
                          <a:cubicBezTo>
                            <a:pt x="100933" y="0"/>
                            <a:pt x="100449" y="0"/>
                            <a:pt x="100035" y="0"/>
                          </a:cubicBezTo>
                          <a:cubicBezTo>
                            <a:pt x="99897" y="0"/>
                            <a:pt x="99759" y="0"/>
                            <a:pt x="99621" y="0"/>
                          </a:cubicBezTo>
                          <a:cubicBezTo>
                            <a:pt x="97964" y="0"/>
                            <a:pt x="96307" y="69"/>
                            <a:pt x="94719" y="207"/>
                          </a:cubicBezTo>
                          <a:cubicBezTo>
                            <a:pt x="94719" y="207"/>
                            <a:pt x="94650" y="207"/>
                            <a:pt x="94581" y="207"/>
                          </a:cubicBezTo>
                          <a:cubicBezTo>
                            <a:pt x="92855" y="345"/>
                            <a:pt x="91060" y="621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9403" y="967"/>
                            <a:pt x="89403" y="967"/>
                            <a:pt x="89403" y="967"/>
                          </a:cubicBezTo>
                          <a:cubicBezTo>
                            <a:pt x="87401" y="1381"/>
                            <a:pt x="85537" y="1933"/>
                            <a:pt x="83604" y="2554"/>
                          </a:cubicBezTo>
                          <a:cubicBezTo>
                            <a:pt x="83397" y="2623"/>
                            <a:pt x="83190" y="2623"/>
                            <a:pt x="82983" y="2762"/>
                          </a:cubicBezTo>
                          <a:cubicBezTo>
                            <a:pt x="82293" y="3038"/>
                            <a:pt x="81602" y="3314"/>
                            <a:pt x="80843" y="3590"/>
                          </a:cubicBezTo>
                          <a:cubicBezTo>
                            <a:pt x="80360" y="3797"/>
                            <a:pt x="79876" y="3935"/>
                            <a:pt x="79462" y="4142"/>
                          </a:cubicBezTo>
                          <a:cubicBezTo>
                            <a:pt x="78012" y="4764"/>
                            <a:pt x="76632" y="5454"/>
                            <a:pt x="75320" y="6213"/>
                          </a:cubicBezTo>
                          <a:lnTo>
                            <a:pt x="0" y="49983"/>
                          </a:lnTo>
                          <a:cubicBezTo>
                            <a:pt x="1312" y="49224"/>
                            <a:pt x="2693" y="48533"/>
                            <a:pt x="4142" y="47912"/>
                          </a:cubicBezTo>
                          <a:cubicBezTo>
                            <a:pt x="4626" y="47705"/>
                            <a:pt x="5040" y="47567"/>
                            <a:pt x="5523" y="47360"/>
                          </a:cubicBezTo>
                          <a:cubicBezTo>
                            <a:pt x="6420" y="47014"/>
                            <a:pt x="7318" y="46669"/>
                            <a:pt x="8285" y="46324"/>
                          </a:cubicBezTo>
                          <a:cubicBezTo>
                            <a:pt x="10149" y="45703"/>
                            <a:pt x="12082" y="45150"/>
                            <a:pt x="14084" y="44736"/>
                          </a:cubicBezTo>
                          <a:cubicBezTo>
                            <a:pt x="14084" y="44736"/>
                            <a:pt x="14084" y="44736"/>
                            <a:pt x="14153" y="44736"/>
                          </a:cubicBezTo>
                          <a:cubicBezTo>
                            <a:pt x="15879" y="44391"/>
                            <a:pt x="17604" y="44184"/>
                            <a:pt x="19330" y="43977"/>
                          </a:cubicBezTo>
                          <a:cubicBezTo>
                            <a:pt x="21125" y="43839"/>
                            <a:pt x="22920" y="43770"/>
                            <a:pt x="24715" y="43770"/>
                          </a:cubicBezTo>
                          <a:cubicBezTo>
                            <a:pt x="25130" y="43770"/>
                            <a:pt x="25613" y="43770"/>
                            <a:pt x="26027" y="43770"/>
                          </a:cubicBezTo>
                          <a:cubicBezTo>
                            <a:pt x="27408" y="43770"/>
                            <a:pt x="28789" y="43839"/>
                            <a:pt x="30169" y="43977"/>
                          </a:cubicBezTo>
                          <a:cubicBezTo>
                            <a:pt x="30722" y="43977"/>
                            <a:pt x="31274" y="44115"/>
                            <a:pt x="31826" y="44115"/>
                          </a:cubicBezTo>
                          <a:cubicBezTo>
                            <a:pt x="33276" y="44253"/>
                            <a:pt x="34726" y="44460"/>
                            <a:pt x="36176" y="44736"/>
                          </a:cubicBezTo>
                          <a:cubicBezTo>
                            <a:pt x="36521" y="44736"/>
                            <a:pt x="36866" y="44874"/>
                            <a:pt x="37211" y="44943"/>
                          </a:cubicBezTo>
                          <a:cubicBezTo>
                            <a:pt x="39006" y="45288"/>
                            <a:pt x="40801" y="45703"/>
                            <a:pt x="42665" y="46186"/>
                          </a:cubicBezTo>
                          <a:cubicBezTo>
                            <a:pt x="43079" y="46324"/>
                            <a:pt x="43493" y="46393"/>
                            <a:pt x="43908" y="46531"/>
                          </a:cubicBezTo>
                          <a:cubicBezTo>
                            <a:pt x="45565" y="47014"/>
                            <a:pt x="47222" y="47498"/>
                            <a:pt x="48879" y="48050"/>
                          </a:cubicBezTo>
                          <a:cubicBezTo>
                            <a:pt x="49155" y="48119"/>
                            <a:pt x="49362" y="48188"/>
                            <a:pt x="49638" y="48326"/>
                          </a:cubicBezTo>
                          <a:cubicBezTo>
                            <a:pt x="51502" y="48947"/>
                            <a:pt x="53366" y="49707"/>
                            <a:pt x="55230" y="50466"/>
                          </a:cubicBezTo>
                          <a:cubicBezTo>
                            <a:pt x="55644" y="50604"/>
                            <a:pt x="56058" y="50812"/>
                            <a:pt x="56404" y="50950"/>
                          </a:cubicBezTo>
                          <a:cubicBezTo>
                            <a:pt x="58268" y="51778"/>
                            <a:pt x="60131" y="52606"/>
                            <a:pt x="62065" y="53573"/>
                          </a:cubicBezTo>
                          <a:cubicBezTo>
                            <a:pt x="62272" y="53642"/>
                            <a:pt x="62479" y="53780"/>
                            <a:pt x="62686" y="53918"/>
                          </a:cubicBezTo>
                          <a:cubicBezTo>
                            <a:pt x="64688" y="54954"/>
                            <a:pt x="66690" y="55989"/>
                            <a:pt x="68692" y="57163"/>
                          </a:cubicBezTo>
                          <a:cubicBezTo>
                            <a:pt x="71661" y="58889"/>
                            <a:pt x="74560" y="60684"/>
                            <a:pt x="77460" y="62686"/>
                          </a:cubicBezTo>
                          <a:cubicBezTo>
                            <a:pt x="77460" y="62686"/>
                            <a:pt x="77529" y="62686"/>
                            <a:pt x="77598" y="62755"/>
                          </a:cubicBezTo>
                          <a:cubicBezTo>
                            <a:pt x="80429" y="64688"/>
                            <a:pt x="83190" y="66759"/>
                            <a:pt x="85952" y="68968"/>
                          </a:cubicBezTo>
                          <a:cubicBezTo>
                            <a:pt x="86159" y="69175"/>
                            <a:pt x="86435" y="69383"/>
                            <a:pt x="86642" y="69521"/>
                          </a:cubicBezTo>
                          <a:cubicBezTo>
                            <a:pt x="89265" y="71592"/>
                            <a:pt x="91820" y="73870"/>
                            <a:pt x="94374" y="76217"/>
                          </a:cubicBezTo>
                          <a:cubicBezTo>
                            <a:pt x="94650" y="76493"/>
                            <a:pt x="94926" y="76701"/>
                            <a:pt x="95203" y="76977"/>
                          </a:cubicBezTo>
                          <a:cubicBezTo>
                            <a:pt x="97895" y="79462"/>
                            <a:pt x="100518" y="82086"/>
                            <a:pt x="103073" y="84847"/>
                          </a:cubicBezTo>
                          <a:cubicBezTo>
                            <a:pt x="104592" y="86504"/>
                            <a:pt x="106110" y="88161"/>
                            <a:pt x="107560" y="89887"/>
                          </a:cubicBezTo>
                          <a:cubicBezTo>
                            <a:pt x="107836" y="90232"/>
                            <a:pt x="108113" y="90577"/>
                            <a:pt x="108458" y="90922"/>
                          </a:cubicBezTo>
                          <a:cubicBezTo>
                            <a:pt x="109908" y="92579"/>
                            <a:pt x="111288" y="94305"/>
                            <a:pt x="112669" y="9603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  <p:sp>
                <p:nvSpPr>
                  <p:cNvPr id="1220" name="Google Shape;1220;p56"/>
                  <p:cNvSpPr/>
                  <p:nvPr/>
                </p:nvSpPr>
                <p:spPr>
                  <a:xfrm>
                    <a:off x="2506239" y="3236974"/>
                    <a:ext cx="254089" cy="213288"/>
                  </a:xfrm>
                  <a:custGeom>
                    <a:rect b="b" l="l" r="r" t="t"/>
                    <a:pathLst>
                      <a:path extrusionOk="0" h="213288" w="254089">
                        <a:moveTo>
                          <a:pt x="130781" y="13287"/>
                        </a:moveTo>
                        <a:cubicBezTo>
                          <a:pt x="142586" y="20122"/>
                          <a:pt x="154323" y="29373"/>
                          <a:pt x="165162" y="40971"/>
                        </a:cubicBezTo>
                        <a:cubicBezTo>
                          <a:pt x="191879" y="69414"/>
                          <a:pt x="211693" y="112218"/>
                          <a:pt x="213626" y="146667"/>
                        </a:cubicBezTo>
                        <a:cubicBezTo>
                          <a:pt x="215075" y="147289"/>
                          <a:pt x="216525" y="148048"/>
                          <a:pt x="217906" y="148877"/>
                        </a:cubicBezTo>
                        <a:cubicBezTo>
                          <a:pt x="226881" y="154054"/>
                          <a:pt x="235856" y="163098"/>
                          <a:pt x="242552" y="173868"/>
                        </a:cubicBezTo>
                        <a:cubicBezTo>
                          <a:pt x="250285" y="186364"/>
                          <a:pt x="254289" y="201345"/>
                          <a:pt x="254082" y="213288"/>
                        </a:cubicBezTo>
                        <a:lnTo>
                          <a:pt x="507" y="66929"/>
                        </a:lnTo>
                        <a:cubicBezTo>
                          <a:pt x="-1219" y="54709"/>
                          <a:pt x="1405" y="42145"/>
                          <a:pt x="9206" y="39521"/>
                        </a:cubicBezTo>
                        <a:cubicBezTo>
                          <a:pt x="14384" y="37726"/>
                          <a:pt x="21564" y="39038"/>
                          <a:pt x="28537" y="43111"/>
                        </a:cubicBezTo>
                        <a:cubicBezTo>
                          <a:pt x="31988" y="45113"/>
                          <a:pt x="35371" y="47737"/>
                          <a:pt x="38340" y="50913"/>
                        </a:cubicBezTo>
                        <a:cubicBezTo>
                          <a:pt x="39513" y="20260"/>
                          <a:pt x="57739" y="2379"/>
                          <a:pt x="81281" y="239"/>
                        </a:cubicBezTo>
                        <a:cubicBezTo>
                          <a:pt x="96193" y="-1142"/>
                          <a:pt x="113452" y="3484"/>
                          <a:pt x="130643" y="13425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221" name="Google Shape;1221;p56"/>
                <p:cNvGrpSpPr/>
                <p:nvPr/>
              </p:nvGrpSpPr>
              <p:grpSpPr>
                <a:xfrm>
                  <a:off x="1878644" y="3204420"/>
                  <a:ext cx="857168" cy="484297"/>
                  <a:chOff x="1878644" y="3204420"/>
                  <a:chExt cx="857168" cy="484297"/>
                </a:xfrm>
              </p:grpSpPr>
              <p:sp>
                <p:nvSpPr>
                  <p:cNvPr id="1222" name="Google Shape;1222;p56"/>
                  <p:cNvSpPr/>
                  <p:nvPr/>
                </p:nvSpPr>
                <p:spPr>
                  <a:xfrm>
                    <a:off x="2728909" y="3512534"/>
                    <a:ext cx="6903" cy="176183"/>
                  </a:xfrm>
                  <a:custGeom>
                    <a:rect b="b" l="l" r="r" t="t"/>
                    <a:pathLst>
                      <a:path extrusionOk="0" h="176183" w="6903">
                        <a:moveTo>
                          <a:pt x="3452" y="176183"/>
                        </a:moveTo>
                        <a:cubicBezTo>
                          <a:pt x="1519" y="176183"/>
                          <a:pt x="0" y="174664"/>
                          <a:pt x="0" y="172731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72731"/>
                        </a:lnTo>
                        <a:cubicBezTo>
                          <a:pt x="6904" y="174664"/>
                          <a:pt x="5385" y="176183"/>
                          <a:pt x="3452" y="17618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3" name="Google Shape;1223;p56"/>
                  <p:cNvSpPr/>
                  <p:nvPr/>
                </p:nvSpPr>
                <p:spPr>
                  <a:xfrm>
                    <a:off x="2659733" y="3445016"/>
                    <a:ext cx="6903" cy="222576"/>
                  </a:xfrm>
                  <a:custGeom>
                    <a:rect b="b" l="l" r="r" t="t"/>
                    <a:pathLst>
                      <a:path extrusionOk="0" h="222576" w="6903">
                        <a:moveTo>
                          <a:pt x="3452" y="222576"/>
                        </a:moveTo>
                        <a:cubicBezTo>
                          <a:pt x="1519" y="222576"/>
                          <a:pt x="0" y="221058"/>
                          <a:pt x="0" y="21912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19125"/>
                        </a:lnTo>
                        <a:cubicBezTo>
                          <a:pt x="6904" y="221058"/>
                          <a:pt x="5385" y="222576"/>
                          <a:pt x="3452" y="22257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4" name="Google Shape;1224;p56"/>
                  <p:cNvSpPr/>
                  <p:nvPr/>
                </p:nvSpPr>
                <p:spPr>
                  <a:xfrm>
                    <a:off x="2530979" y="3423269"/>
                    <a:ext cx="6903" cy="142216"/>
                  </a:xfrm>
                  <a:custGeom>
                    <a:rect b="b" l="l" r="r" t="t"/>
                    <a:pathLst>
                      <a:path extrusionOk="0" h="142216" w="6903">
                        <a:moveTo>
                          <a:pt x="3452" y="142217"/>
                        </a:moveTo>
                        <a:cubicBezTo>
                          <a:pt x="1519" y="142217"/>
                          <a:pt x="0" y="140698"/>
                          <a:pt x="0" y="13876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38765"/>
                        </a:lnTo>
                        <a:cubicBezTo>
                          <a:pt x="6904" y="140698"/>
                          <a:pt x="5385" y="142217"/>
                          <a:pt x="3452" y="1422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5" name="Google Shape;1225;p56"/>
                  <p:cNvSpPr/>
                  <p:nvPr/>
                </p:nvSpPr>
                <p:spPr>
                  <a:xfrm>
                    <a:off x="2053585" y="3357062"/>
                    <a:ext cx="6903" cy="185434"/>
                  </a:xfrm>
                  <a:custGeom>
                    <a:rect b="b" l="l" r="r" t="t"/>
                    <a:pathLst>
                      <a:path extrusionOk="0" h="185434" w="6903">
                        <a:moveTo>
                          <a:pt x="3452" y="185434"/>
                        </a:moveTo>
                        <a:cubicBezTo>
                          <a:pt x="1519" y="185434"/>
                          <a:pt x="0" y="183916"/>
                          <a:pt x="0" y="181983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81983"/>
                        </a:lnTo>
                        <a:cubicBezTo>
                          <a:pt x="6904" y="183916"/>
                          <a:pt x="5385" y="185434"/>
                          <a:pt x="3452" y="1854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6" name="Google Shape;1226;p56"/>
                  <p:cNvSpPr/>
                  <p:nvPr/>
                </p:nvSpPr>
                <p:spPr>
                  <a:xfrm>
                    <a:off x="2476853" y="3288922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7" name="Google Shape;1227;p56"/>
                  <p:cNvSpPr/>
                  <p:nvPr/>
                </p:nvSpPr>
                <p:spPr>
                  <a:xfrm>
                    <a:off x="1878644" y="3204420"/>
                    <a:ext cx="6903" cy="208907"/>
                  </a:xfrm>
                  <a:custGeom>
                    <a:rect b="b" l="l" r="r" t="t"/>
                    <a:pathLst>
                      <a:path extrusionOk="0" h="208907" w="6903">
                        <a:moveTo>
                          <a:pt x="3452" y="208907"/>
                        </a:moveTo>
                        <a:cubicBezTo>
                          <a:pt x="1519" y="208907"/>
                          <a:pt x="0" y="207388"/>
                          <a:pt x="0" y="205455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205455"/>
                        </a:lnTo>
                        <a:cubicBezTo>
                          <a:pt x="6904" y="207388"/>
                          <a:pt x="5385" y="208907"/>
                          <a:pt x="3452" y="20890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8" name="Google Shape;1228;p56"/>
                  <p:cNvSpPr/>
                  <p:nvPr/>
                </p:nvSpPr>
                <p:spPr>
                  <a:xfrm>
                    <a:off x="2125660" y="3357062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9" name="Google Shape;1229;p56"/>
                  <p:cNvSpPr/>
                  <p:nvPr/>
                </p:nvSpPr>
                <p:spPr>
                  <a:xfrm>
                    <a:off x="1952100" y="3251090"/>
                    <a:ext cx="6903" cy="128823"/>
                  </a:xfrm>
                  <a:custGeom>
                    <a:rect b="b" l="l" r="r" t="t"/>
                    <a:pathLst>
                      <a:path extrusionOk="0" h="128823" w="6903">
                        <a:moveTo>
                          <a:pt x="3452" y="128824"/>
                        </a:moveTo>
                        <a:cubicBezTo>
                          <a:pt x="1519" y="128824"/>
                          <a:pt x="0" y="127305"/>
                          <a:pt x="0" y="125372"/>
                        </a:cubicBezTo>
                        <a:lnTo>
                          <a:pt x="0" y="3452"/>
                        </a:lnTo>
                        <a:cubicBezTo>
                          <a:pt x="0" y="1519"/>
                          <a:pt x="1519" y="0"/>
                          <a:pt x="3452" y="0"/>
                        </a:cubicBezTo>
                        <a:cubicBezTo>
                          <a:pt x="5385" y="0"/>
                          <a:pt x="6904" y="1519"/>
                          <a:pt x="6904" y="3452"/>
                        </a:cubicBezTo>
                        <a:lnTo>
                          <a:pt x="6904" y="125372"/>
                        </a:lnTo>
                        <a:cubicBezTo>
                          <a:pt x="6904" y="127305"/>
                          <a:pt x="5385" y="128824"/>
                          <a:pt x="3452" y="1288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1230" name="Google Shape;1230;p56"/>
              <p:cNvGrpSpPr/>
              <p:nvPr/>
            </p:nvGrpSpPr>
            <p:grpSpPr>
              <a:xfrm>
                <a:off x="550474" y="1888224"/>
                <a:ext cx="36923" cy="21097"/>
                <a:chOff x="439215" y="3045980"/>
                <a:chExt cx="28512" cy="16292"/>
              </a:xfrm>
            </p:grpSpPr>
            <p:sp>
              <p:nvSpPr>
                <p:cNvPr id="1231" name="Google Shape;1231;p56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2" name="Google Shape;1232;p56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33" name="Google Shape;1233;p56"/>
              <p:cNvGrpSpPr/>
              <p:nvPr/>
            </p:nvGrpSpPr>
            <p:grpSpPr>
              <a:xfrm>
                <a:off x="406534" y="2691753"/>
                <a:ext cx="79978" cy="94246"/>
                <a:chOff x="6395264" y="541833"/>
                <a:chExt cx="40633" cy="47882"/>
              </a:xfrm>
            </p:grpSpPr>
            <p:sp>
              <p:nvSpPr>
                <p:cNvPr id="1234" name="Google Shape;1234;p56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56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36" name="Google Shape;1236;p56"/>
              <p:cNvGrpSpPr/>
              <p:nvPr/>
            </p:nvGrpSpPr>
            <p:grpSpPr>
              <a:xfrm>
                <a:off x="190195" y="3410362"/>
                <a:ext cx="79889" cy="94156"/>
                <a:chOff x="6585891" y="729779"/>
                <a:chExt cx="40588" cy="47836"/>
              </a:xfrm>
            </p:grpSpPr>
            <p:sp>
              <p:nvSpPr>
                <p:cNvPr id="1237" name="Google Shape;1237;p56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56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39" name="Google Shape;1239;p56"/>
              <p:cNvGrpSpPr/>
              <p:nvPr/>
            </p:nvGrpSpPr>
            <p:grpSpPr>
              <a:xfrm>
                <a:off x="470501" y="3853560"/>
                <a:ext cx="79978" cy="94246"/>
                <a:chOff x="6555868" y="600606"/>
                <a:chExt cx="40633" cy="47882"/>
              </a:xfrm>
            </p:grpSpPr>
            <p:sp>
              <p:nvSpPr>
                <p:cNvPr id="1240" name="Google Shape;1240;p56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1" name="Google Shape;1241;p56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2" name="Google Shape;1242;p56"/>
              <p:cNvGrpSpPr/>
              <p:nvPr/>
            </p:nvGrpSpPr>
            <p:grpSpPr>
              <a:xfrm>
                <a:off x="233562" y="1845094"/>
                <a:ext cx="79890" cy="94335"/>
                <a:chOff x="6244107" y="519805"/>
                <a:chExt cx="40588" cy="47927"/>
              </a:xfrm>
            </p:grpSpPr>
            <p:grpSp>
              <p:nvGrpSpPr>
                <p:cNvPr id="1243" name="Google Shape;1243;p56"/>
                <p:cNvGrpSpPr/>
                <p:nvPr/>
              </p:nvGrpSpPr>
              <p:grpSpPr>
                <a:xfrm>
                  <a:off x="6253873" y="519805"/>
                  <a:ext cx="18758" cy="10719"/>
                  <a:chOff x="209390" y="3012566"/>
                  <a:chExt cx="28512" cy="16292"/>
                </a:xfrm>
              </p:grpSpPr>
              <p:sp>
                <p:nvSpPr>
                  <p:cNvPr id="1244" name="Google Shape;1244;p56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45" name="Google Shape;1245;p56"/>
                  <p:cNvSpPr/>
                  <p:nvPr/>
                </p:nvSpPr>
                <p:spPr>
                  <a:xfrm>
                    <a:off x="209390" y="3012566"/>
                    <a:ext cx="28512" cy="16292"/>
                  </a:xfrm>
                  <a:custGeom>
                    <a:rect b="b" l="l" r="r" t="t"/>
                    <a:pathLst>
                      <a:path extrusionOk="0" h="16292" w="28512">
                        <a:moveTo>
                          <a:pt x="0" y="16293"/>
                        </a:moveTo>
                        <a:lnTo>
                          <a:pt x="25199" y="1657"/>
                        </a:lnTo>
                        <a:cubicBezTo>
                          <a:pt x="26994" y="621"/>
                          <a:pt x="28236" y="69"/>
                          <a:pt x="28512" y="0"/>
                        </a:cubicBezTo>
                        <a:lnTo>
                          <a:pt x="3314" y="14636"/>
                        </a:lnTo>
                        <a:cubicBezTo>
                          <a:pt x="3314" y="14636"/>
                          <a:pt x="1795" y="15257"/>
                          <a:pt x="0" y="16293"/>
                        </a:cubicBezTo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46" name="Google Shape;1246;p56"/>
                <p:cNvSpPr/>
                <p:nvPr/>
              </p:nvSpPr>
              <p:spPr>
                <a:xfrm>
                  <a:off x="6256371" y="51989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7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40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56"/>
                <p:cNvSpPr/>
                <p:nvPr/>
              </p:nvSpPr>
              <p:spPr>
                <a:xfrm>
                  <a:off x="6244107" y="529434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8" name="Google Shape;1248;p56"/>
              <p:cNvGrpSpPr/>
              <p:nvPr/>
            </p:nvGrpSpPr>
            <p:grpSpPr>
              <a:xfrm>
                <a:off x="8882174" y="2199574"/>
                <a:ext cx="36923" cy="21097"/>
                <a:chOff x="439215" y="3045980"/>
                <a:chExt cx="28512" cy="16292"/>
              </a:xfrm>
            </p:grpSpPr>
            <p:sp>
              <p:nvSpPr>
                <p:cNvPr id="1249" name="Google Shape;1249;p56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56"/>
                <p:cNvSpPr/>
                <p:nvPr/>
              </p:nvSpPr>
              <p:spPr>
                <a:xfrm>
                  <a:off x="439215" y="3045980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51" name="Google Shape;1251;p56"/>
              <p:cNvGrpSpPr/>
              <p:nvPr/>
            </p:nvGrpSpPr>
            <p:grpSpPr>
              <a:xfrm>
                <a:off x="8738234" y="3003103"/>
                <a:ext cx="79978" cy="94246"/>
                <a:chOff x="6395264" y="541833"/>
                <a:chExt cx="40633" cy="47882"/>
              </a:xfrm>
            </p:grpSpPr>
            <p:sp>
              <p:nvSpPr>
                <p:cNvPr id="1252" name="Google Shape;1252;p56"/>
                <p:cNvSpPr/>
                <p:nvPr/>
              </p:nvSpPr>
              <p:spPr>
                <a:xfrm>
                  <a:off x="6407573" y="541833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9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9"/>
                      </a:cubicBezTo>
                      <a:cubicBezTo>
                        <a:pt x="17743" y="58199"/>
                        <a:pt x="17743" y="58199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8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56"/>
                <p:cNvSpPr/>
                <p:nvPr/>
              </p:nvSpPr>
              <p:spPr>
                <a:xfrm>
                  <a:off x="6395264" y="551417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20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54" name="Google Shape;1254;p56"/>
              <p:cNvGrpSpPr/>
              <p:nvPr/>
            </p:nvGrpSpPr>
            <p:grpSpPr>
              <a:xfrm>
                <a:off x="8521895" y="3721712"/>
                <a:ext cx="79889" cy="94156"/>
                <a:chOff x="6585891" y="729779"/>
                <a:chExt cx="40588" cy="47836"/>
              </a:xfrm>
            </p:grpSpPr>
            <p:sp>
              <p:nvSpPr>
                <p:cNvPr id="1255" name="Google Shape;1255;p56"/>
                <p:cNvSpPr/>
                <p:nvPr/>
              </p:nvSpPr>
              <p:spPr>
                <a:xfrm>
                  <a:off x="6598154" y="729779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3"/>
                      </a:cubicBezTo>
                      <a:cubicBezTo>
                        <a:pt x="42596" y="43493"/>
                        <a:pt x="42596" y="43493"/>
                        <a:pt x="42596" y="43425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249"/>
                        <a:pt x="42044" y="39834"/>
                      </a:cubicBezTo>
                      <a:cubicBezTo>
                        <a:pt x="42044" y="39766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3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9"/>
                        <a:pt x="35140" y="18502"/>
                        <a:pt x="34726" y="17536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6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3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4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4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3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0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7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40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3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56"/>
                <p:cNvSpPr/>
                <p:nvPr/>
              </p:nvSpPr>
              <p:spPr>
                <a:xfrm>
                  <a:off x="6585891" y="739318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649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57" name="Google Shape;1257;p56"/>
              <p:cNvGrpSpPr/>
              <p:nvPr/>
            </p:nvGrpSpPr>
            <p:grpSpPr>
              <a:xfrm>
                <a:off x="8802201" y="4164910"/>
                <a:ext cx="79978" cy="94246"/>
                <a:chOff x="6555868" y="600606"/>
                <a:chExt cx="40633" cy="47882"/>
              </a:xfrm>
            </p:grpSpPr>
            <p:sp>
              <p:nvSpPr>
                <p:cNvPr id="1258" name="Google Shape;1258;p56"/>
                <p:cNvSpPr/>
                <p:nvPr/>
              </p:nvSpPr>
              <p:spPr>
                <a:xfrm>
                  <a:off x="6568177" y="600606"/>
                  <a:ext cx="28324" cy="47071"/>
                </a:xfrm>
                <a:custGeom>
                  <a:rect b="b" l="l" r="r" t="t"/>
                  <a:pathLst>
                    <a:path extrusionOk="0" h="71591" w="43079">
                      <a:moveTo>
                        <a:pt x="42665" y="46048"/>
                      </a:moveTo>
                      <a:cubicBezTo>
                        <a:pt x="42665" y="45634"/>
                        <a:pt x="42665" y="45288"/>
                        <a:pt x="42665" y="44874"/>
                      </a:cubicBezTo>
                      <a:cubicBezTo>
                        <a:pt x="42665" y="44460"/>
                        <a:pt x="42665" y="44046"/>
                        <a:pt x="42596" y="43632"/>
                      </a:cubicBezTo>
                      <a:cubicBezTo>
                        <a:pt x="42596" y="43632"/>
                        <a:pt x="42596" y="43563"/>
                        <a:pt x="42596" y="43494"/>
                      </a:cubicBezTo>
                      <a:cubicBezTo>
                        <a:pt x="42596" y="43494"/>
                        <a:pt x="42596" y="43494"/>
                        <a:pt x="42596" y="43424"/>
                      </a:cubicBezTo>
                      <a:cubicBezTo>
                        <a:pt x="42596" y="43079"/>
                        <a:pt x="42527" y="42665"/>
                        <a:pt x="42458" y="42320"/>
                      </a:cubicBezTo>
                      <a:cubicBezTo>
                        <a:pt x="42458" y="41837"/>
                        <a:pt x="42320" y="41422"/>
                        <a:pt x="42251" y="40939"/>
                      </a:cubicBezTo>
                      <a:cubicBezTo>
                        <a:pt x="42251" y="40594"/>
                        <a:pt x="42113" y="40180"/>
                        <a:pt x="42044" y="39835"/>
                      </a:cubicBezTo>
                      <a:cubicBezTo>
                        <a:pt x="42044" y="39765"/>
                        <a:pt x="42044" y="39696"/>
                        <a:pt x="42044" y="39627"/>
                      </a:cubicBezTo>
                      <a:cubicBezTo>
                        <a:pt x="42044" y="39558"/>
                        <a:pt x="42044" y="39489"/>
                        <a:pt x="42044" y="39420"/>
                      </a:cubicBezTo>
                      <a:cubicBezTo>
                        <a:pt x="41975" y="38868"/>
                        <a:pt x="41837" y="38385"/>
                        <a:pt x="41699" y="37832"/>
                      </a:cubicBezTo>
                      <a:cubicBezTo>
                        <a:pt x="41561" y="37280"/>
                        <a:pt x="41422" y="36659"/>
                        <a:pt x="41284" y="36038"/>
                      </a:cubicBezTo>
                      <a:cubicBezTo>
                        <a:pt x="41284" y="36038"/>
                        <a:pt x="41284" y="35968"/>
                        <a:pt x="41284" y="35899"/>
                      </a:cubicBezTo>
                      <a:cubicBezTo>
                        <a:pt x="41284" y="35899"/>
                        <a:pt x="41284" y="35761"/>
                        <a:pt x="41284" y="35692"/>
                      </a:cubicBezTo>
                      <a:cubicBezTo>
                        <a:pt x="41146" y="35209"/>
                        <a:pt x="41008" y="34657"/>
                        <a:pt x="40870" y="34173"/>
                      </a:cubicBezTo>
                      <a:cubicBezTo>
                        <a:pt x="40663" y="33483"/>
                        <a:pt x="40525" y="32862"/>
                        <a:pt x="40318" y="32171"/>
                      </a:cubicBezTo>
                      <a:cubicBezTo>
                        <a:pt x="40318" y="32171"/>
                        <a:pt x="40318" y="32033"/>
                        <a:pt x="40318" y="32033"/>
                      </a:cubicBezTo>
                      <a:cubicBezTo>
                        <a:pt x="40318" y="31895"/>
                        <a:pt x="40249" y="31826"/>
                        <a:pt x="40249" y="31688"/>
                      </a:cubicBezTo>
                      <a:cubicBezTo>
                        <a:pt x="40042" y="31136"/>
                        <a:pt x="39904" y="30584"/>
                        <a:pt x="39696" y="30031"/>
                      </a:cubicBezTo>
                      <a:cubicBezTo>
                        <a:pt x="39489" y="29410"/>
                        <a:pt x="39282" y="28858"/>
                        <a:pt x="39075" y="28236"/>
                      </a:cubicBezTo>
                      <a:cubicBezTo>
                        <a:pt x="39075" y="28167"/>
                        <a:pt x="39075" y="28029"/>
                        <a:pt x="39006" y="27960"/>
                      </a:cubicBezTo>
                      <a:cubicBezTo>
                        <a:pt x="39006" y="27960"/>
                        <a:pt x="39006" y="27891"/>
                        <a:pt x="39006" y="27822"/>
                      </a:cubicBezTo>
                      <a:cubicBezTo>
                        <a:pt x="38730" y="27063"/>
                        <a:pt x="38454" y="26234"/>
                        <a:pt x="38109" y="25475"/>
                      </a:cubicBezTo>
                      <a:cubicBezTo>
                        <a:pt x="37971" y="25199"/>
                        <a:pt x="37902" y="24853"/>
                        <a:pt x="37763" y="24577"/>
                      </a:cubicBezTo>
                      <a:cubicBezTo>
                        <a:pt x="37625" y="24301"/>
                        <a:pt x="37556" y="24025"/>
                        <a:pt x="37418" y="23749"/>
                      </a:cubicBezTo>
                      <a:cubicBezTo>
                        <a:pt x="37280" y="23473"/>
                        <a:pt x="37211" y="23266"/>
                        <a:pt x="37142" y="22989"/>
                      </a:cubicBezTo>
                      <a:cubicBezTo>
                        <a:pt x="36797" y="22230"/>
                        <a:pt x="36521" y="21471"/>
                        <a:pt x="36176" y="20711"/>
                      </a:cubicBezTo>
                      <a:cubicBezTo>
                        <a:pt x="36176" y="20642"/>
                        <a:pt x="36107" y="20504"/>
                        <a:pt x="36038" y="20435"/>
                      </a:cubicBezTo>
                      <a:cubicBezTo>
                        <a:pt x="36038" y="20435"/>
                        <a:pt x="36038" y="20435"/>
                        <a:pt x="36038" y="20435"/>
                      </a:cubicBezTo>
                      <a:cubicBezTo>
                        <a:pt x="35623" y="19468"/>
                        <a:pt x="35140" y="18502"/>
                        <a:pt x="34726" y="17535"/>
                      </a:cubicBezTo>
                      <a:cubicBezTo>
                        <a:pt x="34726" y="17466"/>
                        <a:pt x="34657" y="17328"/>
                        <a:pt x="34588" y="17259"/>
                      </a:cubicBezTo>
                      <a:cubicBezTo>
                        <a:pt x="34312" y="16707"/>
                        <a:pt x="34104" y="16224"/>
                        <a:pt x="33828" y="15741"/>
                      </a:cubicBezTo>
                      <a:cubicBezTo>
                        <a:pt x="33621" y="15257"/>
                        <a:pt x="33345" y="14774"/>
                        <a:pt x="33138" y="14360"/>
                      </a:cubicBezTo>
                      <a:cubicBezTo>
                        <a:pt x="33138" y="14222"/>
                        <a:pt x="33069" y="14153"/>
                        <a:pt x="33000" y="14084"/>
                      </a:cubicBezTo>
                      <a:cubicBezTo>
                        <a:pt x="32379" y="12772"/>
                        <a:pt x="31757" y="11598"/>
                        <a:pt x="31136" y="10425"/>
                      </a:cubicBezTo>
                      <a:cubicBezTo>
                        <a:pt x="31136" y="10425"/>
                        <a:pt x="31136" y="10356"/>
                        <a:pt x="31136" y="10287"/>
                      </a:cubicBezTo>
                      <a:cubicBezTo>
                        <a:pt x="30998" y="10010"/>
                        <a:pt x="30860" y="9803"/>
                        <a:pt x="30722" y="9527"/>
                      </a:cubicBezTo>
                      <a:cubicBezTo>
                        <a:pt x="30307" y="8768"/>
                        <a:pt x="29962" y="8077"/>
                        <a:pt x="29548" y="7387"/>
                      </a:cubicBezTo>
                      <a:cubicBezTo>
                        <a:pt x="29341" y="7042"/>
                        <a:pt x="29134" y="6697"/>
                        <a:pt x="28996" y="6351"/>
                      </a:cubicBezTo>
                      <a:cubicBezTo>
                        <a:pt x="28651" y="5799"/>
                        <a:pt x="28374" y="5247"/>
                        <a:pt x="28098" y="4764"/>
                      </a:cubicBezTo>
                      <a:cubicBezTo>
                        <a:pt x="28098" y="4625"/>
                        <a:pt x="27960" y="4487"/>
                        <a:pt x="27891" y="4418"/>
                      </a:cubicBezTo>
                      <a:cubicBezTo>
                        <a:pt x="27753" y="4142"/>
                        <a:pt x="27615" y="3935"/>
                        <a:pt x="27477" y="3728"/>
                      </a:cubicBezTo>
                      <a:cubicBezTo>
                        <a:pt x="27339" y="3452"/>
                        <a:pt x="27201" y="3245"/>
                        <a:pt x="27063" y="2969"/>
                      </a:cubicBezTo>
                      <a:cubicBezTo>
                        <a:pt x="26856" y="2623"/>
                        <a:pt x="26648" y="2278"/>
                        <a:pt x="26510" y="2002"/>
                      </a:cubicBezTo>
                      <a:cubicBezTo>
                        <a:pt x="26441" y="1864"/>
                        <a:pt x="26303" y="1657"/>
                        <a:pt x="26234" y="1519"/>
                      </a:cubicBezTo>
                      <a:cubicBezTo>
                        <a:pt x="26027" y="1243"/>
                        <a:pt x="25889" y="967"/>
                        <a:pt x="25751" y="759"/>
                      </a:cubicBezTo>
                      <a:cubicBezTo>
                        <a:pt x="25751" y="690"/>
                        <a:pt x="25613" y="552"/>
                        <a:pt x="25544" y="483"/>
                      </a:cubicBezTo>
                      <a:cubicBezTo>
                        <a:pt x="25406" y="207"/>
                        <a:pt x="25268" y="69"/>
                        <a:pt x="25199" y="0"/>
                      </a:cubicBezTo>
                      <a:lnTo>
                        <a:pt x="0" y="14636"/>
                      </a:lnTo>
                      <a:cubicBezTo>
                        <a:pt x="0" y="14636"/>
                        <a:pt x="138" y="14912"/>
                        <a:pt x="345" y="15119"/>
                      </a:cubicBezTo>
                      <a:cubicBezTo>
                        <a:pt x="345" y="15188"/>
                        <a:pt x="483" y="15326"/>
                        <a:pt x="552" y="15395"/>
                      </a:cubicBezTo>
                      <a:cubicBezTo>
                        <a:pt x="690" y="15602"/>
                        <a:pt x="828" y="15879"/>
                        <a:pt x="1036" y="16155"/>
                      </a:cubicBezTo>
                      <a:cubicBezTo>
                        <a:pt x="1105" y="16293"/>
                        <a:pt x="1243" y="16500"/>
                        <a:pt x="1312" y="16638"/>
                      </a:cubicBezTo>
                      <a:cubicBezTo>
                        <a:pt x="1519" y="16914"/>
                        <a:pt x="1657" y="17259"/>
                        <a:pt x="1864" y="17605"/>
                      </a:cubicBezTo>
                      <a:cubicBezTo>
                        <a:pt x="2002" y="17812"/>
                        <a:pt x="2140" y="18088"/>
                        <a:pt x="2278" y="18364"/>
                      </a:cubicBezTo>
                      <a:cubicBezTo>
                        <a:pt x="2485" y="18709"/>
                        <a:pt x="2692" y="19054"/>
                        <a:pt x="2900" y="19399"/>
                      </a:cubicBezTo>
                      <a:cubicBezTo>
                        <a:pt x="3176" y="19883"/>
                        <a:pt x="3521" y="20435"/>
                        <a:pt x="3797" y="20987"/>
                      </a:cubicBezTo>
                      <a:cubicBezTo>
                        <a:pt x="4004" y="21333"/>
                        <a:pt x="4211" y="21678"/>
                        <a:pt x="4349" y="22023"/>
                      </a:cubicBezTo>
                      <a:cubicBezTo>
                        <a:pt x="4695" y="22713"/>
                        <a:pt x="5109" y="23404"/>
                        <a:pt x="5523" y="24163"/>
                      </a:cubicBezTo>
                      <a:cubicBezTo>
                        <a:pt x="5661" y="24439"/>
                        <a:pt x="5868" y="24715"/>
                        <a:pt x="6006" y="25061"/>
                      </a:cubicBezTo>
                      <a:cubicBezTo>
                        <a:pt x="6628" y="26234"/>
                        <a:pt x="7249" y="27408"/>
                        <a:pt x="7870" y="28720"/>
                      </a:cubicBezTo>
                      <a:cubicBezTo>
                        <a:pt x="8146" y="29341"/>
                        <a:pt x="8492" y="29893"/>
                        <a:pt x="8768" y="30515"/>
                      </a:cubicBezTo>
                      <a:cubicBezTo>
                        <a:pt x="8975" y="30998"/>
                        <a:pt x="9251" y="31481"/>
                        <a:pt x="9458" y="31964"/>
                      </a:cubicBezTo>
                      <a:cubicBezTo>
                        <a:pt x="9941" y="33000"/>
                        <a:pt x="10494" y="34104"/>
                        <a:pt x="10977" y="35209"/>
                      </a:cubicBezTo>
                      <a:cubicBezTo>
                        <a:pt x="10977" y="35278"/>
                        <a:pt x="11046" y="35416"/>
                        <a:pt x="11115" y="35485"/>
                      </a:cubicBezTo>
                      <a:cubicBezTo>
                        <a:pt x="11529" y="36521"/>
                        <a:pt x="12012" y="37556"/>
                        <a:pt x="12427" y="38592"/>
                      </a:cubicBezTo>
                      <a:cubicBezTo>
                        <a:pt x="12565" y="38868"/>
                        <a:pt x="12634" y="39144"/>
                        <a:pt x="12772" y="39351"/>
                      </a:cubicBezTo>
                      <a:cubicBezTo>
                        <a:pt x="13186" y="40456"/>
                        <a:pt x="13669" y="41561"/>
                        <a:pt x="14084" y="42734"/>
                      </a:cubicBezTo>
                      <a:cubicBezTo>
                        <a:pt x="14084" y="42803"/>
                        <a:pt x="14084" y="42941"/>
                        <a:pt x="14153" y="43010"/>
                      </a:cubicBezTo>
                      <a:cubicBezTo>
                        <a:pt x="14567" y="44184"/>
                        <a:pt x="14981" y="45288"/>
                        <a:pt x="15326" y="46462"/>
                      </a:cubicBezTo>
                      <a:cubicBezTo>
                        <a:pt x="15326" y="46600"/>
                        <a:pt x="15395" y="46669"/>
                        <a:pt x="15395" y="46807"/>
                      </a:cubicBezTo>
                      <a:cubicBezTo>
                        <a:pt x="15741" y="48050"/>
                        <a:pt x="16086" y="49224"/>
                        <a:pt x="16431" y="50466"/>
                      </a:cubicBezTo>
                      <a:cubicBezTo>
                        <a:pt x="16431" y="50466"/>
                        <a:pt x="16431" y="50604"/>
                        <a:pt x="16431" y="50673"/>
                      </a:cubicBezTo>
                      <a:cubicBezTo>
                        <a:pt x="16776" y="51916"/>
                        <a:pt x="16983" y="53159"/>
                        <a:pt x="17259" y="54401"/>
                      </a:cubicBezTo>
                      <a:cubicBezTo>
                        <a:pt x="17259" y="54470"/>
                        <a:pt x="17259" y="54539"/>
                        <a:pt x="17259" y="54609"/>
                      </a:cubicBezTo>
                      <a:cubicBezTo>
                        <a:pt x="17466" y="55851"/>
                        <a:pt x="17674" y="57025"/>
                        <a:pt x="17743" y="58198"/>
                      </a:cubicBezTo>
                      <a:cubicBezTo>
                        <a:pt x="17743" y="58198"/>
                        <a:pt x="17743" y="58198"/>
                        <a:pt x="17743" y="58268"/>
                      </a:cubicBezTo>
                      <a:cubicBezTo>
                        <a:pt x="17881" y="59510"/>
                        <a:pt x="17950" y="60684"/>
                        <a:pt x="17950" y="61857"/>
                      </a:cubicBezTo>
                      <a:cubicBezTo>
                        <a:pt x="17950" y="63100"/>
                        <a:pt x="17812" y="64205"/>
                        <a:pt x="17605" y="65240"/>
                      </a:cubicBezTo>
                      <a:cubicBezTo>
                        <a:pt x="17605" y="65240"/>
                        <a:pt x="17605" y="65240"/>
                        <a:pt x="17605" y="65309"/>
                      </a:cubicBezTo>
                      <a:cubicBezTo>
                        <a:pt x="17397" y="66345"/>
                        <a:pt x="17121" y="67242"/>
                        <a:pt x="16707" y="68002"/>
                      </a:cubicBezTo>
                      <a:cubicBezTo>
                        <a:pt x="16707" y="68002"/>
                        <a:pt x="16707" y="68002"/>
                        <a:pt x="16707" y="68002"/>
                      </a:cubicBezTo>
                      <a:cubicBezTo>
                        <a:pt x="16500" y="68485"/>
                        <a:pt x="16155" y="68830"/>
                        <a:pt x="15879" y="69244"/>
                      </a:cubicBezTo>
                      <a:cubicBezTo>
                        <a:pt x="15188" y="70211"/>
                        <a:pt x="14429" y="71039"/>
                        <a:pt x="13462" y="71592"/>
                      </a:cubicBezTo>
                      <a:lnTo>
                        <a:pt x="38661" y="56956"/>
                      </a:lnTo>
                      <a:cubicBezTo>
                        <a:pt x="39627" y="56404"/>
                        <a:pt x="40387" y="55575"/>
                        <a:pt x="41077" y="54609"/>
                      </a:cubicBezTo>
                      <a:cubicBezTo>
                        <a:pt x="41146" y="54470"/>
                        <a:pt x="41284" y="54470"/>
                        <a:pt x="41422" y="54332"/>
                      </a:cubicBezTo>
                      <a:cubicBezTo>
                        <a:pt x="41630" y="54056"/>
                        <a:pt x="41768" y="53711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1975" y="53366"/>
                        <a:pt x="41975" y="53366"/>
                        <a:pt x="41975" y="53366"/>
                      </a:cubicBezTo>
                      <a:cubicBezTo>
                        <a:pt x="42113" y="53090"/>
                        <a:pt x="42251" y="52814"/>
                        <a:pt x="42320" y="52537"/>
                      </a:cubicBezTo>
                      <a:cubicBezTo>
                        <a:pt x="42389" y="52261"/>
                        <a:pt x="42527" y="51985"/>
                        <a:pt x="42596" y="51709"/>
                      </a:cubicBezTo>
                      <a:cubicBezTo>
                        <a:pt x="42665" y="51502"/>
                        <a:pt x="42734" y="51226"/>
                        <a:pt x="42803" y="50950"/>
                      </a:cubicBezTo>
                      <a:cubicBezTo>
                        <a:pt x="42803" y="50881"/>
                        <a:pt x="42803" y="50743"/>
                        <a:pt x="42803" y="50673"/>
                      </a:cubicBezTo>
                      <a:cubicBezTo>
                        <a:pt x="42803" y="50673"/>
                        <a:pt x="42803" y="50673"/>
                        <a:pt x="42803" y="50604"/>
                      </a:cubicBezTo>
                      <a:cubicBezTo>
                        <a:pt x="42803" y="50466"/>
                        <a:pt x="42803" y="50328"/>
                        <a:pt x="42872" y="50190"/>
                      </a:cubicBezTo>
                      <a:cubicBezTo>
                        <a:pt x="42872" y="49983"/>
                        <a:pt x="42941" y="49707"/>
                        <a:pt x="43010" y="49500"/>
                      </a:cubicBezTo>
                      <a:cubicBezTo>
                        <a:pt x="43010" y="49224"/>
                        <a:pt x="43010" y="49017"/>
                        <a:pt x="43079" y="48740"/>
                      </a:cubicBezTo>
                      <a:cubicBezTo>
                        <a:pt x="43079" y="48533"/>
                        <a:pt x="43079" y="48257"/>
                        <a:pt x="43079" y="47981"/>
                      </a:cubicBezTo>
                      <a:cubicBezTo>
                        <a:pt x="43079" y="47705"/>
                        <a:pt x="43079" y="47498"/>
                        <a:pt x="43079" y="47222"/>
                      </a:cubicBezTo>
                      <a:lnTo>
                        <a:pt x="43079" y="47222"/>
                      </a:lnTo>
                      <a:cubicBezTo>
                        <a:pt x="43079" y="46807"/>
                        <a:pt x="43079" y="46462"/>
                        <a:pt x="43079" y="461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9" name="Google Shape;1259;p56"/>
                <p:cNvSpPr/>
                <p:nvPr/>
              </p:nvSpPr>
              <p:spPr>
                <a:xfrm>
                  <a:off x="6555868" y="610190"/>
                  <a:ext cx="23785" cy="38298"/>
                </a:xfrm>
                <a:custGeom>
                  <a:rect b="b" l="l" r="r" t="t"/>
                  <a:pathLst>
                    <a:path extrusionOk="0" h="58248" w="36175">
                      <a:moveTo>
                        <a:pt x="18157" y="0"/>
                      </a:moveTo>
                      <a:cubicBezTo>
                        <a:pt x="19055" y="1450"/>
                        <a:pt x="36176" y="28305"/>
                        <a:pt x="36176" y="47222"/>
                      </a:cubicBezTo>
                      <a:cubicBezTo>
                        <a:pt x="36176" y="58820"/>
                        <a:pt x="26718" y="60615"/>
                        <a:pt x="18019" y="55644"/>
                      </a:cubicBezTo>
                      <a:cubicBezTo>
                        <a:pt x="9389" y="50673"/>
                        <a:pt x="-69" y="37971"/>
                        <a:pt x="0" y="26303"/>
                      </a:cubicBezTo>
                      <a:cubicBezTo>
                        <a:pt x="0" y="7387"/>
                        <a:pt x="17329" y="345"/>
                        <a:pt x="1822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60" name="Google Shape;1260;p56"/>
            <p:cNvSpPr/>
            <p:nvPr/>
          </p:nvSpPr>
          <p:spPr>
            <a:xfrm flipH="1">
              <a:off x="756" y="4411895"/>
              <a:ext cx="1506171" cy="72668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57"/>
          <p:cNvSpPr txBox="1"/>
          <p:nvPr>
            <p:ph idx="1" type="subTitle"/>
          </p:nvPr>
        </p:nvSpPr>
        <p:spPr>
          <a:xfrm>
            <a:off x="720000" y="304265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3" name="Google Shape;1263;p57"/>
          <p:cNvSpPr txBox="1"/>
          <p:nvPr>
            <p:ph idx="2" type="subTitle"/>
          </p:nvPr>
        </p:nvSpPr>
        <p:spPr>
          <a:xfrm>
            <a:off x="3370506" y="3042670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4" name="Google Shape;1264;p57"/>
          <p:cNvSpPr txBox="1"/>
          <p:nvPr>
            <p:ph idx="3" type="subTitle"/>
          </p:nvPr>
        </p:nvSpPr>
        <p:spPr>
          <a:xfrm>
            <a:off x="6021000" y="3042688"/>
            <a:ext cx="24030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5" name="Google Shape;1265;p57"/>
          <p:cNvSpPr txBox="1"/>
          <p:nvPr>
            <p:ph idx="4" type="subTitle"/>
          </p:nvPr>
        </p:nvSpPr>
        <p:spPr>
          <a:xfrm>
            <a:off x="720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6" name="Google Shape;1266;p57"/>
          <p:cNvSpPr txBox="1"/>
          <p:nvPr>
            <p:ph idx="5" type="subTitle"/>
          </p:nvPr>
        </p:nvSpPr>
        <p:spPr>
          <a:xfrm>
            <a:off x="33705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7" name="Google Shape;1267;p57"/>
          <p:cNvSpPr txBox="1"/>
          <p:nvPr>
            <p:ph idx="6" type="subTitle"/>
          </p:nvPr>
        </p:nvSpPr>
        <p:spPr>
          <a:xfrm>
            <a:off x="6021000" y="2495550"/>
            <a:ext cx="2403000" cy="54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8" name="Google Shape;1268;p57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69" name="Google Shape;1269;p57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1270" name="Google Shape;1270;p57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57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2" name="Google Shape;1272;p57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1273" name="Google Shape;1273;p5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5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5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5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5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5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9" name="Google Shape;1279;p57"/>
          <p:cNvGrpSpPr/>
          <p:nvPr/>
        </p:nvGrpSpPr>
        <p:grpSpPr>
          <a:xfrm>
            <a:off x="118" y="614730"/>
            <a:ext cx="956948" cy="818436"/>
            <a:chOff x="6107743" y="29317"/>
            <a:chExt cx="514543" cy="440067"/>
          </a:xfrm>
        </p:grpSpPr>
        <p:sp>
          <p:nvSpPr>
            <p:cNvPr id="1280" name="Google Shape;1280;p57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57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57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57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57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57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58"/>
          <p:cNvSpPr txBox="1"/>
          <p:nvPr>
            <p:ph idx="1" type="subTitle"/>
          </p:nvPr>
        </p:nvSpPr>
        <p:spPr>
          <a:xfrm>
            <a:off x="1157978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8" name="Google Shape;1288;p58"/>
          <p:cNvSpPr txBox="1"/>
          <p:nvPr>
            <p:ph idx="2" type="subTitle"/>
          </p:nvPr>
        </p:nvSpPr>
        <p:spPr>
          <a:xfrm>
            <a:off x="4776326" y="2203811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9" name="Google Shape;1289;p58"/>
          <p:cNvSpPr txBox="1"/>
          <p:nvPr>
            <p:ph idx="3" type="subTitle"/>
          </p:nvPr>
        </p:nvSpPr>
        <p:spPr>
          <a:xfrm>
            <a:off x="1157978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0" name="Google Shape;1290;p58"/>
          <p:cNvSpPr txBox="1"/>
          <p:nvPr>
            <p:ph idx="4" type="subTitle"/>
          </p:nvPr>
        </p:nvSpPr>
        <p:spPr>
          <a:xfrm>
            <a:off x="4776326" y="3977203"/>
            <a:ext cx="3209700" cy="6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1" name="Google Shape;1291;p58"/>
          <p:cNvSpPr txBox="1"/>
          <p:nvPr>
            <p:ph idx="5" type="subTitle"/>
          </p:nvPr>
        </p:nvSpPr>
        <p:spPr>
          <a:xfrm>
            <a:off x="1157950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292" name="Google Shape;1292;p58"/>
          <p:cNvSpPr txBox="1"/>
          <p:nvPr>
            <p:ph idx="6" type="subTitle"/>
          </p:nvPr>
        </p:nvSpPr>
        <p:spPr>
          <a:xfrm>
            <a:off x="1157950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293" name="Google Shape;1293;p58"/>
          <p:cNvSpPr txBox="1"/>
          <p:nvPr>
            <p:ph idx="7" type="subTitle"/>
          </p:nvPr>
        </p:nvSpPr>
        <p:spPr>
          <a:xfrm>
            <a:off x="4776325" y="1653678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294" name="Google Shape;1294;p58"/>
          <p:cNvSpPr txBox="1"/>
          <p:nvPr>
            <p:ph idx="8" type="subTitle"/>
          </p:nvPr>
        </p:nvSpPr>
        <p:spPr>
          <a:xfrm>
            <a:off x="4776325" y="3427174"/>
            <a:ext cx="3209700" cy="542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295" name="Google Shape;1295;p58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296" name="Google Shape;1296;p58"/>
          <p:cNvGrpSpPr/>
          <p:nvPr/>
        </p:nvGrpSpPr>
        <p:grpSpPr>
          <a:xfrm>
            <a:off x="-2" y="345"/>
            <a:ext cx="9144892" cy="5139006"/>
            <a:chOff x="-2" y="345"/>
            <a:chExt cx="9144892" cy="5139006"/>
          </a:xfrm>
        </p:grpSpPr>
        <p:sp>
          <p:nvSpPr>
            <p:cNvPr id="1297" name="Google Shape;1297;p58"/>
            <p:cNvSpPr/>
            <p:nvPr/>
          </p:nvSpPr>
          <p:spPr>
            <a:xfrm rot="-5400000">
              <a:off x="-44151" y="44494"/>
              <a:ext cx="1343428" cy="1255129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58"/>
            <p:cNvSpPr/>
            <p:nvPr/>
          </p:nvSpPr>
          <p:spPr>
            <a:xfrm>
              <a:off x="7024052" y="4116105"/>
              <a:ext cx="2120838" cy="1023247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9"/>
          <p:cNvSpPr txBox="1"/>
          <p:nvPr>
            <p:ph idx="1" type="subTitle"/>
          </p:nvPr>
        </p:nvSpPr>
        <p:spPr>
          <a:xfrm>
            <a:off x="720000" y="3929676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1" name="Google Shape;1301;p59"/>
          <p:cNvSpPr txBox="1"/>
          <p:nvPr>
            <p:ph idx="2" type="subTitle"/>
          </p:nvPr>
        </p:nvSpPr>
        <p:spPr>
          <a:xfrm>
            <a:off x="2671199" y="3929690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2" name="Google Shape;1302;p59"/>
          <p:cNvSpPr txBox="1"/>
          <p:nvPr>
            <p:ph idx="3" type="subTitle"/>
          </p:nvPr>
        </p:nvSpPr>
        <p:spPr>
          <a:xfrm>
            <a:off x="4622399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3" name="Google Shape;1303;p59"/>
          <p:cNvSpPr txBox="1"/>
          <p:nvPr>
            <p:ph idx="4" type="subTitle"/>
          </p:nvPr>
        </p:nvSpPr>
        <p:spPr>
          <a:xfrm>
            <a:off x="7200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4" name="Google Shape;1304;p59"/>
          <p:cNvSpPr txBox="1"/>
          <p:nvPr>
            <p:ph idx="5" type="subTitle"/>
          </p:nvPr>
        </p:nvSpPr>
        <p:spPr>
          <a:xfrm>
            <a:off x="26712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5" name="Google Shape;1305;p59"/>
          <p:cNvSpPr txBox="1"/>
          <p:nvPr>
            <p:ph idx="6" type="subTitle"/>
          </p:nvPr>
        </p:nvSpPr>
        <p:spPr>
          <a:xfrm>
            <a:off x="46224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306" name="Google Shape;1306;p59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07" name="Google Shape;1307;p59"/>
          <p:cNvSpPr txBox="1"/>
          <p:nvPr>
            <p:ph idx="7" type="subTitle"/>
          </p:nvPr>
        </p:nvSpPr>
        <p:spPr>
          <a:xfrm>
            <a:off x="6573598" y="3929703"/>
            <a:ext cx="1850400" cy="6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8" name="Google Shape;1308;p59"/>
          <p:cNvSpPr txBox="1"/>
          <p:nvPr>
            <p:ph idx="8" type="subTitle"/>
          </p:nvPr>
        </p:nvSpPr>
        <p:spPr>
          <a:xfrm>
            <a:off x="6573600" y="1068325"/>
            <a:ext cx="1850400" cy="8709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1309" name="Google Shape;1309;p59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1310" name="Google Shape;1310;p59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59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2" name="Google Shape;1312;p59"/>
          <p:cNvGrpSpPr/>
          <p:nvPr/>
        </p:nvGrpSpPr>
        <p:grpSpPr>
          <a:xfrm>
            <a:off x="8467466" y="4398181"/>
            <a:ext cx="510252" cy="402492"/>
            <a:chOff x="6636544" y="148135"/>
            <a:chExt cx="460392" cy="363161"/>
          </a:xfrm>
        </p:grpSpPr>
        <p:sp>
          <p:nvSpPr>
            <p:cNvPr id="1313" name="Google Shape;1313;p59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59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59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59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59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59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9" name="Google Shape;1319;p59"/>
          <p:cNvGrpSpPr/>
          <p:nvPr/>
        </p:nvGrpSpPr>
        <p:grpSpPr>
          <a:xfrm>
            <a:off x="148005" y="3568071"/>
            <a:ext cx="422800" cy="361603"/>
            <a:chOff x="6107743" y="29317"/>
            <a:chExt cx="514543" cy="440067"/>
          </a:xfrm>
        </p:grpSpPr>
        <p:sp>
          <p:nvSpPr>
            <p:cNvPr id="1320" name="Google Shape;1320;p59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59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59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59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59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59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1_2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60"/>
          <p:cNvSpPr txBox="1"/>
          <p:nvPr>
            <p:ph idx="1" type="subTitle"/>
          </p:nvPr>
        </p:nvSpPr>
        <p:spPr>
          <a:xfrm>
            <a:off x="71997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8" name="Google Shape;1328;p60"/>
          <p:cNvSpPr txBox="1"/>
          <p:nvPr>
            <p:ph idx="2" type="subTitle"/>
          </p:nvPr>
        </p:nvSpPr>
        <p:spPr>
          <a:xfrm>
            <a:off x="3419246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9" name="Google Shape;1329;p60"/>
          <p:cNvSpPr txBox="1"/>
          <p:nvPr>
            <p:ph idx="3" type="subTitle"/>
          </p:nvPr>
        </p:nvSpPr>
        <p:spPr>
          <a:xfrm>
            <a:off x="2069638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0" name="Google Shape;1330;p60"/>
          <p:cNvSpPr txBox="1"/>
          <p:nvPr>
            <p:ph idx="4" type="subTitle"/>
          </p:nvPr>
        </p:nvSpPr>
        <p:spPr>
          <a:xfrm>
            <a:off x="4768909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1" name="Google Shape;1331;p60"/>
          <p:cNvSpPr txBox="1"/>
          <p:nvPr>
            <p:ph idx="5" type="subTitle"/>
          </p:nvPr>
        </p:nvSpPr>
        <p:spPr>
          <a:xfrm>
            <a:off x="6118525" y="2178313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2" name="Google Shape;1332;p60"/>
          <p:cNvSpPr txBox="1"/>
          <p:nvPr>
            <p:ph idx="6" type="subTitle"/>
          </p:nvPr>
        </p:nvSpPr>
        <p:spPr>
          <a:xfrm>
            <a:off x="71997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33" name="Google Shape;1333;p60"/>
          <p:cNvSpPr txBox="1"/>
          <p:nvPr>
            <p:ph idx="7" type="subTitle"/>
          </p:nvPr>
        </p:nvSpPr>
        <p:spPr>
          <a:xfrm>
            <a:off x="3419250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34" name="Google Shape;1334;p60"/>
          <p:cNvSpPr txBox="1"/>
          <p:nvPr>
            <p:ph idx="8" type="subTitle"/>
          </p:nvPr>
        </p:nvSpPr>
        <p:spPr>
          <a:xfrm>
            <a:off x="6118525" y="166233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35" name="Google Shape;1335;p60"/>
          <p:cNvSpPr txBox="1"/>
          <p:nvPr>
            <p:ph idx="9" type="subTitle"/>
          </p:nvPr>
        </p:nvSpPr>
        <p:spPr>
          <a:xfrm>
            <a:off x="206965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36" name="Google Shape;1336;p60"/>
          <p:cNvSpPr txBox="1"/>
          <p:nvPr>
            <p:ph idx="13" type="subTitle"/>
          </p:nvPr>
        </p:nvSpPr>
        <p:spPr>
          <a:xfrm>
            <a:off x="4768900" y="3452988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37" name="Google Shape;1337;p60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338" name="Google Shape;1338;p60"/>
          <p:cNvSpPr/>
          <p:nvPr/>
        </p:nvSpPr>
        <p:spPr>
          <a:xfrm rot="10800000">
            <a:off x="9" y="3507171"/>
            <a:ext cx="1751431" cy="1636317"/>
          </a:xfrm>
          <a:custGeom>
            <a:rect b="b" l="l" r="r" t="t"/>
            <a:pathLst>
              <a:path extrusionOk="0" h="1239634" w="1326842">
                <a:moveTo>
                  <a:pt x="1326843" y="0"/>
                </a:moveTo>
                <a:lnTo>
                  <a:pt x="1326843" y="1239635"/>
                </a:lnTo>
                <a:cubicBezTo>
                  <a:pt x="1314347" y="1228313"/>
                  <a:pt x="1301507" y="1202562"/>
                  <a:pt x="1288458" y="1159759"/>
                </a:cubicBezTo>
                <a:cubicBezTo>
                  <a:pt x="1140374" y="673252"/>
                  <a:pt x="1069886" y="736767"/>
                  <a:pt x="400085" y="518194"/>
                </a:cubicBezTo>
                <a:cubicBezTo>
                  <a:pt x="-132262" y="344496"/>
                  <a:pt x="-5509" y="95064"/>
                  <a:pt x="68913" y="0"/>
                </a:cubicBezTo>
                <a:lnTo>
                  <a:pt x="1326843" y="0"/>
                </a:ln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60"/>
          <p:cNvGrpSpPr/>
          <p:nvPr/>
        </p:nvGrpSpPr>
        <p:grpSpPr>
          <a:xfrm>
            <a:off x="1216295" y="4767521"/>
            <a:ext cx="7055329" cy="225298"/>
            <a:chOff x="1216295" y="4767521"/>
            <a:chExt cx="7055329" cy="225298"/>
          </a:xfrm>
        </p:grpSpPr>
        <p:grpSp>
          <p:nvGrpSpPr>
            <p:cNvPr id="1340" name="Google Shape;1340;p60"/>
            <p:cNvGrpSpPr/>
            <p:nvPr/>
          </p:nvGrpSpPr>
          <p:grpSpPr>
            <a:xfrm>
              <a:off x="7893170" y="4880164"/>
              <a:ext cx="95584" cy="112654"/>
              <a:chOff x="6585891" y="729779"/>
              <a:chExt cx="40588" cy="47836"/>
            </a:xfrm>
          </p:grpSpPr>
          <p:sp>
            <p:nvSpPr>
              <p:cNvPr id="1341" name="Google Shape;1341;p60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60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3" name="Google Shape;1343;p60"/>
            <p:cNvGrpSpPr/>
            <p:nvPr/>
          </p:nvGrpSpPr>
          <p:grpSpPr>
            <a:xfrm>
              <a:off x="8176040" y="4767521"/>
              <a:ext cx="95584" cy="112653"/>
              <a:chOff x="6857364" y="533158"/>
              <a:chExt cx="40588" cy="47836"/>
            </a:xfrm>
          </p:grpSpPr>
          <p:sp>
            <p:nvSpPr>
              <p:cNvPr id="1344" name="Google Shape;1344;p60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60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6" name="Google Shape;1346;p60"/>
            <p:cNvGrpSpPr/>
            <p:nvPr/>
          </p:nvGrpSpPr>
          <p:grpSpPr>
            <a:xfrm>
              <a:off x="1216295" y="4840048"/>
              <a:ext cx="95586" cy="112868"/>
              <a:chOff x="6244107" y="519805"/>
              <a:chExt cx="40588" cy="47927"/>
            </a:xfrm>
          </p:grpSpPr>
          <p:grpSp>
            <p:nvGrpSpPr>
              <p:cNvPr id="1347" name="Google Shape;1347;p60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1348" name="Google Shape;1348;p6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60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50" name="Google Shape;1350;p60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60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2" name="Google Shape;1352;p60"/>
          <p:cNvSpPr/>
          <p:nvPr/>
        </p:nvSpPr>
        <p:spPr>
          <a:xfrm rot="-5400000">
            <a:off x="7656993" y="519412"/>
            <a:ext cx="2005881" cy="967783"/>
          </a:xfrm>
          <a:custGeom>
            <a:rect b="b" l="l" r="r" t="t"/>
            <a:pathLst>
              <a:path extrusionOk="0" h="452764" w="938424">
                <a:moveTo>
                  <a:pt x="938425" y="58492"/>
                </a:moveTo>
                <a:lnTo>
                  <a:pt x="938425" y="452764"/>
                </a:lnTo>
                <a:lnTo>
                  <a:pt x="0" y="452764"/>
                </a:lnTo>
                <a:cubicBezTo>
                  <a:pt x="42251" y="443237"/>
                  <a:pt x="84226" y="432053"/>
                  <a:pt x="125648" y="419626"/>
                </a:cubicBezTo>
                <a:cubicBezTo>
                  <a:pt x="217675" y="392080"/>
                  <a:pt x="294721" y="325321"/>
                  <a:pt x="389785" y="310271"/>
                </a:cubicBezTo>
                <a:cubicBezTo>
                  <a:pt x="449778" y="300744"/>
                  <a:pt x="559410" y="327254"/>
                  <a:pt x="607874" y="285210"/>
                </a:cubicBezTo>
                <a:cubicBezTo>
                  <a:pt x="619265" y="275338"/>
                  <a:pt x="627343" y="262290"/>
                  <a:pt x="634246" y="248828"/>
                </a:cubicBezTo>
                <a:cubicBezTo>
                  <a:pt x="670767" y="177443"/>
                  <a:pt x="672700" y="77408"/>
                  <a:pt x="732625" y="19624"/>
                </a:cubicBezTo>
                <a:cubicBezTo>
                  <a:pt x="783643" y="-29669"/>
                  <a:pt x="886854" y="25492"/>
                  <a:pt x="938425" y="58492"/>
                </a:cubicBezTo>
                <a:close/>
              </a:path>
            </a:pathLst>
          </a:custGeom>
          <a:solidFill>
            <a:srgbClr val="497EAD">
              <a:alpha val="1375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61"/>
          <p:cNvSpPr txBox="1"/>
          <p:nvPr>
            <p:ph idx="1" type="subTitle"/>
          </p:nvPr>
        </p:nvSpPr>
        <p:spPr>
          <a:xfrm>
            <a:off x="72000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5" name="Google Shape;1355;p61"/>
          <p:cNvSpPr txBox="1"/>
          <p:nvPr>
            <p:ph idx="2" type="subTitle"/>
          </p:nvPr>
        </p:nvSpPr>
        <p:spPr>
          <a:xfrm>
            <a:off x="3419275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6" name="Google Shape;1356;p61"/>
          <p:cNvSpPr txBox="1"/>
          <p:nvPr>
            <p:ph idx="3" type="subTitle"/>
          </p:nvPr>
        </p:nvSpPr>
        <p:spPr>
          <a:xfrm>
            <a:off x="72000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7" name="Google Shape;1357;p61"/>
          <p:cNvSpPr txBox="1"/>
          <p:nvPr>
            <p:ph idx="4" type="subTitle"/>
          </p:nvPr>
        </p:nvSpPr>
        <p:spPr>
          <a:xfrm>
            <a:off x="3419271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8" name="Google Shape;1358;p61"/>
          <p:cNvSpPr txBox="1"/>
          <p:nvPr>
            <p:ph idx="5" type="subTitle"/>
          </p:nvPr>
        </p:nvSpPr>
        <p:spPr>
          <a:xfrm>
            <a:off x="6118550" y="2173152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9" name="Google Shape;1359;p61"/>
          <p:cNvSpPr txBox="1"/>
          <p:nvPr>
            <p:ph idx="6" type="subTitle"/>
          </p:nvPr>
        </p:nvSpPr>
        <p:spPr>
          <a:xfrm>
            <a:off x="6118550" y="3969000"/>
            <a:ext cx="23055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0" name="Google Shape;1360;p61"/>
          <p:cNvSpPr txBox="1"/>
          <p:nvPr>
            <p:ph idx="7" type="subTitle"/>
          </p:nvPr>
        </p:nvSpPr>
        <p:spPr>
          <a:xfrm>
            <a:off x="72000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1" name="Google Shape;1361;p61"/>
          <p:cNvSpPr txBox="1"/>
          <p:nvPr>
            <p:ph idx="8" type="subTitle"/>
          </p:nvPr>
        </p:nvSpPr>
        <p:spPr>
          <a:xfrm>
            <a:off x="3419275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2" name="Google Shape;1362;p61"/>
          <p:cNvSpPr txBox="1"/>
          <p:nvPr>
            <p:ph idx="9" type="subTitle"/>
          </p:nvPr>
        </p:nvSpPr>
        <p:spPr>
          <a:xfrm>
            <a:off x="6118550" y="16573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3" name="Google Shape;1363;p61"/>
          <p:cNvSpPr txBox="1"/>
          <p:nvPr>
            <p:ph idx="13" type="subTitle"/>
          </p:nvPr>
        </p:nvSpPr>
        <p:spPr>
          <a:xfrm>
            <a:off x="611855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4" name="Google Shape;1364;p61"/>
          <p:cNvSpPr txBox="1"/>
          <p:nvPr>
            <p:ph idx="14" type="subTitle"/>
          </p:nvPr>
        </p:nvSpPr>
        <p:spPr>
          <a:xfrm>
            <a:off x="720000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5" name="Google Shape;1365;p61"/>
          <p:cNvSpPr txBox="1"/>
          <p:nvPr>
            <p:ph idx="15" type="subTitle"/>
          </p:nvPr>
        </p:nvSpPr>
        <p:spPr>
          <a:xfrm>
            <a:off x="3419275" y="3453000"/>
            <a:ext cx="2305500" cy="5160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b="1"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Hammersmith One"/>
              <a:buNone/>
              <a:defRPr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  <p:sp>
        <p:nvSpPr>
          <p:cNvPr id="1366" name="Google Shape;1366;p6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grpSp>
        <p:nvGrpSpPr>
          <p:cNvPr id="1367" name="Google Shape;1367;p61"/>
          <p:cNvGrpSpPr/>
          <p:nvPr/>
        </p:nvGrpSpPr>
        <p:grpSpPr>
          <a:xfrm>
            <a:off x="-2516" y="-7"/>
            <a:ext cx="9144016" cy="5701549"/>
            <a:chOff x="-4" y="693"/>
            <a:chExt cx="9144016" cy="5701549"/>
          </a:xfrm>
        </p:grpSpPr>
        <p:sp>
          <p:nvSpPr>
            <p:cNvPr id="1368" name="Google Shape;1368;p61"/>
            <p:cNvSpPr/>
            <p:nvPr/>
          </p:nvSpPr>
          <p:spPr>
            <a:xfrm>
              <a:off x="3967031" y="4717814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61"/>
            <p:cNvSpPr/>
            <p:nvPr/>
          </p:nvSpPr>
          <p:spPr>
            <a:xfrm flipH="1" rot="5400000">
              <a:off x="8002359" y="-208854"/>
              <a:ext cx="932107" cy="1351201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61"/>
            <p:cNvSpPr/>
            <p:nvPr/>
          </p:nvSpPr>
          <p:spPr>
            <a:xfrm flipH="1" rot="5400000">
              <a:off x="-320540" y="32124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1" name="Google Shape;1371;p61"/>
          <p:cNvGrpSpPr/>
          <p:nvPr/>
        </p:nvGrpSpPr>
        <p:grpSpPr>
          <a:xfrm>
            <a:off x="162651" y="1804335"/>
            <a:ext cx="8813666" cy="2272296"/>
            <a:chOff x="162651" y="1804335"/>
            <a:chExt cx="8813666" cy="2272296"/>
          </a:xfrm>
        </p:grpSpPr>
        <p:grpSp>
          <p:nvGrpSpPr>
            <p:cNvPr id="1372" name="Google Shape;1372;p61"/>
            <p:cNvGrpSpPr/>
            <p:nvPr/>
          </p:nvGrpSpPr>
          <p:grpSpPr>
            <a:xfrm>
              <a:off x="8742554" y="2933569"/>
              <a:ext cx="116815" cy="138107"/>
              <a:chOff x="6497095" y="450085"/>
              <a:chExt cx="40542" cy="47927"/>
            </a:xfrm>
          </p:grpSpPr>
          <p:grpSp>
            <p:nvGrpSpPr>
              <p:cNvPr id="1373" name="Google Shape;1373;p61"/>
              <p:cNvGrpSpPr/>
              <p:nvPr/>
            </p:nvGrpSpPr>
            <p:grpSpPr>
              <a:xfrm>
                <a:off x="6506860" y="450085"/>
                <a:ext cx="18758" cy="10719"/>
                <a:chOff x="593928" y="2906593"/>
                <a:chExt cx="28512" cy="16292"/>
              </a:xfrm>
            </p:grpSpPr>
            <p:sp>
              <p:nvSpPr>
                <p:cNvPr id="1374" name="Google Shape;1374;p61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5" name="Google Shape;1375;p61"/>
                <p:cNvSpPr/>
                <p:nvPr/>
              </p:nvSpPr>
              <p:spPr>
                <a:xfrm>
                  <a:off x="593928" y="2906593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76" name="Google Shape;1376;p61"/>
              <p:cNvSpPr/>
              <p:nvPr/>
            </p:nvSpPr>
            <p:spPr>
              <a:xfrm>
                <a:off x="6509313" y="45017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734" y="46048"/>
                    </a:moveTo>
                    <a:cubicBezTo>
                      <a:pt x="42734" y="45634"/>
                      <a:pt x="42734" y="45288"/>
                      <a:pt x="42734" y="44874"/>
                    </a:cubicBezTo>
                    <a:cubicBezTo>
                      <a:pt x="42734" y="44460"/>
                      <a:pt x="42734" y="44046"/>
                      <a:pt x="42665" y="43632"/>
                    </a:cubicBezTo>
                    <a:cubicBezTo>
                      <a:pt x="42665" y="43632"/>
                      <a:pt x="42665" y="43563"/>
                      <a:pt x="42665" y="43493"/>
                    </a:cubicBezTo>
                    <a:cubicBezTo>
                      <a:pt x="42665" y="43493"/>
                      <a:pt x="42665" y="43493"/>
                      <a:pt x="42665" y="43424"/>
                    </a:cubicBezTo>
                    <a:cubicBezTo>
                      <a:pt x="42665" y="43079"/>
                      <a:pt x="42596" y="42665"/>
                      <a:pt x="42527" y="42320"/>
                    </a:cubicBezTo>
                    <a:cubicBezTo>
                      <a:pt x="42527" y="41837"/>
                      <a:pt x="42389" y="41422"/>
                      <a:pt x="42320" y="40939"/>
                    </a:cubicBezTo>
                    <a:cubicBezTo>
                      <a:pt x="42320" y="40594"/>
                      <a:pt x="42182" y="40180"/>
                      <a:pt x="42113" y="39834"/>
                    </a:cubicBezTo>
                    <a:cubicBezTo>
                      <a:pt x="42113" y="39765"/>
                      <a:pt x="42113" y="39696"/>
                      <a:pt x="42113" y="39627"/>
                    </a:cubicBezTo>
                    <a:cubicBezTo>
                      <a:pt x="42113" y="39558"/>
                      <a:pt x="42113" y="39489"/>
                      <a:pt x="42113" y="39420"/>
                    </a:cubicBezTo>
                    <a:cubicBezTo>
                      <a:pt x="42044" y="38868"/>
                      <a:pt x="41906" y="38385"/>
                      <a:pt x="41768" y="37832"/>
                    </a:cubicBezTo>
                    <a:cubicBezTo>
                      <a:pt x="41630" y="37280"/>
                      <a:pt x="41491" y="36659"/>
                      <a:pt x="41353" y="36038"/>
                    </a:cubicBezTo>
                    <a:cubicBezTo>
                      <a:pt x="41353" y="36038"/>
                      <a:pt x="41353" y="35968"/>
                      <a:pt x="41353" y="35899"/>
                    </a:cubicBezTo>
                    <a:cubicBezTo>
                      <a:pt x="41353" y="35899"/>
                      <a:pt x="41353" y="35761"/>
                      <a:pt x="41353" y="35692"/>
                    </a:cubicBezTo>
                    <a:cubicBezTo>
                      <a:pt x="41215" y="35209"/>
                      <a:pt x="41077" y="34657"/>
                      <a:pt x="40939" y="34173"/>
                    </a:cubicBezTo>
                    <a:cubicBezTo>
                      <a:pt x="40732" y="33483"/>
                      <a:pt x="40594" y="32862"/>
                      <a:pt x="40387" y="32171"/>
                    </a:cubicBezTo>
                    <a:cubicBezTo>
                      <a:pt x="40387" y="32171"/>
                      <a:pt x="40387" y="32033"/>
                      <a:pt x="40387" y="32033"/>
                    </a:cubicBezTo>
                    <a:cubicBezTo>
                      <a:pt x="40387" y="31895"/>
                      <a:pt x="40318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3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0"/>
                    </a:cubicBezTo>
                    <a:cubicBezTo>
                      <a:pt x="6628" y="26234"/>
                      <a:pt x="7249" y="27408"/>
                      <a:pt x="7870" y="28719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8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7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8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2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6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61"/>
              <p:cNvSpPr/>
              <p:nvPr/>
            </p:nvSpPr>
            <p:spPr>
              <a:xfrm>
                <a:off x="6497095" y="45971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8" name="Google Shape;1378;p61"/>
            <p:cNvGrpSpPr/>
            <p:nvPr/>
          </p:nvGrpSpPr>
          <p:grpSpPr>
            <a:xfrm>
              <a:off x="324737" y="3396619"/>
              <a:ext cx="116945" cy="138006"/>
              <a:chOff x="6702665" y="517851"/>
              <a:chExt cx="40588" cy="47892"/>
            </a:xfrm>
          </p:grpSpPr>
          <p:sp>
            <p:nvSpPr>
              <p:cNvPr id="1379" name="Google Shape;1379;p61"/>
              <p:cNvSpPr/>
              <p:nvPr/>
            </p:nvSpPr>
            <p:spPr>
              <a:xfrm>
                <a:off x="6714928" y="517851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3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61"/>
              <p:cNvSpPr/>
              <p:nvPr/>
            </p:nvSpPr>
            <p:spPr>
              <a:xfrm>
                <a:off x="6702665" y="527435"/>
                <a:ext cx="23785" cy="38309"/>
              </a:xfrm>
              <a:custGeom>
                <a:rect b="b" l="l" r="r" t="t"/>
                <a:pathLst>
                  <a:path extrusionOk="0" h="58264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89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1" name="Google Shape;1381;p61"/>
            <p:cNvGrpSpPr/>
            <p:nvPr/>
          </p:nvGrpSpPr>
          <p:grpSpPr>
            <a:xfrm>
              <a:off x="162651" y="3938786"/>
              <a:ext cx="116945" cy="137845"/>
              <a:chOff x="6585891" y="729779"/>
              <a:chExt cx="40588" cy="47836"/>
            </a:xfrm>
          </p:grpSpPr>
          <p:sp>
            <p:nvSpPr>
              <p:cNvPr id="1382" name="Google Shape;1382;p61"/>
              <p:cNvSpPr/>
              <p:nvPr/>
            </p:nvSpPr>
            <p:spPr>
              <a:xfrm>
                <a:off x="6598154" y="729779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3"/>
                    </a:cubicBezTo>
                    <a:cubicBezTo>
                      <a:pt x="42596" y="43493"/>
                      <a:pt x="42596" y="43493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249"/>
                      <a:pt x="42044" y="39834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6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4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4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0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7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3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61"/>
              <p:cNvSpPr/>
              <p:nvPr/>
            </p:nvSpPr>
            <p:spPr>
              <a:xfrm>
                <a:off x="6585891" y="739318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649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4" name="Google Shape;1384;p61"/>
            <p:cNvGrpSpPr/>
            <p:nvPr/>
          </p:nvGrpSpPr>
          <p:grpSpPr>
            <a:xfrm>
              <a:off x="8650722" y="1804335"/>
              <a:ext cx="117076" cy="137976"/>
              <a:chOff x="6555868" y="600606"/>
              <a:chExt cx="40633" cy="47882"/>
            </a:xfrm>
          </p:grpSpPr>
          <p:sp>
            <p:nvSpPr>
              <p:cNvPr id="1385" name="Google Shape;1385;p61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61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7" name="Google Shape;1387;p61"/>
            <p:cNvGrpSpPr/>
            <p:nvPr/>
          </p:nvGrpSpPr>
          <p:grpSpPr>
            <a:xfrm>
              <a:off x="8859372" y="2340702"/>
              <a:ext cx="116945" cy="137843"/>
              <a:chOff x="6857364" y="533158"/>
              <a:chExt cx="40588" cy="47836"/>
            </a:xfrm>
          </p:grpSpPr>
          <p:sp>
            <p:nvSpPr>
              <p:cNvPr id="1388" name="Google Shape;1388;p61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61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62"/>
          <p:cNvSpPr txBox="1"/>
          <p:nvPr>
            <p:ph hasCustomPrompt="1" type="title"/>
          </p:nvPr>
        </p:nvSpPr>
        <p:spPr>
          <a:xfrm rot="-227">
            <a:off x="3667335" y="2006396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92" name="Google Shape;1392;p62"/>
          <p:cNvSpPr txBox="1"/>
          <p:nvPr>
            <p:ph idx="1" type="subTitle"/>
          </p:nvPr>
        </p:nvSpPr>
        <p:spPr>
          <a:xfrm>
            <a:off x="3667289" y="274660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p62"/>
          <p:cNvSpPr txBox="1"/>
          <p:nvPr>
            <p:ph hasCustomPrompt="1" idx="2" type="title"/>
          </p:nvPr>
        </p:nvSpPr>
        <p:spPr>
          <a:xfrm rot="-227">
            <a:off x="3667305" y="542188"/>
            <a:ext cx="4534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94" name="Google Shape;1394;p62"/>
          <p:cNvSpPr txBox="1"/>
          <p:nvPr>
            <p:ph idx="3" type="subTitle"/>
          </p:nvPr>
        </p:nvSpPr>
        <p:spPr>
          <a:xfrm>
            <a:off x="3667275" y="1282552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5" name="Google Shape;1395;p62"/>
          <p:cNvSpPr txBox="1"/>
          <p:nvPr>
            <p:ph hasCustomPrompt="1" idx="4" type="title"/>
          </p:nvPr>
        </p:nvSpPr>
        <p:spPr>
          <a:xfrm>
            <a:off x="3667305" y="3470286"/>
            <a:ext cx="45348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3500"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396" name="Google Shape;1396;p62"/>
          <p:cNvSpPr txBox="1"/>
          <p:nvPr>
            <p:ph idx="5" type="subTitle"/>
          </p:nvPr>
        </p:nvSpPr>
        <p:spPr>
          <a:xfrm>
            <a:off x="3667275" y="4210563"/>
            <a:ext cx="4534800" cy="39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97" name="Google Shape;1397;p62"/>
          <p:cNvGrpSpPr/>
          <p:nvPr/>
        </p:nvGrpSpPr>
        <p:grpSpPr>
          <a:xfrm>
            <a:off x="-9" y="-5"/>
            <a:ext cx="1636317" cy="5143500"/>
            <a:chOff x="-9" y="-5"/>
            <a:chExt cx="1636317" cy="5143500"/>
          </a:xfrm>
        </p:grpSpPr>
        <p:sp>
          <p:nvSpPr>
            <p:cNvPr id="1398" name="Google Shape;1398;p62"/>
            <p:cNvSpPr/>
            <p:nvPr/>
          </p:nvSpPr>
          <p:spPr>
            <a:xfrm flipH="1" rot="-5400000">
              <a:off x="-57566" y="3449621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62"/>
            <p:cNvSpPr/>
            <p:nvPr/>
          </p:nvSpPr>
          <p:spPr>
            <a:xfrm rot="10800000">
              <a:off x="3" y="-5"/>
              <a:ext cx="1238720" cy="597648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63"/>
          <p:cNvSpPr txBox="1"/>
          <p:nvPr>
            <p:ph type="ctrTitle"/>
          </p:nvPr>
        </p:nvSpPr>
        <p:spPr>
          <a:xfrm>
            <a:off x="720000" y="2191625"/>
            <a:ext cx="3621600" cy="109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02" name="Google Shape;1402;p63"/>
          <p:cNvSpPr txBox="1"/>
          <p:nvPr>
            <p:ph idx="1" type="subTitle"/>
          </p:nvPr>
        </p:nvSpPr>
        <p:spPr>
          <a:xfrm>
            <a:off x="720000" y="3285725"/>
            <a:ext cx="3621600" cy="13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3" name="Google Shape;1403;p63"/>
          <p:cNvSpPr txBox="1"/>
          <p:nvPr>
            <p:ph idx="2" type="subTitle"/>
          </p:nvPr>
        </p:nvSpPr>
        <p:spPr>
          <a:xfrm rot="-1139">
            <a:off x="4809350" y="4238825"/>
            <a:ext cx="3621600" cy="36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04" name="Google Shape;1404;p63"/>
          <p:cNvGrpSpPr/>
          <p:nvPr/>
        </p:nvGrpSpPr>
        <p:grpSpPr>
          <a:xfrm>
            <a:off x="169035" y="2078516"/>
            <a:ext cx="8761604" cy="1008894"/>
            <a:chOff x="169035" y="2078516"/>
            <a:chExt cx="8761604" cy="1008894"/>
          </a:xfrm>
        </p:grpSpPr>
        <p:grpSp>
          <p:nvGrpSpPr>
            <p:cNvPr id="1405" name="Google Shape;1405;p63"/>
            <p:cNvGrpSpPr/>
            <p:nvPr/>
          </p:nvGrpSpPr>
          <p:grpSpPr>
            <a:xfrm>
              <a:off x="169035" y="2777541"/>
              <a:ext cx="81022" cy="95476"/>
              <a:chOff x="6395264" y="541833"/>
              <a:chExt cx="40633" cy="47882"/>
            </a:xfrm>
          </p:grpSpPr>
          <p:sp>
            <p:nvSpPr>
              <p:cNvPr id="1406" name="Google Shape;1406;p63"/>
              <p:cNvSpPr/>
              <p:nvPr/>
            </p:nvSpPr>
            <p:spPr>
              <a:xfrm>
                <a:off x="6407573" y="541833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63"/>
              <p:cNvSpPr/>
              <p:nvPr/>
            </p:nvSpPr>
            <p:spPr>
              <a:xfrm>
                <a:off x="6395264" y="551417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8" name="Google Shape;1408;p63"/>
            <p:cNvGrpSpPr/>
            <p:nvPr/>
          </p:nvGrpSpPr>
          <p:grpSpPr>
            <a:xfrm>
              <a:off x="8849617" y="2991934"/>
              <a:ext cx="81022" cy="95476"/>
              <a:chOff x="6555868" y="600606"/>
              <a:chExt cx="40633" cy="47882"/>
            </a:xfrm>
          </p:grpSpPr>
          <p:sp>
            <p:nvSpPr>
              <p:cNvPr id="1409" name="Google Shape;1409;p63"/>
              <p:cNvSpPr/>
              <p:nvPr/>
            </p:nvSpPr>
            <p:spPr>
              <a:xfrm>
                <a:off x="6568177" y="60060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4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5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8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8"/>
                      <a:pt x="35140" y="18502"/>
                      <a:pt x="34726" y="17535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2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2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39"/>
                      <a:pt x="17259" y="54609"/>
                    </a:cubicBezTo>
                    <a:cubicBezTo>
                      <a:pt x="17466" y="55851"/>
                      <a:pt x="17674" y="57025"/>
                      <a:pt x="17743" y="58198"/>
                    </a:cubicBezTo>
                    <a:cubicBezTo>
                      <a:pt x="17743" y="58198"/>
                      <a:pt x="17743" y="58198"/>
                      <a:pt x="17743" y="58268"/>
                    </a:cubicBezTo>
                    <a:cubicBezTo>
                      <a:pt x="17881" y="59510"/>
                      <a:pt x="17950" y="60684"/>
                      <a:pt x="17950" y="61857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39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63"/>
              <p:cNvSpPr/>
              <p:nvPr/>
            </p:nvSpPr>
            <p:spPr>
              <a:xfrm>
                <a:off x="6555868" y="610190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89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63"/>
            <p:cNvGrpSpPr/>
            <p:nvPr/>
          </p:nvGrpSpPr>
          <p:grpSpPr>
            <a:xfrm>
              <a:off x="8737599" y="2321918"/>
              <a:ext cx="80932" cy="95384"/>
              <a:chOff x="6857364" y="533158"/>
              <a:chExt cx="40588" cy="47836"/>
            </a:xfrm>
          </p:grpSpPr>
          <p:sp>
            <p:nvSpPr>
              <p:cNvPr id="1412" name="Google Shape;1412;p63"/>
              <p:cNvSpPr/>
              <p:nvPr/>
            </p:nvSpPr>
            <p:spPr>
              <a:xfrm>
                <a:off x="6869627" y="533158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3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900"/>
                    </a:cubicBezTo>
                    <a:cubicBezTo>
                      <a:pt x="41284" y="35900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4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6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1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9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4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4"/>
                    </a:cubicBezTo>
                    <a:cubicBezTo>
                      <a:pt x="42803" y="50674"/>
                      <a:pt x="42803" y="50674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63"/>
              <p:cNvSpPr/>
              <p:nvPr/>
            </p:nvSpPr>
            <p:spPr>
              <a:xfrm>
                <a:off x="6857364" y="542696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4" name="Google Shape;1414;p63"/>
            <p:cNvGrpSpPr/>
            <p:nvPr/>
          </p:nvGrpSpPr>
          <p:grpSpPr>
            <a:xfrm>
              <a:off x="438828" y="2078516"/>
              <a:ext cx="80933" cy="95567"/>
              <a:chOff x="6244107" y="519805"/>
              <a:chExt cx="40588" cy="47927"/>
            </a:xfrm>
          </p:grpSpPr>
          <p:grpSp>
            <p:nvGrpSpPr>
              <p:cNvPr id="1415" name="Google Shape;1415;p63"/>
              <p:cNvGrpSpPr/>
              <p:nvPr/>
            </p:nvGrpSpPr>
            <p:grpSpPr>
              <a:xfrm>
                <a:off x="6253873" y="519805"/>
                <a:ext cx="18758" cy="10719"/>
                <a:chOff x="209390" y="3012566"/>
                <a:chExt cx="28512" cy="16292"/>
              </a:xfrm>
            </p:grpSpPr>
            <p:sp>
              <p:nvSpPr>
                <p:cNvPr id="1416" name="Google Shape;1416;p63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17" name="Google Shape;1417;p63"/>
                <p:cNvSpPr/>
                <p:nvPr/>
              </p:nvSpPr>
              <p:spPr>
                <a:xfrm>
                  <a:off x="209390" y="3012566"/>
                  <a:ext cx="28512" cy="16292"/>
                </a:xfrm>
                <a:custGeom>
                  <a:rect b="b" l="l" r="r" t="t"/>
                  <a:pathLst>
                    <a:path extrusionOk="0" h="16292" w="28512">
                      <a:moveTo>
                        <a:pt x="0" y="16293"/>
                      </a:moveTo>
                      <a:lnTo>
                        <a:pt x="25199" y="1657"/>
                      </a:lnTo>
                      <a:cubicBezTo>
                        <a:pt x="26994" y="621"/>
                        <a:pt x="28236" y="69"/>
                        <a:pt x="28512" y="0"/>
                      </a:cubicBezTo>
                      <a:lnTo>
                        <a:pt x="3314" y="14636"/>
                      </a:lnTo>
                      <a:cubicBezTo>
                        <a:pt x="3314" y="14636"/>
                        <a:pt x="1795" y="15257"/>
                        <a:pt x="0" y="16293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18" name="Google Shape;1418;p63"/>
              <p:cNvSpPr/>
              <p:nvPr/>
            </p:nvSpPr>
            <p:spPr>
              <a:xfrm>
                <a:off x="6256371" y="519896"/>
                <a:ext cx="28324" cy="47071"/>
              </a:xfrm>
              <a:custGeom>
                <a:rect b="b" l="l" r="r" t="t"/>
                <a:pathLst>
                  <a:path extrusionOk="0" h="71591" w="43079">
                    <a:moveTo>
                      <a:pt x="42665" y="46048"/>
                    </a:moveTo>
                    <a:cubicBezTo>
                      <a:pt x="42665" y="45634"/>
                      <a:pt x="42665" y="45288"/>
                      <a:pt x="42665" y="44874"/>
                    </a:cubicBezTo>
                    <a:cubicBezTo>
                      <a:pt x="42665" y="44460"/>
                      <a:pt x="42665" y="44046"/>
                      <a:pt x="42596" y="43632"/>
                    </a:cubicBezTo>
                    <a:cubicBezTo>
                      <a:pt x="42596" y="43632"/>
                      <a:pt x="42596" y="43563"/>
                      <a:pt x="42596" y="43494"/>
                    </a:cubicBezTo>
                    <a:cubicBezTo>
                      <a:pt x="42596" y="43494"/>
                      <a:pt x="42596" y="43494"/>
                      <a:pt x="42596" y="43425"/>
                    </a:cubicBezTo>
                    <a:cubicBezTo>
                      <a:pt x="42596" y="43079"/>
                      <a:pt x="42527" y="42665"/>
                      <a:pt x="42458" y="42320"/>
                    </a:cubicBezTo>
                    <a:cubicBezTo>
                      <a:pt x="42458" y="41837"/>
                      <a:pt x="42320" y="41422"/>
                      <a:pt x="42251" y="40939"/>
                    </a:cubicBezTo>
                    <a:cubicBezTo>
                      <a:pt x="42251" y="40594"/>
                      <a:pt x="42113" y="40180"/>
                      <a:pt x="42044" y="39835"/>
                    </a:cubicBezTo>
                    <a:cubicBezTo>
                      <a:pt x="42044" y="39766"/>
                      <a:pt x="42044" y="39696"/>
                      <a:pt x="42044" y="39627"/>
                    </a:cubicBezTo>
                    <a:cubicBezTo>
                      <a:pt x="42044" y="39558"/>
                      <a:pt x="42044" y="39489"/>
                      <a:pt x="42044" y="39420"/>
                    </a:cubicBezTo>
                    <a:cubicBezTo>
                      <a:pt x="41975" y="38868"/>
                      <a:pt x="41837" y="38385"/>
                      <a:pt x="41699" y="37832"/>
                    </a:cubicBezTo>
                    <a:cubicBezTo>
                      <a:pt x="41561" y="37280"/>
                      <a:pt x="41422" y="36659"/>
                      <a:pt x="41284" y="36038"/>
                    </a:cubicBezTo>
                    <a:cubicBezTo>
                      <a:pt x="41284" y="36038"/>
                      <a:pt x="41284" y="35969"/>
                      <a:pt x="41284" y="35899"/>
                    </a:cubicBezTo>
                    <a:cubicBezTo>
                      <a:pt x="41284" y="35899"/>
                      <a:pt x="41284" y="35761"/>
                      <a:pt x="41284" y="35692"/>
                    </a:cubicBezTo>
                    <a:cubicBezTo>
                      <a:pt x="41146" y="35209"/>
                      <a:pt x="41008" y="34657"/>
                      <a:pt x="40870" y="34173"/>
                    </a:cubicBezTo>
                    <a:cubicBezTo>
                      <a:pt x="40663" y="33483"/>
                      <a:pt x="40525" y="32862"/>
                      <a:pt x="40318" y="32171"/>
                    </a:cubicBezTo>
                    <a:cubicBezTo>
                      <a:pt x="40318" y="32171"/>
                      <a:pt x="40318" y="32033"/>
                      <a:pt x="40318" y="32033"/>
                    </a:cubicBezTo>
                    <a:cubicBezTo>
                      <a:pt x="40318" y="31895"/>
                      <a:pt x="40249" y="31826"/>
                      <a:pt x="40249" y="31688"/>
                    </a:cubicBezTo>
                    <a:cubicBezTo>
                      <a:pt x="40042" y="31136"/>
                      <a:pt x="39904" y="30584"/>
                      <a:pt x="39697" y="30031"/>
                    </a:cubicBezTo>
                    <a:cubicBezTo>
                      <a:pt x="39489" y="29410"/>
                      <a:pt x="39282" y="28858"/>
                      <a:pt x="39075" y="28236"/>
                    </a:cubicBezTo>
                    <a:cubicBezTo>
                      <a:pt x="39075" y="28167"/>
                      <a:pt x="39075" y="28029"/>
                      <a:pt x="39006" y="27960"/>
                    </a:cubicBezTo>
                    <a:cubicBezTo>
                      <a:pt x="39006" y="27960"/>
                      <a:pt x="39006" y="27891"/>
                      <a:pt x="39006" y="27822"/>
                    </a:cubicBezTo>
                    <a:cubicBezTo>
                      <a:pt x="38730" y="27063"/>
                      <a:pt x="38454" y="26234"/>
                      <a:pt x="38109" y="25475"/>
                    </a:cubicBezTo>
                    <a:cubicBezTo>
                      <a:pt x="37971" y="25199"/>
                      <a:pt x="37902" y="24853"/>
                      <a:pt x="37763" y="24577"/>
                    </a:cubicBezTo>
                    <a:cubicBezTo>
                      <a:pt x="37625" y="24301"/>
                      <a:pt x="37556" y="24025"/>
                      <a:pt x="37418" y="23749"/>
                    </a:cubicBezTo>
                    <a:cubicBezTo>
                      <a:pt x="37280" y="23473"/>
                      <a:pt x="37211" y="23266"/>
                      <a:pt x="37142" y="22989"/>
                    </a:cubicBezTo>
                    <a:cubicBezTo>
                      <a:pt x="36797" y="22230"/>
                      <a:pt x="36521" y="21471"/>
                      <a:pt x="36176" y="20711"/>
                    </a:cubicBezTo>
                    <a:cubicBezTo>
                      <a:pt x="36176" y="20642"/>
                      <a:pt x="36107" y="20504"/>
                      <a:pt x="36038" y="20435"/>
                    </a:cubicBezTo>
                    <a:cubicBezTo>
                      <a:pt x="36038" y="20435"/>
                      <a:pt x="36038" y="20435"/>
                      <a:pt x="36038" y="20435"/>
                    </a:cubicBezTo>
                    <a:cubicBezTo>
                      <a:pt x="35623" y="19469"/>
                      <a:pt x="35140" y="18502"/>
                      <a:pt x="34726" y="17536"/>
                    </a:cubicBezTo>
                    <a:cubicBezTo>
                      <a:pt x="34726" y="17466"/>
                      <a:pt x="34657" y="17328"/>
                      <a:pt x="34588" y="17259"/>
                    </a:cubicBezTo>
                    <a:cubicBezTo>
                      <a:pt x="34312" y="16707"/>
                      <a:pt x="34104" y="16224"/>
                      <a:pt x="33828" y="15741"/>
                    </a:cubicBezTo>
                    <a:cubicBezTo>
                      <a:pt x="33621" y="15257"/>
                      <a:pt x="33345" y="14774"/>
                      <a:pt x="33138" y="14360"/>
                    </a:cubicBezTo>
                    <a:cubicBezTo>
                      <a:pt x="33138" y="14222"/>
                      <a:pt x="33069" y="14153"/>
                      <a:pt x="33000" y="14084"/>
                    </a:cubicBezTo>
                    <a:cubicBezTo>
                      <a:pt x="32379" y="12772"/>
                      <a:pt x="31757" y="11598"/>
                      <a:pt x="31136" y="10425"/>
                    </a:cubicBezTo>
                    <a:cubicBezTo>
                      <a:pt x="31136" y="10425"/>
                      <a:pt x="31136" y="10356"/>
                      <a:pt x="31136" y="10287"/>
                    </a:cubicBezTo>
                    <a:cubicBezTo>
                      <a:pt x="30998" y="10010"/>
                      <a:pt x="30860" y="9803"/>
                      <a:pt x="30722" y="9527"/>
                    </a:cubicBezTo>
                    <a:cubicBezTo>
                      <a:pt x="30307" y="8768"/>
                      <a:pt x="29962" y="8077"/>
                      <a:pt x="29548" y="7387"/>
                    </a:cubicBezTo>
                    <a:cubicBezTo>
                      <a:pt x="29341" y="7042"/>
                      <a:pt x="29134" y="6697"/>
                      <a:pt x="28996" y="6351"/>
                    </a:cubicBezTo>
                    <a:cubicBezTo>
                      <a:pt x="28651" y="5799"/>
                      <a:pt x="28374" y="5247"/>
                      <a:pt x="28098" y="4764"/>
                    </a:cubicBezTo>
                    <a:cubicBezTo>
                      <a:pt x="28098" y="4625"/>
                      <a:pt x="27960" y="4487"/>
                      <a:pt x="27891" y="4418"/>
                    </a:cubicBezTo>
                    <a:cubicBezTo>
                      <a:pt x="27753" y="4142"/>
                      <a:pt x="27615" y="3935"/>
                      <a:pt x="27477" y="3728"/>
                    </a:cubicBezTo>
                    <a:cubicBezTo>
                      <a:pt x="27339" y="3452"/>
                      <a:pt x="27201" y="3245"/>
                      <a:pt x="27063" y="2969"/>
                    </a:cubicBezTo>
                    <a:cubicBezTo>
                      <a:pt x="26856" y="2623"/>
                      <a:pt x="26648" y="2278"/>
                      <a:pt x="26510" y="2002"/>
                    </a:cubicBezTo>
                    <a:cubicBezTo>
                      <a:pt x="26441" y="1864"/>
                      <a:pt x="26303" y="1657"/>
                      <a:pt x="26234" y="1519"/>
                    </a:cubicBezTo>
                    <a:cubicBezTo>
                      <a:pt x="26027" y="1243"/>
                      <a:pt x="25889" y="967"/>
                      <a:pt x="25751" y="759"/>
                    </a:cubicBezTo>
                    <a:cubicBezTo>
                      <a:pt x="25751" y="690"/>
                      <a:pt x="25613" y="552"/>
                      <a:pt x="25544" y="483"/>
                    </a:cubicBezTo>
                    <a:cubicBezTo>
                      <a:pt x="25406" y="207"/>
                      <a:pt x="25268" y="69"/>
                      <a:pt x="25199" y="0"/>
                    </a:cubicBezTo>
                    <a:lnTo>
                      <a:pt x="0" y="14636"/>
                    </a:lnTo>
                    <a:cubicBezTo>
                      <a:pt x="0" y="14636"/>
                      <a:pt x="138" y="14912"/>
                      <a:pt x="345" y="15119"/>
                    </a:cubicBezTo>
                    <a:cubicBezTo>
                      <a:pt x="345" y="15188"/>
                      <a:pt x="483" y="15326"/>
                      <a:pt x="552" y="15395"/>
                    </a:cubicBezTo>
                    <a:cubicBezTo>
                      <a:pt x="690" y="15603"/>
                      <a:pt x="828" y="15879"/>
                      <a:pt x="1036" y="16155"/>
                    </a:cubicBezTo>
                    <a:cubicBezTo>
                      <a:pt x="1105" y="16293"/>
                      <a:pt x="1243" y="16500"/>
                      <a:pt x="1312" y="16638"/>
                    </a:cubicBezTo>
                    <a:cubicBezTo>
                      <a:pt x="1519" y="16914"/>
                      <a:pt x="1657" y="17259"/>
                      <a:pt x="1864" y="17605"/>
                    </a:cubicBezTo>
                    <a:cubicBezTo>
                      <a:pt x="2002" y="17812"/>
                      <a:pt x="2140" y="18088"/>
                      <a:pt x="2278" y="18364"/>
                    </a:cubicBezTo>
                    <a:cubicBezTo>
                      <a:pt x="2485" y="18709"/>
                      <a:pt x="2692" y="19054"/>
                      <a:pt x="2900" y="19399"/>
                    </a:cubicBezTo>
                    <a:cubicBezTo>
                      <a:pt x="3176" y="19883"/>
                      <a:pt x="3521" y="20435"/>
                      <a:pt x="3797" y="20987"/>
                    </a:cubicBezTo>
                    <a:cubicBezTo>
                      <a:pt x="4004" y="21333"/>
                      <a:pt x="4211" y="21678"/>
                      <a:pt x="4349" y="22023"/>
                    </a:cubicBezTo>
                    <a:cubicBezTo>
                      <a:pt x="4695" y="22713"/>
                      <a:pt x="5109" y="23404"/>
                      <a:pt x="5523" y="24163"/>
                    </a:cubicBezTo>
                    <a:cubicBezTo>
                      <a:pt x="5661" y="24439"/>
                      <a:pt x="5868" y="24715"/>
                      <a:pt x="6006" y="25061"/>
                    </a:cubicBezTo>
                    <a:cubicBezTo>
                      <a:pt x="6628" y="26234"/>
                      <a:pt x="7249" y="27408"/>
                      <a:pt x="7870" y="28720"/>
                    </a:cubicBezTo>
                    <a:cubicBezTo>
                      <a:pt x="8146" y="29341"/>
                      <a:pt x="8492" y="29893"/>
                      <a:pt x="8768" y="30515"/>
                    </a:cubicBezTo>
                    <a:cubicBezTo>
                      <a:pt x="8975" y="30998"/>
                      <a:pt x="9251" y="31481"/>
                      <a:pt x="9458" y="31964"/>
                    </a:cubicBezTo>
                    <a:cubicBezTo>
                      <a:pt x="9941" y="33000"/>
                      <a:pt x="10494" y="34104"/>
                      <a:pt x="10977" y="35209"/>
                    </a:cubicBezTo>
                    <a:cubicBezTo>
                      <a:pt x="10977" y="35278"/>
                      <a:pt x="11046" y="35416"/>
                      <a:pt x="11115" y="35485"/>
                    </a:cubicBezTo>
                    <a:cubicBezTo>
                      <a:pt x="11529" y="36521"/>
                      <a:pt x="12013" y="37556"/>
                      <a:pt x="12427" y="38592"/>
                    </a:cubicBezTo>
                    <a:cubicBezTo>
                      <a:pt x="12565" y="38868"/>
                      <a:pt x="12634" y="39144"/>
                      <a:pt x="12772" y="39351"/>
                    </a:cubicBezTo>
                    <a:cubicBezTo>
                      <a:pt x="13186" y="40456"/>
                      <a:pt x="13669" y="41561"/>
                      <a:pt x="14084" y="42734"/>
                    </a:cubicBezTo>
                    <a:cubicBezTo>
                      <a:pt x="14084" y="42803"/>
                      <a:pt x="14084" y="42941"/>
                      <a:pt x="14153" y="43010"/>
                    </a:cubicBezTo>
                    <a:cubicBezTo>
                      <a:pt x="14567" y="44184"/>
                      <a:pt x="14981" y="45288"/>
                      <a:pt x="15326" y="46462"/>
                    </a:cubicBezTo>
                    <a:cubicBezTo>
                      <a:pt x="15326" y="46600"/>
                      <a:pt x="15395" y="46669"/>
                      <a:pt x="15395" y="46807"/>
                    </a:cubicBezTo>
                    <a:cubicBezTo>
                      <a:pt x="15741" y="48050"/>
                      <a:pt x="16086" y="49224"/>
                      <a:pt x="16431" y="50466"/>
                    </a:cubicBezTo>
                    <a:cubicBezTo>
                      <a:pt x="16431" y="50466"/>
                      <a:pt x="16431" y="50604"/>
                      <a:pt x="16431" y="50673"/>
                    </a:cubicBezTo>
                    <a:cubicBezTo>
                      <a:pt x="16776" y="51916"/>
                      <a:pt x="16983" y="53159"/>
                      <a:pt x="17259" y="54401"/>
                    </a:cubicBezTo>
                    <a:cubicBezTo>
                      <a:pt x="17259" y="54470"/>
                      <a:pt x="17259" y="54540"/>
                      <a:pt x="17259" y="54609"/>
                    </a:cubicBezTo>
                    <a:cubicBezTo>
                      <a:pt x="17466" y="55851"/>
                      <a:pt x="17674" y="57025"/>
                      <a:pt x="17743" y="58199"/>
                    </a:cubicBezTo>
                    <a:cubicBezTo>
                      <a:pt x="17743" y="58199"/>
                      <a:pt x="17743" y="58199"/>
                      <a:pt x="17743" y="58268"/>
                    </a:cubicBezTo>
                    <a:cubicBezTo>
                      <a:pt x="17881" y="59510"/>
                      <a:pt x="17950" y="60684"/>
                      <a:pt x="17950" y="61858"/>
                    </a:cubicBezTo>
                    <a:cubicBezTo>
                      <a:pt x="17950" y="63100"/>
                      <a:pt x="17812" y="64205"/>
                      <a:pt x="17605" y="65240"/>
                    </a:cubicBezTo>
                    <a:cubicBezTo>
                      <a:pt x="17605" y="65240"/>
                      <a:pt x="17605" y="65240"/>
                      <a:pt x="17605" y="65309"/>
                    </a:cubicBezTo>
                    <a:cubicBezTo>
                      <a:pt x="17397" y="66345"/>
                      <a:pt x="17121" y="67242"/>
                      <a:pt x="16707" y="68002"/>
                    </a:cubicBezTo>
                    <a:cubicBezTo>
                      <a:pt x="16707" y="68002"/>
                      <a:pt x="16707" y="68002"/>
                      <a:pt x="16707" y="68002"/>
                    </a:cubicBezTo>
                    <a:cubicBezTo>
                      <a:pt x="16500" y="68485"/>
                      <a:pt x="16155" y="68830"/>
                      <a:pt x="15879" y="69244"/>
                    </a:cubicBezTo>
                    <a:cubicBezTo>
                      <a:pt x="15188" y="70211"/>
                      <a:pt x="14429" y="71040"/>
                      <a:pt x="13462" y="71592"/>
                    </a:cubicBezTo>
                    <a:lnTo>
                      <a:pt x="38661" y="56956"/>
                    </a:lnTo>
                    <a:cubicBezTo>
                      <a:pt x="39627" y="56404"/>
                      <a:pt x="40387" y="55575"/>
                      <a:pt x="41077" y="54609"/>
                    </a:cubicBezTo>
                    <a:cubicBezTo>
                      <a:pt x="41146" y="54470"/>
                      <a:pt x="41284" y="54470"/>
                      <a:pt x="41422" y="54332"/>
                    </a:cubicBezTo>
                    <a:cubicBezTo>
                      <a:pt x="41630" y="54056"/>
                      <a:pt x="41768" y="53711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1975" y="53366"/>
                      <a:pt x="41975" y="53366"/>
                      <a:pt x="41975" y="53366"/>
                    </a:cubicBezTo>
                    <a:cubicBezTo>
                      <a:pt x="42113" y="53090"/>
                      <a:pt x="42251" y="52814"/>
                      <a:pt x="42320" y="52537"/>
                    </a:cubicBezTo>
                    <a:cubicBezTo>
                      <a:pt x="42389" y="52261"/>
                      <a:pt x="42527" y="51985"/>
                      <a:pt x="42596" y="51709"/>
                    </a:cubicBezTo>
                    <a:cubicBezTo>
                      <a:pt x="42665" y="51502"/>
                      <a:pt x="42734" y="51226"/>
                      <a:pt x="42803" y="50950"/>
                    </a:cubicBezTo>
                    <a:cubicBezTo>
                      <a:pt x="42803" y="50881"/>
                      <a:pt x="42803" y="50743"/>
                      <a:pt x="42803" y="50673"/>
                    </a:cubicBezTo>
                    <a:cubicBezTo>
                      <a:pt x="42803" y="50673"/>
                      <a:pt x="42803" y="50673"/>
                      <a:pt x="42803" y="50604"/>
                    </a:cubicBezTo>
                    <a:cubicBezTo>
                      <a:pt x="42803" y="50466"/>
                      <a:pt x="42803" y="50328"/>
                      <a:pt x="42872" y="50190"/>
                    </a:cubicBezTo>
                    <a:cubicBezTo>
                      <a:pt x="42872" y="49983"/>
                      <a:pt x="42941" y="49707"/>
                      <a:pt x="43010" y="49500"/>
                    </a:cubicBezTo>
                    <a:cubicBezTo>
                      <a:pt x="43010" y="49224"/>
                      <a:pt x="43010" y="49017"/>
                      <a:pt x="43079" y="48740"/>
                    </a:cubicBezTo>
                    <a:cubicBezTo>
                      <a:pt x="43079" y="48533"/>
                      <a:pt x="43079" y="48257"/>
                      <a:pt x="43079" y="47981"/>
                    </a:cubicBezTo>
                    <a:cubicBezTo>
                      <a:pt x="43079" y="47705"/>
                      <a:pt x="43079" y="47498"/>
                      <a:pt x="43079" y="47222"/>
                    </a:cubicBezTo>
                    <a:lnTo>
                      <a:pt x="43079" y="47222"/>
                    </a:lnTo>
                    <a:cubicBezTo>
                      <a:pt x="43079" y="46807"/>
                      <a:pt x="43079" y="46462"/>
                      <a:pt x="43079" y="461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63"/>
              <p:cNvSpPr/>
              <p:nvPr/>
            </p:nvSpPr>
            <p:spPr>
              <a:xfrm>
                <a:off x="6244107" y="529434"/>
                <a:ext cx="23785" cy="38298"/>
              </a:xfrm>
              <a:custGeom>
                <a:rect b="b" l="l" r="r" t="t"/>
                <a:pathLst>
                  <a:path extrusionOk="0" h="58248" w="36175">
                    <a:moveTo>
                      <a:pt x="18157" y="0"/>
                    </a:moveTo>
                    <a:cubicBezTo>
                      <a:pt x="19055" y="1450"/>
                      <a:pt x="36176" y="28305"/>
                      <a:pt x="36176" y="47222"/>
                    </a:cubicBezTo>
                    <a:cubicBezTo>
                      <a:pt x="36176" y="58820"/>
                      <a:pt x="26718" y="60615"/>
                      <a:pt x="18019" y="55644"/>
                    </a:cubicBezTo>
                    <a:cubicBezTo>
                      <a:pt x="9320" y="50673"/>
                      <a:pt x="-69" y="37971"/>
                      <a:pt x="0" y="26303"/>
                    </a:cubicBezTo>
                    <a:cubicBezTo>
                      <a:pt x="0" y="7387"/>
                      <a:pt x="17329" y="345"/>
                      <a:pt x="18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0" name="Google Shape;1420;p63"/>
          <p:cNvSpPr txBox="1"/>
          <p:nvPr/>
        </p:nvSpPr>
        <p:spPr>
          <a:xfrm>
            <a:off x="4809350" y="3285722"/>
            <a:ext cx="36216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including icons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infographics &amp; images by </a:t>
            </a:r>
            <a:r>
              <a:rPr b="1" lang="en" sz="1100" u="sng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2" name="Google Shape;1422;p64"/>
          <p:cNvGrpSpPr/>
          <p:nvPr/>
        </p:nvGrpSpPr>
        <p:grpSpPr>
          <a:xfrm>
            <a:off x="118" y="234"/>
            <a:ext cx="9143760" cy="5143026"/>
            <a:chOff x="231" y="-4"/>
            <a:chExt cx="9143760" cy="5143026"/>
          </a:xfrm>
        </p:grpSpPr>
        <p:sp>
          <p:nvSpPr>
            <p:cNvPr id="1423" name="Google Shape;1423;p64"/>
            <p:cNvSpPr/>
            <p:nvPr/>
          </p:nvSpPr>
          <p:spPr>
            <a:xfrm>
              <a:off x="7392559" y="-4"/>
              <a:ext cx="1751431" cy="163631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64"/>
            <p:cNvSpPr/>
            <p:nvPr/>
          </p:nvSpPr>
          <p:spPr>
            <a:xfrm rot="5400000">
              <a:off x="-500606" y="3708360"/>
              <a:ext cx="1935500" cy="933826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5" name="Google Shape;1425;p64"/>
          <p:cNvGrpSpPr/>
          <p:nvPr/>
        </p:nvGrpSpPr>
        <p:grpSpPr>
          <a:xfrm>
            <a:off x="5437707" y="4326508"/>
            <a:ext cx="856237" cy="675408"/>
            <a:chOff x="6636544" y="148135"/>
            <a:chExt cx="460392" cy="363161"/>
          </a:xfrm>
        </p:grpSpPr>
        <p:sp>
          <p:nvSpPr>
            <p:cNvPr id="1426" name="Google Shape;1426;p64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64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64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64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64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64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2" name="Google Shape;1432;p64"/>
          <p:cNvGrpSpPr/>
          <p:nvPr/>
        </p:nvGrpSpPr>
        <p:grpSpPr>
          <a:xfrm>
            <a:off x="303643" y="1373305"/>
            <a:ext cx="956948" cy="818436"/>
            <a:chOff x="6107743" y="29317"/>
            <a:chExt cx="514543" cy="440067"/>
          </a:xfrm>
        </p:grpSpPr>
        <p:sp>
          <p:nvSpPr>
            <p:cNvPr id="1433" name="Google Shape;1433;p64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64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64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64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64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64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0" name="Google Shape;1440;p65"/>
          <p:cNvGrpSpPr/>
          <p:nvPr/>
        </p:nvGrpSpPr>
        <p:grpSpPr>
          <a:xfrm>
            <a:off x="-571106" y="232"/>
            <a:ext cx="9715498" cy="5144073"/>
            <a:chOff x="-571106" y="232"/>
            <a:chExt cx="9715498" cy="5144073"/>
          </a:xfrm>
        </p:grpSpPr>
        <p:sp>
          <p:nvSpPr>
            <p:cNvPr id="1441" name="Google Shape;1441;p65"/>
            <p:cNvSpPr/>
            <p:nvPr/>
          </p:nvSpPr>
          <p:spPr>
            <a:xfrm>
              <a:off x="-571106" y="3870139"/>
              <a:ext cx="1209977" cy="984428"/>
            </a:xfrm>
            <a:custGeom>
              <a:rect b="b" l="l" r="r" t="t"/>
              <a:pathLst>
                <a:path extrusionOk="0" h="745779" w="916649">
                  <a:moveTo>
                    <a:pt x="274762" y="728283"/>
                  </a:moveTo>
                  <a:cubicBezTo>
                    <a:pt x="173554" y="700185"/>
                    <a:pt x="86014" y="636878"/>
                    <a:pt x="39069" y="529663"/>
                  </a:cubicBezTo>
                  <a:cubicBezTo>
                    <a:pt x="-15609" y="404843"/>
                    <a:pt x="-14159" y="250200"/>
                    <a:pt x="51426" y="129660"/>
                  </a:cubicBezTo>
                  <a:cubicBezTo>
                    <a:pt x="63301" y="107845"/>
                    <a:pt x="78420" y="88169"/>
                    <a:pt x="96370" y="70910"/>
                  </a:cubicBezTo>
                  <a:cubicBezTo>
                    <a:pt x="136756" y="32042"/>
                    <a:pt x="195852" y="1734"/>
                    <a:pt x="252739" y="77"/>
                  </a:cubicBezTo>
                  <a:cubicBezTo>
                    <a:pt x="331856" y="-2201"/>
                    <a:pt x="402136" y="46540"/>
                    <a:pt x="480493" y="53305"/>
                  </a:cubicBezTo>
                  <a:cubicBezTo>
                    <a:pt x="604554" y="64075"/>
                    <a:pt x="721020" y="-67717"/>
                    <a:pt x="830858" y="49991"/>
                  </a:cubicBezTo>
                  <a:cubicBezTo>
                    <a:pt x="1013738" y="245920"/>
                    <a:pt x="879046" y="581648"/>
                    <a:pt x="662960" y="687275"/>
                  </a:cubicBezTo>
                  <a:cubicBezTo>
                    <a:pt x="547046" y="743955"/>
                    <a:pt x="400410" y="763216"/>
                    <a:pt x="274762" y="728283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65"/>
            <p:cNvSpPr/>
            <p:nvPr/>
          </p:nvSpPr>
          <p:spPr>
            <a:xfrm rot="-5400000">
              <a:off x="-40881" y="41111"/>
              <a:ext cx="1243914" cy="1162157"/>
            </a:xfrm>
            <a:custGeom>
              <a:rect b="b" l="l" r="r" t="t"/>
              <a:pathLst>
                <a:path extrusionOk="0" h="1239634" w="1326842">
                  <a:moveTo>
                    <a:pt x="1326843" y="0"/>
                  </a:moveTo>
                  <a:lnTo>
                    <a:pt x="1326843" y="1239635"/>
                  </a:lnTo>
                  <a:cubicBezTo>
                    <a:pt x="1314347" y="1228313"/>
                    <a:pt x="1301507" y="1202562"/>
                    <a:pt x="1288458" y="1159759"/>
                  </a:cubicBezTo>
                  <a:cubicBezTo>
                    <a:pt x="1140374" y="673252"/>
                    <a:pt x="1069886" y="736767"/>
                    <a:pt x="400085" y="518194"/>
                  </a:cubicBezTo>
                  <a:cubicBezTo>
                    <a:pt x="-132262" y="344496"/>
                    <a:pt x="-5509" y="95064"/>
                    <a:pt x="68913" y="0"/>
                  </a:cubicBezTo>
                  <a:lnTo>
                    <a:pt x="1326843" y="0"/>
                  </a:ln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65"/>
            <p:cNvSpPr/>
            <p:nvPr/>
          </p:nvSpPr>
          <p:spPr>
            <a:xfrm flipH="1" rot="-5400000">
              <a:off x="7647126" y="3647039"/>
              <a:ext cx="2019958" cy="974575"/>
            </a:xfrm>
            <a:custGeom>
              <a:rect b="b" l="l" r="r" t="t"/>
              <a:pathLst>
                <a:path extrusionOk="0" h="452764" w="938424">
                  <a:moveTo>
                    <a:pt x="938425" y="58492"/>
                  </a:moveTo>
                  <a:lnTo>
                    <a:pt x="938425" y="452764"/>
                  </a:lnTo>
                  <a:lnTo>
                    <a:pt x="0" y="452764"/>
                  </a:lnTo>
                  <a:cubicBezTo>
                    <a:pt x="42251" y="443237"/>
                    <a:pt x="84226" y="432053"/>
                    <a:pt x="125648" y="419626"/>
                  </a:cubicBezTo>
                  <a:cubicBezTo>
                    <a:pt x="217675" y="392080"/>
                    <a:pt x="294721" y="325321"/>
                    <a:pt x="389785" y="310271"/>
                  </a:cubicBezTo>
                  <a:cubicBezTo>
                    <a:pt x="449778" y="300744"/>
                    <a:pt x="559410" y="327254"/>
                    <a:pt x="607874" y="285210"/>
                  </a:cubicBezTo>
                  <a:cubicBezTo>
                    <a:pt x="619265" y="275338"/>
                    <a:pt x="627343" y="262290"/>
                    <a:pt x="634246" y="248828"/>
                  </a:cubicBezTo>
                  <a:cubicBezTo>
                    <a:pt x="670767" y="177443"/>
                    <a:pt x="672700" y="77408"/>
                    <a:pt x="732625" y="19624"/>
                  </a:cubicBezTo>
                  <a:cubicBezTo>
                    <a:pt x="783643" y="-29669"/>
                    <a:pt x="886854" y="25492"/>
                    <a:pt x="938425" y="58492"/>
                  </a:cubicBezTo>
                  <a:close/>
                </a:path>
              </a:pathLst>
            </a:custGeom>
            <a:solidFill>
              <a:srgbClr val="497EAD">
                <a:alpha val="1375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4" name="Google Shape;1444;p65"/>
          <p:cNvGrpSpPr/>
          <p:nvPr/>
        </p:nvGrpSpPr>
        <p:grpSpPr>
          <a:xfrm>
            <a:off x="8711764" y="2842226"/>
            <a:ext cx="118351" cy="139904"/>
            <a:chOff x="6497095" y="450085"/>
            <a:chExt cx="40542" cy="47927"/>
          </a:xfrm>
        </p:grpSpPr>
        <p:grpSp>
          <p:nvGrpSpPr>
            <p:cNvPr id="1445" name="Google Shape;1445;p65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1446" name="Google Shape;1446;p65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65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8" name="Google Shape;1448;p65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0" name="Google Shape;1450;p65"/>
          <p:cNvGrpSpPr/>
          <p:nvPr/>
        </p:nvGrpSpPr>
        <p:grpSpPr>
          <a:xfrm>
            <a:off x="319399" y="1858423"/>
            <a:ext cx="118616" cy="139771"/>
            <a:chOff x="6395264" y="541833"/>
            <a:chExt cx="40633" cy="47882"/>
          </a:xfrm>
        </p:grpSpPr>
        <p:sp>
          <p:nvSpPr>
            <p:cNvPr id="1451" name="Google Shape;1451;p65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3" name="Google Shape;1453;p65"/>
          <p:cNvGrpSpPr/>
          <p:nvPr/>
        </p:nvGrpSpPr>
        <p:grpSpPr>
          <a:xfrm>
            <a:off x="8566226" y="2305356"/>
            <a:ext cx="118484" cy="139639"/>
            <a:chOff x="6585891" y="729779"/>
            <a:chExt cx="40588" cy="47836"/>
          </a:xfrm>
        </p:grpSpPr>
        <p:sp>
          <p:nvSpPr>
            <p:cNvPr id="1454" name="Google Shape;1454;p65"/>
            <p:cNvSpPr/>
            <p:nvPr/>
          </p:nvSpPr>
          <p:spPr>
            <a:xfrm>
              <a:off x="6598154" y="729779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249"/>
                    <a:pt x="42044" y="39834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6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4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7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3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6585891" y="739318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649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6" name="Google Shape;1456;p65"/>
          <p:cNvGrpSpPr/>
          <p:nvPr/>
        </p:nvGrpSpPr>
        <p:grpSpPr>
          <a:xfrm>
            <a:off x="200784" y="2501874"/>
            <a:ext cx="118616" cy="139771"/>
            <a:chOff x="6555868" y="600606"/>
            <a:chExt cx="40633" cy="47882"/>
          </a:xfrm>
        </p:grpSpPr>
        <p:sp>
          <p:nvSpPr>
            <p:cNvPr id="1457" name="Google Shape;1457;p65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9" name="Google Shape;1459;p65"/>
          <p:cNvGrpSpPr/>
          <p:nvPr/>
        </p:nvGrpSpPr>
        <p:grpSpPr>
          <a:xfrm>
            <a:off x="508209" y="4737572"/>
            <a:ext cx="118486" cy="139904"/>
            <a:chOff x="6344757" y="429555"/>
            <a:chExt cx="40588" cy="47927"/>
          </a:xfrm>
        </p:grpSpPr>
        <p:grpSp>
          <p:nvGrpSpPr>
            <p:cNvPr id="1460" name="Google Shape;1460;p65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1461" name="Google Shape;1461;p65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65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3" name="Google Shape;1463;p65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5" name="Google Shape;1465;p65"/>
          <p:cNvGrpSpPr/>
          <p:nvPr/>
        </p:nvGrpSpPr>
        <p:grpSpPr>
          <a:xfrm>
            <a:off x="568990" y="1072262"/>
            <a:ext cx="822408" cy="1372743"/>
            <a:chOff x="6607664" y="3016661"/>
            <a:chExt cx="530483" cy="885469"/>
          </a:xfrm>
        </p:grpSpPr>
        <p:sp>
          <p:nvSpPr>
            <p:cNvPr id="1466" name="Google Shape;1466;p65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65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62503" y="27976"/>
            <a:ext cx="720000" cy="2278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4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Grotesk"/>
              <a:buNone/>
              <a:defRPr b="1" sz="33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42" name="Google Shape;742;p34"/>
          <p:cNvSpPr txBox="1"/>
          <p:nvPr>
            <p:ph idx="1" type="body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○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■"/>
              <a:def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pic>
        <p:nvPicPr>
          <p:cNvPr id="743" name="Google Shape;743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362503" y="27976"/>
            <a:ext cx="720000" cy="2278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Relationship Id="rId4" Type="http://schemas.openxmlformats.org/officeDocument/2006/relationships/slide" Target="/ppt/slides/slide18.xml"/><Relationship Id="rId5" Type="http://schemas.openxmlformats.org/officeDocument/2006/relationships/slide" Target="/ppt/slides/slide1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l.cormp.org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66"/>
          <p:cNvGrpSpPr/>
          <p:nvPr/>
        </p:nvGrpSpPr>
        <p:grpSpPr>
          <a:xfrm>
            <a:off x="468599" y="2194131"/>
            <a:ext cx="2232990" cy="2373158"/>
            <a:chOff x="1908046" y="3117881"/>
            <a:chExt cx="2232990" cy="2373158"/>
          </a:xfrm>
        </p:grpSpPr>
        <p:grpSp>
          <p:nvGrpSpPr>
            <p:cNvPr id="1479" name="Google Shape;1479;p66"/>
            <p:cNvGrpSpPr/>
            <p:nvPr/>
          </p:nvGrpSpPr>
          <p:grpSpPr>
            <a:xfrm flipH="1">
              <a:off x="1908046" y="3438406"/>
              <a:ext cx="2232990" cy="2052633"/>
              <a:chOff x="0" y="2857024"/>
              <a:chExt cx="1765768" cy="1623276"/>
            </a:xfrm>
          </p:grpSpPr>
          <p:sp>
            <p:nvSpPr>
              <p:cNvPr id="1480" name="Google Shape;1480;p66"/>
              <p:cNvSpPr/>
              <p:nvPr/>
            </p:nvSpPr>
            <p:spPr>
              <a:xfrm>
                <a:off x="0" y="3946296"/>
                <a:ext cx="774185" cy="534004"/>
              </a:xfrm>
              <a:custGeom>
                <a:rect b="b" l="l" r="r" t="t"/>
                <a:pathLst>
                  <a:path extrusionOk="0" h="534004" w="774185">
                    <a:moveTo>
                      <a:pt x="138" y="0"/>
                    </a:moveTo>
                    <a:lnTo>
                      <a:pt x="774185" y="446396"/>
                    </a:lnTo>
                    <a:lnTo>
                      <a:pt x="774047" y="534004"/>
                    </a:lnTo>
                    <a:lnTo>
                      <a:pt x="0" y="87747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66"/>
              <p:cNvSpPr/>
              <p:nvPr/>
            </p:nvSpPr>
            <p:spPr>
              <a:xfrm>
                <a:off x="138" y="3472009"/>
                <a:ext cx="774530" cy="920682"/>
              </a:xfrm>
              <a:custGeom>
                <a:rect b="b" l="l" r="r" t="t"/>
                <a:pathLst>
                  <a:path extrusionOk="0" h="920682" w="774530">
                    <a:moveTo>
                      <a:pt x="483" y="0"/>
                    </a:moveTo>
                    <a:lnTo>
                      <a:pt x="774530" y="446465"/>
                    </a:lnTo>
                    <a:lnTo>
                      <a:pt x="774047" y="920682"/>
                    </a:lnTo>
                    <a:lnTo>
                      <a:pt x="0" y="474494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66"/>
              <p:cNvSpPr/>
              <p:nvPr/>
            </p:nvSpPr>
            <p:spPr>
              <a:xfrm>
                <a:off x="621" y="2895892"/>
                <a:ext cx="1765009" cy="1022581"/>
              </a:xfrm>
              <a:custGeom>
                <a:rect b="b" l="l" r="r" t="t"/>
                <a:pathLst>
                  <a:path extrusionOk="0" h="1022581" w="1765009">
                    <a:moveTo>
                      <a:pt x="0" y="576117"/>
                    </a:moveTo>
                    <a:lnTo>
                      <a:pt x="990963" y="0"/>
                    </a:lnTo>
                    <a:lnTo>
                      <a:pt x="1765010" y="446465"/>
                    </a:lnTo>
                    <a:lnTo>
                      <a:pt x="774047" y="1022581"/>
                    </a:lnTo>
                    <a:lnTo>
                      <a:pt x="0" y="5761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66"/>
              <p:cNvSpPr/>
              <p:nvPr/>
            </p:nvSpPr>
            <p:spPr>
              <a:xfrm>
                <a:off x="774185" y="3342357"/>
                <a:ext cx="991445" cy="1077466"/>
              </a:xfrm>
              <a:custGeom>
                <a:rect b="b" l="l" r="r" t="t"/>
                <a:pathLst>
                  <a:path extrusionOk="0" h="1077466" w="991445">
                    <a:moveTo>
                      <a:pt x="483" y="576117"/>
                    </a:moveTo>
                    <a:lnTo>
                      <a:pt x="991446" y="0"/>
                    </a:lnTo>
                    <a:lnTo>
                      <a:pt x="991032" y="501418"/>
                    </a:lnTo>
                    <a:lnTo>
                      <a:pt x="0" y="1077466"/>
                    </a:lnTo>
                    <a:lnTo>
                      <a:pt x="483" y="57611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66"/>
              <p:cNvSpPr/>
              <p:nvPr/>
            </p:nvSpPr>
            <p:spPr>
              <a:xfrm>
                <a:off x="774668" y="3303282"/>
                <a:ext cx="991100" cy="615191"/>
              </a:xfrm>
              <a:custGeom>
                <a:rect b="b" l="l" r="r" t="t"/>
                <a:pathLst>
                  <a:path extrusionOk="0" h="615191" w="991100">
                    <a:moveTo>
                      <a:pt x="69" y="576117"/>
                    </a:moveTo>
                    <a:lnTo>
                      <a:pt x="991101" y="0"/>
                    </a:lnTo>
                    <a:lnTo>
                      <a:pt x="990962" y="39075"/>
                    </a:lnTo>
                    <a:lnTo>
                      <a:pt x="0" y="615192"/>
                    </a:lnTo>
                    <a:lnTo>
                      <a:pt x="69" y="5761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66"/>
              <p:cNvSpPr/>
              <p:nvPr/>
            </p:nvSpPr>
            <p:spPr>
              <a:xfrm>
                <a:off x="690" y="2857024"/>
                <a:ext cx="1765078" cy="1022374"/>
              </a:xfrm>
              <a:custGeom>
                <a:rect b="b" l="l" r="r" t="t"/>
                <a:pathLst>
                  <a:path extrusionOk="0" h="1022374" w="1765078">
                    <a:moveTo>
                      <a:pt x="0" y="576117"/>
                    </a:moveTo>
                    <a:lnTo>
                      <a:pt x="991031" y="0"/>
                    </a:lnTo>
                    <a:lnTo>
                      <a:pt x="1765079" y="446258"/>
                    </a:lnTo>
                    <a:lnTo>
                      <a:pt x="774047" y="1022374"/>
                    </a:lnTo>
                    <a:lnTo>
                      <a:pt x="0" y="57611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66"/>
              <p:cNvSpPr/>
              <p:nvPr/>
            </p:nvSpPr>
            <p:spPr>
              <a:xfrm>
                <a:off x="621" y="3433141"/>
                <a:ext cx="774116" cy="485332"/>
              </a:xfrm>
              <a:custGeom>
                <a:rect b="b" l="l" r="r" t="t"/>
                <a:pathLst>
                  <a:path extrusionOk="0" h="485332" w="774116">
                    <a:moveTo>
                      <a:pt x="774116" y="446257"/>
                    </a:moveTo>
                    <a:lnTo>
                      <a:pt x="774047" y="485333"/>
                    </a:lnTo>
                    <a:lnTo>
                      <a:pt x="0" y="39144"/>
                    </a:lnTo>
                    <a:lnTo>
                      <a:pt x="69" y="0"/>
                    </a:lnTo>
                    <a:lnTo>
                      <a:pt x="774116" y="44625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66"/>
              <p:cNvSpPr/>
              <p:nvPr/>
            </p:nvSpPr>
            <p:spPr>
              <a:xfrm>
                <a:off x="774047" y="3816644"/>
                <a:ext cx="991169" cy="663656"/>
              </a:xfrm>
              <a:custGeom>
                <a:rect b="b" l="l" r="r" t="t"/>
                <a:pathLst>
                  <a:path extrusionOk="0" h="663656" w="991169">
                    <a:moveTo>
                      <a:pt x="138" y="576048"/>
                    </a:moveTo>
                    <a:lnTo>
                      <a:pt x="991170" y="0"/>
                    </a:lnTo>
                    <a:lnTo>
                      <a:pt x="990962" y="87539"/>
                    </a:lnTo>
                    <a:lnTo>
                      <a:pt x="0" y="663656"/>
                    </a:lnTo>
                    <a:lnTo>
                      <a:pt x="138" y="57604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8" name="Google Shape;1488;p66"/>
            <p:cNvGrpSpPr/>
            <p:nvPr/>
          </p:nvGrpSpPr>
          <p:grpSpPr>
            <a:xfrm flipH="1">
              <a:off x="2643603" y="3851025"/>
              <a:ext cx="960609" cy="782422"/>
              <a:chOff x="424501" y="3183334"/>
              <a:chExt cx="759615" cy="618760"/>
            </a:xfrm>
          </p:grpSpPr>
          <p:sp>
            <p:nvSpPr>
              <p:cNvPr id="1489" name="Google Shape;1489;p66"/>
              <p:cNvSpPr/>
              <p:nvPr/>
            </p:nvSpPr>
            <p:spPr>
              <a:xfrm rot="516939">
                <a:off x="459665" y="3232022"/>
                <a:ext cx="689287" cy="521384"/>
              </a:xfrm>
              <a:custGeom>
                <a:rect b="b" l="l" r="r" t="t"/>
                <a:pathLst>
                  <a:path extrusionOk="0" h="520708" w="688393">
                    <a:moveTo>
                      <a:pt x="425577" y="9188"/>
                    </a:moveTo>
                    <a:cubicBezTo>
                      <a:pt x="373385" y="26723"/>
                      <a:pt x="331410" y="71943"/>
                      <a:pt x="317671" y="125239"/>
                    </a:cubicBezTo>
                    <a:cubicBezTo>
                      <a:pt x="313253" y="142499"/>
                      <a:pt x="311596" y="160586"/>
                      <a:pt x="305176" y="177225"/>
                    </a:cubicBezTo>
                    <a:cubicBezTo>
                      <a:pt x="289366" y="218440"/>
                      <a:pt x="247529" y="243915"/>
                      <a:pt x="205693" y="258067"/>
                    </a:cubicBezTo>
                    <a:cubicBezTo>
                      <a:pt x="163856" y="272220"/>
                      <a:pt x="119258" y="278364"/>
                      <a:pt x="79147" y="296797"/>
                    </a:cubicBezTo>
                    <a:cubicBezTo>
                      <a:pt x="39037" y="315299"/>
                      <a:pt x="2309" y="350785"/>
                      <a:pt x="100" y="394899"/>
                    </a:cubicBezTo>
                    <a:cubicBezTo>
                      <a:pt x="-1626" y="430039"/>
                      <a:pt x="19292" y="463384"/>
                      <a:pt x="47321" y="484648"/>
                    </a:cubicBezTo>
                    <a:cubicBezTo>
                      <a:pt x="88191" y="515715"/>
                      <a:pt x="142524" y="524621"/>
                      <a:pt x="193542" y="519236"/>
                    </a:cubicBezTo>
                    <a:cubicBezTo>
                      <a:pt x="244561" y="513851"/>
                      <a:pt x="293232" y="495556"/>
                      <a:pt x="340937" y="476640"/>
                    </a:cubicBezTo>
                    <a:cubicBezTo>
                      <a:pt x="388642" y="457723"/>
                      <a:pt x="436485" y="437910"/>
                      <a:pt x="487089" y="429211"/>
                    </a:cubicBezTo>
                    <a:cubicBezTo>
                      <a:pt x="517259" y="424033"/>
                      <a:pt x="548118" y="422928"/>
                      <a:pt x="578080" y="416853"/>
                    </a:cubicBezTo>
                    <a:cubicBezTo>
                      <a:pt x="608112" y="410778"/>
                      <a:pt x="638143" y="398904"/>
                      <a:pt x="658785" y="376259"/>
                    </a:cubicBezTo>
                    <a:cubicBezTo>
                      <a:pt x="683915" y="348713"/>
                      <a:pt x="691509" y="308741"/>
                      <a:pt x="687298" y="271668"/>
                    </a:cubicBezTo>
                    <a:cubicBezTo>
                      <a:pt x="683155" y="234664"/>
                      <a:pt x="668588" y="199731"/>
                      <a:pt x="654022" y="165419"/>
                    </a:cubicBezTo>
                    <a:cubicBezTo>
                      <a:pt x="640214" y="132903"/>
                      <a:pt x="630825" y="98384"/>
                      <a:pt x="611564" y="68284"/>
                    </a:cubicBezTo>
                    <a:cubicBezTo>
                      <a:pt x="572281" y="7047"/>
                      <a:pt x="493372" y="-13802"/>
                      <a:pt x="425508" y="89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90" name="Google Shape;1490;p66"/>
              <p:cNvGrpSpPr/>
              <p:nvPr/>
            </p:nvGrpSpPr>
            <p:grpSpPr>
              <a:xfrm>
                <a:off x="473570" y="3496095"/>
                <a:ext cx="197015" cy="118394"/>
                <a:chOff x="473570" y="3496095"/>
                <a:chExt cx="197015" cy="118394"/>
              </a:xfrm>
            </p:grpSpPr>
            <p:sp>
              <p:nvSpPr>
                <p:cNvPr id="1491" name="Google Shape;1491;p66"/>
                <p:cNvSpPr/>
                <p:nvPr/>
              </p:nvSpPr>
              <p:spPr>
                <a:xfrm rot="516939">
                  <a:off x="480388" y="3505013"/>
                  <a:ext cx="126631" cy="100558"/>
                </a:xfrm>
                <a:custGeom>
                  <a:rect b="b" l="l" r="r" t="t"/>
                  <a:pathLst>
                    <a:path extrusionOk="0" h="100428" w="126467">
                      <a:moveTo>
                        <a:pt x="122813" y="15834"/>
                      </a:moveTo>
                      <a:cubicBezTo>
                        <a:pt x="134480" y="36062"/>
                        <a:pt x="117290" y="67819"/>
                        <a:pt x="84359" y="86804"/>
                      </a:cubicBezTo>
                      <a:cubicBezTo>
                        <a:pt x="51428" y="105789"/>
                        <a:pt x="15322" y="104823"/>
                        <a:pt x="3654" y="84595"/>
                      </a:cubicBezTo>
                      <a:cubicBezTo>
                        <a:pt x="-8013" y="64367"/>
                        <a:pt x="9177" y="32610"/>
                        <a:pt x="42108" y="13624"/>
                      </a:cubicBezTo>
                      <a:cubicBezTo>
                        <a:pt x="75039" y="-5361"/>
                        <a:pt x="111146" y="-4394"/>
                        <a:pt x="122813" y="158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2" name="Google Shape;1492;p66"/>
                <p:cNvSpPr/>
                <p:nvPr/>
              </p:nvSpPr>
              <p:spPr>
                <a:xfrm rot="516939">
                  <a:off x="608580" y="3548027"/>
                  <a:ext cx="58840" cy="46684"/>
                </a:xfrm>
                <a:custGeom>
                  <a:rect b="b" l="l" r="r" t="t"/>
                  <a:pathLst>
                    <a:path extrusionOk="0" h="46623" w="58764">
                      <a:moveTo>
                        <a:pt x="57080" y="7364"/>
                      </a:moveTo>
                      <a:cubicBezTo>
                        <a:pt x="62465" y="16753"/>
                        <a:pt x="54526" y="31527"/>
                        <a:pt x="39199" y="40295"/>
                      </a:cubicBezTo>
                      <a:cubicBezTo>
                        <a:pt x="23942" y="49132"/>
                        <a:pt x="7166" y="48649"/>
                        <a:pt x="1712" y="39260"/>
                      </a:cubicBezTo>
                      <a:cubicBezTo>
                        <a:pt x="-3742" y="29871"/>
                        <a:pt x="4267" y="15096"/>
                        <a:pt x="19593" y="6329"/>
                      </a:cubicBezTo>
                      <a:cubicBezTo>
                        <a:pt x="34850" y="-2508"/>
                        <a:pt x="51626" y="-2025"/>
                        <a:pt x="57080" y="736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93" name="Google Shape;1493;p66"/>
            <p:cNvGrpSpPr/>
            <p:nvPr/>
          </p:nvGrpSpPr>
          <p:grpSpPr>
            <a:xfrm flipH="1">
              <a:off x="3365680" y="3593259"/>
              <a:ext cx="774599" cy="573472"/>
              <a:chOff x="598" y="2979486"/>
              <a:chExt cx="612525" cy="453517"/>
            </a:xfrm>
          </p:grpSpPr>
          <p:sp>
            <p:nvSpPr>
              <p:cNvPr id="1494" name="Google Shape;1494;p66"/>
              <p:cNvSpPr/>
              <p:nvPr/>
            </p:nvSpPr>
            <p:spPr>
              <a:xfrm>
                <a:off x="225691" y="2979486"/>
                <a:ext cx="387432" cy="322208"/>
              </a:xfrm>
              <a:custGeom>
                <a:rect b="b" l="l" r="r" t="t"/>
                <a:pathLst>
                  <a:path extrusionOk="0" h="322208" w="387432">
                    <a:moveTo>
                      <a:pt x="241208" y="15683"/>
                    </a:moveTo>
                    <a:cubicBezTo>
                      <a:pt x="261712" y="3877"/>
                      <a:pt x="282078" y="-2267"/>
                      <a:pt x="299200" y="770"/>
                    </a:cubicBezTo>
                    <a:cubicBezTo>
                      <a:pt x="329783" y="6293"/>
                      <a:pt x="347388" y="43159"/>
                      <a:pt x="338965" y="88793"/>
                    </a:cubicBezTo>
                    <a:cubicBezTo>
                      <a:pt x="343107" y="84582"/>
                      <a:pt x="347526" y="81061"/>
                      <a:pt x="351944" y="78506"/>
                    </a:cubicBezTo>
                    <a:cubicBezTo>
                      <a:pt x="359262" y="74295"/>
                      <a:pt x="366649" y="72500"/>
                      <a:pt x="372655" y="73881"/>
                    </a:cubicBezTo>
                    <a:cubicBezTo>
                      <a:pt x="382390" y="76021"/>
                      <a:pt x="387568" y="85065"/>
                      <a:pt x="387429" y="98803"/>
                    </a:cubicBezTo>
                    <a:lnTo>
                      <a:pt x="475" y="322208"/>
                    </a:lnTo>
                    <a:cubicBezTo>
                      <a:pt x="-1044" y="313579"/>
                      <a:pt x="1027" y="302257"/>
                      <a:pt x="7448" y="292315"/>
                    </a:cubicBezTo>
                    <a:cubicBezTo>
                      <a:pt x="11935" y="285342"/>
                      <a:pt x="18701" y="278853"/>
                      <a:pt x="25052" y="275194"/>
                    </a:cubicBezTo>
                    <a:cubicBezTo>
                      <a:pt x="27676" y="273675"/>
                      <a:pt x="30299" y="272640"/>
                      <a:pt x="32577" y="272225"/>
                    </a:cubicBezTo>
                    <a:cubicBezTo>
                      <a:pt x="38031" y="247096"/>
                      <a:pt x="53565" y="219826"/>
                      <a:pt x="72481" y="201945"/>
                    </a:cubicBezTo>
                    <a:cubicBezTo>
                      <a:pt x="78211" y="196560"/>
                      <a:pt x="84217" y="192073"/>
                      <a:pt x="90224" y="188621"/>
                    </a:cubicBezTo>
                    <a:cubicBezTo>
                      <a:pt x="104307" y="180475"/>
                      <a:pt x="118529" y="177713"/>
                      <a:pt x="129506" y="181372"/>
                    </a:cubicBezTo>
                    <a:cubicBezTo>
                      <a:pt x="130265" y="155966"/>
                      <a:pt x="141104" y="125797"/>
                      <a:pt x="157052" y="99632"/>
                    </a:cubicBezTo>
                    <a:cubicBezTo>
                      <a:pt x="172930" y="73467"/>
                      <a:pt x="193573" y="51030"/>
                      <a:pt x="214905" y="33908"/>
                    </a:cubicBezTo>
                    <a:cubicBezTo>
                      <a:pt x="223535" y="26936"/>
                      <a:pt x="232372" y="20791"/>
                      <a:pt x="241208" y="1568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66"/>
              <p:cNvSpPr/>
              <p:nvPr/>
            </p:nvSpPr>
            <p:spPr>
              <a:xfrm>
                <a:off x="598" y="3166117"/>
                <a:ext cx="342033" cy="266886"/>
              </a:xfrm>
              <a:custGeom>
                <a:rect b="b" l="l" r="r" t="t"/>
                <a:pathLst>
                  <a:path extrusionOk="0" h="266886" w="342033">
                    <a:moveTo>
                      <a:pt x="121114" y="17109"/>
                    </a:moveTo>
                    <a:cubicBezTo>
                      <a:pt x="123944" y="15452"/>
                      <a:pt x="126775" y="13933"/>
                      <a:pt x="129675" y="12483"/>
                    </a:cubicBezTo>
                    <a:cubicBezTo>
                      <a:pt x="151767" y="1368"/>
                      <a:pt x="173859" y="-3326"/>
                      <a:pt x="191256" y="2542"/>
                    </a:cubicBezTo>
                    <a:cubicBezTo>
                      <a:pt x="208584" y="8410"/>
                      <a:pt x="220735" y="25462"/>
                      <a:pt x="221494" y="50523"/>
                    </a:cubicBezTo>
                    <a:cubicBezTo>
                      <a:pt x="230331" y="37475"/>
                      <a:pt x="241653" y="26774"/>
                      <a:pt x="252906" y="20285"/>
                    </a:cubicBezTo>
                    <a:cubicBezTo>
                      <a:pt x="261950" y="15038"/>
                      <a:pt x="270925" y="12552"/>
                      <a:pt x="278588" y="13588"/>
                    </a:cubicBezTo>
                    <a:cubicBezTo>
                      <a:pt x="295779" y="16004"/>
                      <a:pt x="305237" y="35887"/>
                      <a:pt x="301094" y="61086"/>
                    </a:cubicBezTo>
                    <a:cubicBezTo>
                      <a:pt x="304684" y="57427"/>
                      <a:pt x="308412" y="54458"/>
                      <a:pt x="312071" y="52387"/>
                    </a:cubicBezTo>
                    <a:cubicBezTo>
                      <a:pt x="317663" y="49142"/>
                      <a:pt x="323117" y="47831"/>
                      <a:pt x="327950" y="48797"/>
                    </a:cubicBezTo>
                    <a:cubicBezTo>
                      <a:pt x="335958" y="50385"/>
                      <a:pt x="341826" y="58462"/>
                      <a:pt x="342034" y="69439"/>
                    </a:cubicBezTo>
                    <a:lnTo>
                      <a:pt x="91" y="266886"/>
                    </a:lnTo>
                    <a:cubicBezTo>
                      <a:pt x="-530" y="258878"/>
                      <a:pt x="2024" y="247211"/>
                      <a:pt x="7478" y="238374"/>
                    </a:cubicBezTo>
                    <a:cubicBezTo>
                      <a:pt x="11828" y="231332"/>
                      <a:pt x="17765" y="225395"/>
                      <a:pt x="23633" y="221943"/>
                    </a:cubicBezTo>
                    <a:cubicBezTo>
                      <a:pt x="25014" y="221114"/>
                      <a:pt x="26464" y="220424"/>
                      <a:pt x="27844" y="219941"/>
                    </a:cubicBezTo>
                    <a:cubicBezTo>
                      <a:pt x="15487" y="205236"/>
                      <a:pt x="14244" y="177345"/>
                      <a:pt x="21424" y="148556"/>
                    </a:cubicBezTo>
                    <a:cubicBezTo>
                      <a:pt x="28535" y="119837"/>
                      <a:pt x="44621" y="89943"/>
                      <a:pt x="64296" y="65987"/>
                    </a:cubicBezTo>
                    <a:cubicBezTo>
                      <a:pt x="81487" y="45000"/>
                      <a:pt x="101300" y="28431"/>
                      <a:pt x="121045" y="170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6" name="Google Shape;1496;p66"/>
            <p:cNvGrpSpPr/>
            <p:nvPr/>
          </p:nvGrpSpPr>
          <p:grpSpPr>
            <a:xfrm flipH="1">
              <a:off x="2167832" y="3117881"/>
              <a:ext cx="1478329" cy="1182797"/>
              <a:chOff x="9418561" y="2340970"/>
              <a:chExt cx="1169009" cy="935387"/>
            </a:xfrm>
          </p:grpSpPr>
          <p:grpSp>
            <p:nvGrpSpPr>
              <p:cNvPr id="1497" name="Google Shape;1497;p66"/>
              <p:cNvGrpSpPr/>
              <p:nvPr/>
            </p:nvGrpSpPr>
            <p:grpSpPr>
              <a:xfrm>
                <a:off x="9418561" y="2340970"/>
                <a:ext cx="1169009" cy="935387"/>
                <a:chOff x="9418561" y="2340970"/>
                <a:chExt cx="1169009" cy="935387"/>
              </a:xfrm>
            </p:grpSpPr>
            <p:sp>
              <p:nvSpPr>
                <p:cNvPr id="1498" name="Google Shape;1498;p66"/>
                <p:cNvSpPr/>
                <p:nvPr/>
              </p:nvSpPr>
              <p:spPr>
                <a:xfrm>
                  <a:off x="9418561" y="2340970"/>
                  <a:ext cx="584470" cy="935387"/>
                </a:xfrm>
                <a:custGeom>
                  <a:rect b="b" l="l" r="r" t="t"/>
                  <a:pathLst>
                    <a:path extrusionOk="0" h="935387" w="584470">
                      <a:moveTo>
                        <a:pt x="584471" y="0"/>
                      </a:moveTo>
                      <a:lnTo>
                        <a:pt x="584471" y="935387"/>
                      </a:lnTo>
                      <a:lnTo>
                        <a:pt x="0" y="600487"/>
                      </a:lnTo>
                      <a:lnTo>
                        <a:pt x="309287" y="282708"/>
                      </a:lnTo>
                      <a:lnTo>
                        <a:pt x="5844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9" name="Google Shape;1499;p66"/>
                <p:cNvSpPr/>
                <p:nvPr/>
              </p:nvSpPr>
              <p:spPr>
                <a:xfrm>
                  <a:off x="10003032" y="2340970"/>
                  <a:ext cx="584538" cy="935387"/>
                </a:xfrm>
                <a:custGeom>
                  <a:rect b="b" l="l" r="r" t="t"/>
                  <a:pathLst>
                    <a:path extrusionOk="0" h="935387" w="584538">
                      <a:moveTo>
                        <a:pt x="584539" y="600487"/>
                      </a:moveTo>
                      <a:lnTo>
                        <a:pt x="0" y="935387"/>
                      </a:lnTo>
                      <a:lnTo>
                        <a:pt x="0" y="0"/>
                      </a:lnTo>
                      <a:lnTo>
                        <a:pt x="274906" y="282708"/>
                      </a:lnTo>
                      <a:lnTo>
                        <a:pt x="584539" y="6004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00" name="Google Shape;1500;p66"/>
              <p:cNvGrpSpPr/>
              <p:nvPr/>
            </p:nvGrpSpPr>
            <p:grpSpPr>
              <a:xfrm>
                <a:off x="9769271" y="2341039"/>
                <a:ext cx="467382" cy="369223"/>
                <a:chOff x="9769271" y="2341039"/>
                <a:chExt cx="467382" cy="369223"/>
              </a:xfrm>
            </p:grpSpPr>
            <p:sp>
              <p:nvSpPr>
                <p:cNvPr id="1501" name="Google Shape;1501;p66"/>
                <p:cNvSpPr/>
                <p:nvPr/>
              </p:nvSpPr>
              <p:spPr>
                <a:xfrm>
                  <a:off x="9769271" y="2341039"/>
                  <a:ext cx="233761" cy="362386"/>
                </a:xfrm>
                <a:custGeom>
                  <a:rect b="b" l="l" r="r" t="t"/>
                  <a:pathLst>
                    <a:path extrusionOk="0" h="362386" w="233761">
                      <a:moveTo>
                        <a:pt x="8906" y="249225"/>
                      </a:moveTo>
                      <a:cubicBezTo>
                        <a:pt x="13807" y="257647"/>
                        <a:pt x="14843" y="267520"/>
                        <a:pt x="14912" y="277047"/>
                      </a:cubicBezTo>
                      <a:cubicBezTo>
                        <a:pt x="14981" y="286298"/>
                        <a:pt x="12979" y="297068"/>
                        <a:pt x="16500" y="305905"/>
                      </a:cubicBezTo>
                      <a:cubicBezTo>
                        <a:pt x="26373" y="331103"/>
                        <a:pt x="49224" y="310047"/>
                        <a:pt x="60615" y="299277"/>
                      </a:cubicBezTo>
                      <a:cubicBezTo>
                        <a:pt x="69728" y="290647"/>
                        <a:pt x="81188" y="281120"/>
                        <a:pt x="94513" y="281672"/>
                      </a:cubicBezTo>
                      <a:cubicBezTo>
                        <a:pt x="105420" y="282156"/>
                        <a:pt x="111979" y="290923"/>
                        <a:pt x="115569" y="300313"/>
                      </a:cubicBezTo>
                      <a:cubicBezTo>
                        <a:pt x="124130" y="322681"/>
                        <a:pt x="120747" y="361411"/>
                        <a:pt x="154437" y="362377"/>
                      </a:cubicBezTo>
                      <a:cubicBezTo>
                        <a:pt x="171765" y="362860"/>
                        <a:pt x="175286" y="345049"/>
                        <a:pt x="187161" y="336350"/>
                      </a:cubicBezTo>
                      <a:cubicBezTo>
                        <a:pt x="197033" y="329101"/>
                        <a:pt x="209805" y="330551"/>
                        <a:pt x="218573" y="338835"/>
                      </a:cubicBezTo>
                      <a:cubicBezTo>
                        <a:pt x="225132" y="345049"/>
                        <a:pt x="228652" y="353540"/>
                        <a:pt x="233761" y="360789"/>
                      </a:cubicBezTo>
                      <a:lnTo>
                        <a:pt x="233761" y="0"/>
                      </a:lnTo>
                      <a:lnTo>
                        <a:pt x="0" y="240112"/>
                      </a:lnTo>
                      <a:cubicBezTo>
                        <a:pt x="3659" y="242597"/>
                        <a:pt x="6766" y="245635"/>
                        <a:pt x="8906" y="24929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2" name="Google Shape;1502;p66"/>
                <p:cNvSpPr/>
                <p:nvPr/>
              </p:nvSpPr>
              <p:spPr>
                <a:xfrm>
                  <a:off x="10003169" y="2341039"/>
                  <a:ext cx="233484" cy="369223"/>
                </a:xfrm>
                <a:custGeom>
                  <a:rect b="b" l="l" r="r" t="t"/>
                  <a:pathLst>
                    <a:path extrusionOk="0" h="369223" w="233484">
                      <a:moveTo>
                        <a:pt x="1174" y="362584"/>
                      </a:moveTo>
                      <a:cubicBezTo>
                        <a:pt x="8630" y="372180"/>
                        <a:pt x="19607" y="370316"/>
                        <a:pt x="28996" y="363689"/>
                      </a:cubicBezTo>
                      <a:cubicBezTo>
                        <a:pt x="36728" y="358235"/>
                        <a:pt x="39214" y="349122"/>
                        <a:pt x="42804" y="340906"/>
                      </a:cubicBezTo>
                      <a:cubicBezTo>
                        <a:pt x="46325" y="332760"/>
                        <a:pt x="51019" y="326340"/>
                        <a:pt x="58061" y="320955"/>
                      </a:cubicBezTo>
                      <a:cubicBezTo>
                        <a:pt x="73594" y="309149"/>
                        <a:pt x="92235" y="307562"/>
                        <a:pt x="110874" y="309425"/>
                      </a:cubicBezTo>
                      <a:cubicBezTo>
                        <a:pt x="123163" y="310668"/>
                        <a:pt x="129514" y="307147"/>
                        <a:pt x="133725" y="295687"/>
                      </a:cubicBezTo>
                      <a:cubicBezTo>
                        <a:pt x="136211" y="288783"/>
                        <a:pt x="138489" y="282087"/>
                        <a:pt x="143253" y="276287"/>
                      </a:cubicBezTo>
                      <a:cubicBezTo>
                        <a:pt x="152711" y="264827"/>
                        <a:pt x="165552" y="260754"/>
                        <a:pt x="179981" y="263309"/>
                      </a:cubicBezTo>
                      <a:cubicBezTo>
                        <a:pt x="191993" y="265380"/>
                        <a:pt x="205317" y="273526"/>
                        <a:pt x="217744" y="271317"/>
                      </a:cubicBezTo>
                      <a:cubicBezTo>
                        <a:pt x="233347" y="268486"/>
                        <a:pt x="232242" y="253298"/>
                        <a:pt x="233485" y="240112"/>
                      </a:cubicBezTo>
                      <a:lnTo>
                        <a:pt x="0" y="0"/>
                      </a:lnTo>
                      <a:lnTo>
                        <a:pt x="0" y="360789"/>
                      </a:lnTo>
                      <a:cubicBezTo>
                        <a:pt x="415" y="361411"/>
                        <a:pt x="828" y="362032"/>
                        <a:pt x="1243" y="36265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03" name="Google Shape;1503;p66"/>
            <p:cNvGrpSpPr/>
            <p:nvPr/>
          </p:nvGrpSpPr>
          <p:grpSpPr>
            <a:xfrm flipH="1">
              <a:off x="3230958" y="3782973"/>
              <a:ext cx="620543" cy="511800"/>
              <a:chOff x="9941030" y="3502431"/>
              <a:chExt cx="787991" cy="649905"/>
            </a:xfrm>
          </p:grpSpPr>
          <p:grpSp>
            <p:nvGrpSpPr>
              <p:cNvPr id="1504" name="Google Shape;1504;p66"/>
              <p:cNvGrpSpPr/>
              <p:nvPr/>
            </p:nvGrpSpPr>
            <p:grpSpPr>
              <a:xfrm>
                <a:off x="9941030" y="3502488"/>
                <a:ext cx="787991" cy="649848"/>
                <a:chOff x="9941030" y="3502488"/>
                <a:chExt cx="787991" cy="649848"/>
              </a:xfrm>
            </p:grpSpPr>
            <p:sp>
              <p:nvSpPr>
                <p:cNvPr id="1505" name="Google Shape;1505;p66"/>
                <p:cNvSpPr/>
                <p:nvPr/>
              </p:nvSpPr>
              <p:spPr>
                <a:xfrm>
                  <a:off x="9941030" y="3502488"/>
                  <a:ext cx="393995" cy="649848"/>
                </a:xfrm>
                <a:custGeom>
                  <a:rect b="b" l="l" r="r" t="t"/>
                  <a:pathLst>
                    <a:path extrusionOk="0" h="649848" w="393995">
                      <a:moveTo>
                        <a:pt x="393996" y="0"/>
                      </a:moveTo>
                      <a:lnTo>
                        <a:pt x="393996" y="649849"/>
                      </a:lnTo>
                      <a:lnTo>
                        <a:pt x="0" y="417193"/>
                      </a:lnTo>
                      <a:lnTo>
                        <a:pt x="208493" y="196411"/>
                      </a:lnTo>
                      <a:lnTo>
                        <a:pt x="3939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6" name="Google Shape;1506;p66"/>
                <p:cNvSpPr/>
                <p:nvPr/>
              </p:nvSpPr>
              <p:spPr>
                <a:xfrm>
                  <a:off x="10335025" y="3502488"/>
                  <a:ext cx="393996" cy="649848"/>
                </a:xfrm>
                <a:custGeom>
                  <a:rect b="b" l="l" r="r" t="t"/>
                  <a:pathLst>
                    <a:path extrusionOk="0" h="649848" w="393996">
                      <a:moveTo>
                        <a:pt x="393997" y="417193"/>
                      </a:moveTo>
                      <a:lnTo>
                        <a:pt x="0" y="649849"/>
                      </a:lnTo>
                      <a:lnTo>
                        <a:pt x="0" y="0"/>
                      </a:lnTo>
                      <a:lnTo>
                        <a:pt x="185296" y="196411"/>
                      </a:lnTo>
                      <a:lnTo>
                        <a:pt x="393997" y="41719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07" name="Google Shape;1507;p66"/>
              <p:cNvGrpSpPr/>
              <p:nvPr/>
            </p:nvGrpSpPr>
            <p:grpSpPr>
              <a:xfrm>
                <a:off x="10164365" y="3502431"/>
                <a:ext cx="324620" cy="253264"/>
                <a:chOff x="10164365" y="3502431"/>
                <a:chExt cx="324620" cy="253264"/>
              </a:xfrm>
            </p:grpSpPr>
            <p:sp>
              <p:nvSpPr>
                <p:cNvPr id="1508" name="Google Shape;1508;p66"/>
                <p:cNvSpPr/>
                <p:nvPr/>
              </p:nvSpPr>
              <p:spPr>
                <a:xfrm>
                  <a:off x="10164365" y="3502488"/>
                  <a:ext cx="170660" cy="253160"/>
                </a:xfrm>
                <a:custGeom>
                  <a:rect b="b" l="l" r="r" t="t"/>
                  <a:pathLst>
                    <a:path extrusionOk="0" h="253160" w="170660">
                      <a:moveTo>
                        <a:pt x="9458" y="187920"/>
                      </a:moveTo>
                      <a:cubicBezTo>
                        <a:pt x="14015" y="192752"/>
                        <a:pt x="16983" y="203522"/>
                        <a:pt x="23404" y="205938"/>
                      </a:cubicBezTo>
                      <a:cubicBezTo>
                        <a:pt x="29686" y="208286"/>
                        <a:pt x="39973" y="202280"/>
                        <a:pt x="45772" y="200761"/>
                      </a:cubicBezTo>
                      <a:cubicBezTo>
                        <a:pt x="57992" y="197516"/>
                        <a:pt x="69658" y="199794"/>
                        <a:pt x="79117" y="208286"/>
                      </a:cubicBezTo>
                      <a:cubicBezTo>
                        <a:pt x="87194" y="215535"/>
                        <a:pt x="91751" y="225890"/>
                        <a:pt x="99897" y="233001"/>
                      </a:cubicBezTo>
                      <a:cubicBezTo>
                        <a:pt x="111909" y="243564"/>
                        <a:pt x="123646" y="231206"/>
                        <a:pt x="136693" y="230585"/>
                      </a:cubicBezTo>
                      <a:cubicBezTo>
                        <a:pt x="145186" y="230171"/>
                        <a:pt x="152159" y="235141"/>
                        <a:pt x="157405" y="241493"/>
                      </a:cubicBezTo>
                      <a:cubicBezTo>
                        <a:pt x="161892" y="246947"/>
                        <a:pt x="164654" y="252470"/>
                        <a:pt x="170660" y="253160"/>
                      </a:cubicBezTo>
                      <a:lnTo>
                        <a:pt x="170660" y="0"/>
                      </a:lnTo>
                      <a:lnTo>
                        <a:pt x="0" y="180671"/>
                      </a:lnTo>
                      <a:cubicBezTo>
                        <a:pt x="3452" y="182604"/>
                        <a:pt x="6696" y="185089"/>
                        <a:pt x="9389" y="1879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9" name="Google Shape;1509;p66"/>
                <p:cNvSpPr/>
                <p:nvPr/>
              </p:nvSpPr>
              <p:spPr>
                <a:xfrm>
                  <a:off x="10335032" y="3502431"/>
                  <a:ext cx="153953" cy="253264"/>
                </a:xfrm>
                <a:custGeom>
                  <a:rect b="b" l="l" r="r" t="t"/>
                  <a:pathLst>
                    <a:path extrusionOk="0" h="253264" w="153953">
                      <a:moveTo>
                        <a:pt x="5523" y="252677"/>
                      </a:moveTo>
                      <a:cubicBezTo>
                        <a:pt x="14291" y="250260"/>
                        <a:pt x="17880" y="241493"/>
                        <a:pt x="23611" y="235279"/>
                      </a:cubicBezTo>
                      <a:cubicBezTo>
                        <a:pt x="29203" y="229204"/>
                        <a:pt x="36245" y="225821"/>
                        <a:pt x="44530" y="225131"/>
                      </a:cubicBezTo>
                      <a:cubicBezTo>
                        <a:pt x="55989" y="224164"/>
                        <a:pt x="68554" y="228652"/>
                        <a:pt x="77943" y="219815"/>
                      </a:cubicBezTo>
                      <a:cubicBezTo>
                        <a:pt x="83121" y="214982"/>
                        <a:pt x="85883" y="208010"/>
                        <a:pt x="90370" y="202556"/>
                      </a:cubicBezTo>
                      <a:cubicBezTo>
                        <a:pt x="95410" y="196411"/>
                        <a:pt x="102037" y="192614"/>
                        <a:pt x="109908" y="191303"/>
                      </a:cubicBezTo>
                      <a:cubicBezTo>
                        <a:pt x="119987" y="189577"/>
                        <a:pt x="131171" y="193650"/>
                        <a:pt x="138351" y="184330"/>
                      </a:cubicBezTo>
                      <a:cubicBezTo>
                        <a:pt x="143943" y="177081"/>
                        <a:pt x="147188" y="169349"/>
                        <a:pt x="153954" y="163135"/>
                      </a:cubicBezTo>
                      <a:lnTo>
                        <a:pt x="0" y="0"/>
                      </a:lnTo>
                      <a:lnTo>
                        <a:pt x="0" y="253160"/>
                      </a:lnTo>
                      <a:cubicBezTo>
                        <a:pt x="1588" y="253367"/>
                        <a:pt x="3314" y="253298"/>
                        <a:pt x="5454" y="25267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510" name="Google Shape;1510;p66"/>
            <p:cNvSpPr/>
            <p:nvPr/>
          </p:nvSpPr>
          <p:spPr>
            <a:xfrm flipH="1">
              <a:off x="2969015" y="3547966"/>
              <a:ext cx="204522" cy="657214"/>
            </a:xfrm>
            <a:custGeom>
              <a:rect b="b" l="l" r="r" t="t"/>
              <a:pathLst>
                <a:path extrusionOk="0" h="13677" w="4256">
                  <a:moveTo>
                    <a:pt x="4256" y="0"/>
                  </a:moveTo>
                  <a:cubicBezTo>
                    <a:pt x="2700" y="1841"/>
                    <a:pt x="-163" y="3459"/>
                    <a:pt x="23" y="5862"/>
                  </a:cubicBezTo>
                  <a:cubicBezTo>
                    <a:pt x="230" y="8534"/>
                    <a:pt x="3352" y="11416"/>
                    <a:pt x="1912" y="13677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11" name="Google Shape;1511;p66"/>
            <p:cNvSpPr/>
            <p:nvPr/>
          </p:nvSpPr>
          <p:spPr>
            <a:xfrm flipH="1">
              <a:off x="3269448" y="3939161"/>
              <a:ext cx="221338" cy="286049"/>
            </a:xfrm>
            <a:custGeom>
              <a:rect b="b" l="l" r="r" t="t"/>
              <a:pathLst>
                <a:path extrusionOk="0" h="5145" w="4281">
                  <a:moveTo>
                    <a:pt x="503" y="0"/>
                  </a:moveTo>
                  <a:cubicBezTo>
                    <a:pt x="975" y="865"/>
                    <a:pt x="-367" y="2070"/>
                    <a:pt x="112" y="2931"/>
                  </a:cubicBezTo>
                  <a:cubicBezTo>
                    <a:pt x="877" y="4306"/>
                    <a:pt x="4281" y="3572"/>
                    <a:pt x="4281" y="5145"/>
                  </a:cubicBezTo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12" name="Google Shape;1512;p66"/>
            <p:cNvSpPr/>
            <p:nvPr/>
          </p:nvSpPr>
          <p:spPr>
            <a:xfrm flipH="1">
              <a:off x="2707266" y="3513560"/>
              <a:ext cx="352483" cy="604020"/>
            </a:xfrm>
            <a:custGeom>
              <a:rect b="b" l="l" r="r" t="t"/>
              <a:pathLst>
                <a:path extrusionOk="0" h="12570" w="7335">
                  <a:moveTo>
                    <a:pt x="5145" y="0"/>
                  </a:moveTo>
                  <a:cubicBezTo>
                    <a:pt x="5145" y="1957"/>
                    <a:pt x="8150" y="3885"/>
                    <a:pt x="7099" y="5536"/>
                  </a:cubicBezTo>
                  <a:cubicBezTo>
                    <a:pt x="5861" y="7482"/>
                    <a:pt x="1264" y="5094"/>
                    <a:pt x="391" y="7229"/>
                  </a:cubicBezTo>
                  <a:cubicBezTo>
                    <a:pt x="-285" y="8881"/>
                    <a:pt x="1625" y="11831"/>
                    <a:pt x="0" y="12570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13" name="Google Shape;1513;p66"/>
            <p:cNvSpPr/>
            <p:nvPr/>
          </p:nvSpPr>
          <p:spPr>
            <a:xfrm flipH="1">
              <a:off x="3472859" y="3904755"/>
              <a:ext cx="192460" cy="279906"/>
            </a:xfrm>
            <a:custGeom>
              <a:rect b="b" l="l" r="r" t="t"/>
              <a:pathLst>
                <a:path extrusionOk="0" h="5825" w="4005">
                  <a:moveTo>
                    <a:pt x="1269" y="0"/>
                  </a:moveTo>
                  <a:cubicBezTo>
                    <a:pt x="1857" y="1761"/>
                    <a:pt x="-727" y="3879"/>
                    <a:pt x="227" y="5471"/>
                  </a:cubicBezTo>
                  <a:cubicBezTo>
                    <a:pt x="899" y="6591"/>
                    <a:pt x="2716" y="4643"/>
                    <a:pt x="4005" y="4429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14" name="Google Shape;1514;p66"/>
            <p:cNvSpPr/>
            <p:nvPr/>
          </p:nvSpPr>
          <p:spPr>
            <a:xfrm>
              <a:off x="2689400" y="4409425"/>
              <a:ext cx="73625" cy="777450"/>
            </a:xfrm>
            <a:custGeom>
              <a:rect b="b" l="l" r="r" t="t"/>
              <a:pathLst>
                <a:path extrusionOk="0" h="31098" w="2945">
                  <a:moveTo>
                    <a:pt x="2945" y="0"/>
                  </a:moveTo>
                  <a:lnTo>
                    <a:pt x="440" y="1001"/>
                  </a:lnTo>
                  <a:lnTo>
                    <a:pt x="0" y="31098"/>
                  </a:lnTo>
                  <a:lnTo>
                    <a:pt x="440" y="1001"/>
                  </a:lnTo>
                  <a:close/>
                </a:path>
              </a:pathLst>
            </a:custGeom>
            <a:noFill/>
            <a:ln cap="rnd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515" name="Google Shape;1515;p66"/>
            <p:cNvGrpSpPr/>
            <p:nvPr/>
          </p:nvGrpSpPr>
          <p:grpSpPr>
            <a:xfrm flipH="1">
              <a:off x="2577741" y="4056502"/>
              <a:ext cx="88091" cy="165324"/>
              <a:chOff x="303672" y="3244945"/>
              <a:chExt cx="186673" cy="350336"/>
            </a:xfrm>
          </p:grpSpPr>
          <p:sp>
            <p:nvSpPr>
              <p:cNvPr id="1516" name="Google Shape;1516;p66"/>
              <p:cNvSpPr/>
              <p:nvPr/>
            </p:nvSpPr>
            <p:spPr>
              <a:xfrm>
                <a:off x="359684" y="3515641"/>
                <a:ext cx="67518" cy="79640"/>
              </a:xfrm>
              <a:custGeom>
                <a:rect b="b" l="l" r="r" t="t"/>
                <a:pathLst>
                  <a:path extrusionOk="0" h="79640" w="67518">
                    <a:moveTo>
                      <a:pt x="58958" y="0"/>
                    </a:moveTo>
                    <a:lnTo>
                      <a:pt x="7111" y="0"/>
                    </a:lnTo>
                    <a:lnTo>
                      <a:pt x="0" y="70625"/>
                    </a:lnTo>
                    <a:cubicBezTo>
                      <a:pt x="16638" y="83259"/>
                      <a:pt x="56818" y="82016"/>
                      <a:pt x="67519" y="70625"/>
                    </a:cubicBezTo>
                    <a:lnTo>
                      <a:pt x="5895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66"/>
              <p:cNvSpPr/>
              <p:nvPr/>
            </p:nvSpPr>
            <p:spPr>
              <a:xfrm>
                <a:off x="303672" y="3244945"/>
                <a:ext cx="186673" cy="302521"/>
              </a:xfrm>
              <a:custGeom>
                <a:rect b="b" l="l" r="r" t="t"/>
                <a:pathLst>
                  <a:path extrusionOk="0" h="302521" w="186673">
                    <a:moveTo>
                      <a:pt x="93085" y="0"/>
                    </a:moveTo>
                    <a:cubicBezTo>
                      <a:pt x="44552" y="0"/>
                      <a:pt x="-89587" y="302522"/>
                      <a:pt x="93085" y="302522"/>
                    </a:cubicBezTo>
                    <a:cubicBezTo>
                      <a:pt x="275758" y="302522"/>
                      <a:pt x="143483" y="0"/>
                      <a:pt x="9308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8" name="Google Shape;1518;p66"/>
            <p:cNvGrpSpPr/>
            <p:nvPr/>
          </p:nvGrpSpPr>
          <p:grpSpPr>
            <a:xfrm flipH="1">
              <a:off x="2259001" y="3955338"/>
              <a:ext cx="95311" cy="178872"/>
              <a:chOff x="1310554" y="3092787"/>
              <a:chExt cx="201972" cy="379047"/>
            </a:xfrm>
          </p:grpSpPr>
          <p:sp>
            <p:nvSpPr>
              <p:cNvPr id="1519" name="Google Shape;1519;p66"/>
              <p:cNvSpPr/>
              <p:nvPr/>
            </p:nvSpPr>
            <p:spPr>
              <a:xfrm>
                <a:off x="1371082" y="3385644"/>
                <a:ext cx="73110" cy="86190"/>
              </a:xfrm>
              <a:custGeom>
                <a:rect b="b" l="l" r="r" t="t"/>
                <a:pathLst>
                  <a:path extrusionOk="0" h="86190" w="73110">
                    <a:moveTo>
                      <a:pt x="63860" y="0"/>
                    </a:moveTo>
                    <a:lnTo>
                      <a:pt x="7732" y="0"/>
                    </a:lnTo>
                    <a:lnTo>
                      <a:pt x="0" y="76424"/>
                    </a:lnTo>
                    <a:cubicBezTo>
                      <a:pt x="18019" y="90094"/>
                      <a:pt x="61512" y="88782"/>
                      <a:pt x="73111" y="76424"/>
                    </a:cubicBezTo>
                    <a:lnTo>
                      <a:pt x="6386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66"/>
              <p:cNvSpPr/>
              <p:nvPr/>
            </p:nvSpPr>
            <p:spPr>
              <a:xfrm>
                <a:off x="1310554" y="3092787"/>
                <a:ext cx="201972" cy="327306"/>
              </a:xfrm>
              <a:custGeom>
                <a:rect b="b" l="l" r="r" t="t"/>
                <a:pathLst>
                  <a:path extrusionOk="0" h="327306" w="201972">
                    <a:moveTo>
                      <a:pt x="100707" y="0"/>
                    </a:moveTo>
                    <a:cubicBezTo>
                      <a:pt x="48239" y="0"/>
                      <a:pt x="-96947" y="327306"/>
                      <a:pt x="100707" y="327306"/>
                    </a:cubicBezTo>
                    <a:cubicBezTo>
                      <a:pt x="298361" y="327306"/>
                      <a:pt x="155247" y="0"/>
                      <a:pt x="1007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1" name="Google Shape;1521;p66"/>
            <p:cNvGrpSpPr/>
            <p:nvPr/>
          </p:nvGrpSpPr>
          <p:grpSpPr>
            <a:xfrm flipH="1">
              <a:off x="2420941" y="4117629"/>
              <a:ext cx="115352" cy="132235"/>
              <a:chOff x="804042" y="2917018"/>
              <a:chExt cx="244442" cy="280218"/>
            </a:xfrm>
          </p:grpSpPr>
          <p:sp>
            <p:nvSpPr>
              <p:cNvPr id="1522" name="Google Shape;1522;p66"/>
              <p:cNvSpPr/>
              <p:nvPr/>
            </p:nvSpPr>
            <p:spPr>
              <a:xfrm>
                <a:off x="892239" y="3124682"/>
                <a:ext cx="61512" cy="72554"/>
              </a:xfrm>
              <a:custGeom>
                <a:rect b="b" l="l" r="r" t="t"/>
                <a:pathLst>
                  <a:path extrusionOk="0" h="72554" w="61512">
                    <a:moveTo>
                      <a:pt x="53711" y="0"/>
                    </a:moveTo>
                    <a:lnTo>
                      <a:pt x="6489" y="0"/>
                    </a:lnTo>
                    <a:lnTo>
                      <a:pt x="0" y="64343"/>
                    </a:lnTo>
                    <a:cubicBezTo>
                      <a:pt x="15188" y="75803"/>
                      <a:pt x="51778" y="74767"/>
                      <a:pt x="61512" y="64343"/>
                    </a:cubicBezTo>
                    <a:lnTo>
                      <a:pt x="5371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66"/>
              <p:cNvSpPr/>
              <p:nvPr/>
            </p:nvSpPr>
            <p:spPr>
              <a:xfrm>
                <a:off x="804042" y="2917018"/>
                <a:ext cx="244442" cy="236729"/>
              </a:xfrm>
              <a:custGeom>
                <a:rect b="b" l="l" r="r" t="t"/>
                <a:pathLst>
                  <a:path extrusionOk="0" h="236729" w="244442">
                    <a:moveTo>
                      <a:pt x="121887" y="0"/>
                    </a:moveTo>
                    <a:cubicBezTo>
                      <a:pt x="58372" y="0"/>
                      <a:pt x="-117328" y="236729"/>
                      <a:pt x="121887" y="236729"/>
                    </a:cubicBezTo>
                    <a:cubicBezTo>
                      <a:pt x="361101" y="236729"/>
                      <a:pt x="187886" y="0"/>
                      <a:pt x="12188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4" name="Google Shape;1524;p66"/>
            <p:cNvGrpSpPr/>
            <p:nvPr/>
          </p:nvGrpSpPr>
          <p:grpSpPr>
            <a:xfrm flipH="1">
              <a:off x="2977255" y="4411042"/>
              <a:ext cx="82489" cy="116678"/>
              <a:chOff x="546430" y="2956231"/>
              <a:chExt cx="174802" cy="247252"/>
            </a:xfrm>
          </p:grpSpPr>
          <p:sp>
            <p:nvSpPr>
              <p:cNvPr id="1525" name="Google Shape;1525;p66"/>
              <p:cNvSpPr/>
              <p:nvPr/>
            </p:nvSpPr>
            <p:spPr>
              <a:xfrm>
                <a:off x="612637" y="3153678"/>
                <a:ext cx="42250" cy="49805"/>
              </a:xfrm>
              <a:custGeom>
                <a:rect b="b" l="l" r="r" t="t"/>
                <a:pathLst>
                  <a:path extrusionOk="0" h="49805" w="42250">
                    <a:moveTo>
                      <a:pt x="36935" y="0"/>
                    </a:moveTo>
                    <a:lnTo>
                      <a:pt x="4487" y="0"/>
                    </a:lnTo>
                    <a:lnTo>
                      <a:pt x="0" y="44184"/>
                    </a:lnTo>
                    <a:cubicBezTo>
                      <a:pt x="10425" y="52054"/>
                      <a:pt x="35554" y="51295"/>
                      <a:pt x="42251" y="44184"/>
                    </a:cubicBezTo>
                    <a:lnTo>
                      <a:pt x="3686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66"/>
              <p:cNvSpPr/>
              <p:nvPr/>
            </p:nvSpPr>
            <p:spPr>
              <a:xfrm>
                <a:off x="546430" y="2956231"/>
                <a:ext cx="174802" cy="214706"/>
              </a:xfrm>
              <a:custGeom>
                <a:rect b="b" l="l" r="r" t="t"/>
                <a:pathLst>
                  <a:path extrusionOk="0" h="214706" w="174802">
                    <a:moveTo>
                      <a:pt x="143805" y="84295"/>
                    </a:moveTo>
                    <a:cubicBezTo>
                      <a:pt x="147809" y="77736"/>
                      <a:pt x="150156" y="70349"/>
                      <a:pt x="150156" y="62548"/>
                    </a:cubicBezTo>
                    <a:cubicBezTo>
                      <a:pt x="150156" y="34933"/>
                      <a:pt x="122058" y="0"/>
                      <a:pt x="87401" y="0"/>
                    </a:cubicBezTo>
                    <a:cubicBezTo>
                      <a:pt x="52745" y="0"/>
                      <a:pt x="24646" y="34933"/>
                      <a:pt x="24646" y="62548"/>
                    </a:cubicBezTo>
                    <a:cubicBezTo>
                      <a:pt x="24646" y="70349"/>
                      <a:pt x="26994" y="77736"/>
                      <a:pt x="30998" y="84295"/>
                    </a:cubicBezTo>
                    <a:cubicBezTo>
                      <a:pt x="12082" y="100656"/>
                      <a:pt x="0" y="123715"/>
                      <a:pt x="0" y="145047"/>
                    </a:cubicBezTo>
                    <a:cubicBezTo>
                      <a:pt x="0" y="183501"/>
                      <a:pt x="39144" y="214706"/>
                      <a:pt x="87401" y="214706"/>
                    </a:cubicBezTo>
                    <a:cubicBezTo>
                      <a:pt x="135658" y="214706"/>
                      <a:pt x="174803" y="183501"/>
                      <a:pt x="174803" y="145047"/>
                    </a:cubicBezTo>
                    <a:cubicBezTo>
                      <a:pt x="174803" y="123715"/>
                      <a:pt x="162721" y="100656"/>
                      <a:pt x="143805" y="842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27" name="Google Shape;1527;p66"/>
          <p:cNvSpPr txBox="1"/>
          <p:nvPr>
            <p:ph type="ctrTitle"/>
          </p:nvPr>
        </p:nvSpPr>
        <p:spPr>
          <a:xfrm>
            <a:off x="2602125" y="1653800"/>
            <a:ext cx="5828700" cy="20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/>
              <a:t>Build Day!</a:t>
            </a:r>
            <a:endParaRPr sz="4500"/>
          </a:p>
        </p:txBody>
      </p:sp>
      <p:grpSp>
        <p:nvGrpSpPr>
          <p:cNvPr id="1528" name="Google Shape;1528;p66"/>
          <p:cNvGrpSpPr/>
          <p:nvPr/>
        </p:nvGrpSpPr>
        <p:grpSpPr>
          <a:xfrm>
            <a:off x="364796" y="870348"/>
            <a:ext cx="1554091" cy="1576056"/>
            <a:chOff x="1696317" y="2564513"/>
            <a:chExt cx="1139530" cy="1155636"/>
          </a:xfrm>
        </p:grpSpPr>
        <p:grpSp>
          <p:nvGrpSpPr>
            <p:cNvPr id="1529" name="Google Shape;1529;p66"/>
            <p:cNvGrpSpPr/>
            <p:nvPr/>
          </p:nvGrpSpPr>
          <p:grpSpPr>
            <a:xfrm>
              <a:off x="1998286" y="2564513"/>
              <a:ext cx="832107" cy="635488"/>
              <a:chOff x="1998286" y="2564513"/>
              <a:chExt cx="832107" cy="635488"/>
            </a:xfrm>
          </p:grpSpPr>
          <p:grpSp>
            <p:nvGrpSpPr>
              <p:cNvPr id="1530" name="Google Shape;1530;p66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1531" name="Google Shape;1531;p66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2" name="Google Shape;1532;p66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3" name="Google Shape;1533;p66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4" name="Google Shape;1534;p66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5" name="Google Shape;1535;p66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36" name="Google Shape;1536;p66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7" name="Google Shape;1537;p66"/>
            <p:cNvGrpSpPr/>
            <p:nvPr/>
          </p:nvGrpSpPr>
          <p:grpSpPr>
            <a:xfrm>
              <a:off x="2034945" y="2718328"/>
              <a:ext cx="482985" cy="589186"/>
              <a:chOff x="2034945" y="2718328"/>
              <a:chExt cx="482985" cy="589186"/>
            </a:xfrm>
          </p:grpSpPr>
          <p:sp>
            <p:nvSpPr>
              <p:cNvPr id="1538" name="Google Shape;1538;p66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66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66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66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66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66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66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66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66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66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66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66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52" name="Google Shape;1552;p66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1553" name="Google Shape;1553;p66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4" name="Google Shape;1554;p66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5" name="Google Shape;1555;p66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6" name="Google Shape;1556;p66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7" name="Google Shape;1557;p66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8" name="Google Shape;1558;p66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9" name="Google Shape;1559;p66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0" name="Google Shape;1560;p66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1" name="Google Shape;1561;p66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2" name="Google Shape;1562;p66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3" name="Google Shape;1563;p66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4" name="Google Shape;1564;p66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65" name="Google Shape;1565;p66"/>
            <p:cNvGrpSpPr/>
            <p:nvPr/>
          </p:nvGrpSpPr>
          <p:grpSpPr>
            <a:xfrm>
              <a:off x="1696317" y="2910045"/>
              <a:ext cx="622578" cy="459029"/>
              <a:chOff x="1696317" y="2910045"/>
              <a:chExt cx="622578" cy="459029"/>
            </a:xfrm>
          </p:grpSpPr>
          <p:grpSp>
            <p:nvGrpSpPr>
              <p:cNvPr id="1566" name="Google Shape;1566;p66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1567" name="Google Shape;1567;p66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8" name="Google Shape;1568;p66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9" name="Google Shape;1569;p66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0" name="Google Shape;1570;p66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1" name="Google Shape;1571;p66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72" name="Google Shape;1572;p66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66"/>
            <p:cNvGrpSpPr/>
            <p:nvPr/>
          </p:nvGrpSpPr>
          <p:grpSpPr>
            <a:xfrm>
              <a:off x="2506239" y="3192960"/>
              <a:ext cx="329608" cy="257440"/>
              <a:chOff x="2506239" y="3192960"/>
              <a:chExt cx="329608" cy="257440"/>
            </a:xfrm>
          </p:grpSpPr>
          <p:grpSp>
            <p:nvGrpSpPr>
              <p:cNvPr id="1574" name="Google Shape;1574;p66"/>
              <p:cNvGrpSpPr/>
              <p:nvPr/>
            </p:nvGrpSpPr>
            <p:grpSpPr>
              <a:xfrm>
                <a:off x="2513788" y="3192960"/>
                <a:ext cx="322059" cy="257440"/>
                <a:chOff x="2513788" y="3192960"/>
                <a:chExt cx="322059" cy="257440"/>
              </a:xfrm>
            </p:grpSpPr>
            <p:sp>
              <p:nvSpPr>
                <p:cNvPr id="1575" name="Google Shape;1575;p66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6" name="Google Shape;1576;p66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7" name="Google Shape;1577;p66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78" name="Google Shape;1578;p66"/>
              <p:cNvSpPr/>
              <p:nvPr/>
            </p:nvSpPr>
            <p:spPr>
              <a:xfrm>
                <a:off x="2506239" y="3236974"/>
                <a:ext cx="254089" cy="213288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9" name="Google Shape;1579;p66"/>
            <p:cNvGrpSpPr/>
            <p:nvPr/>
          </p:nvGrpSpPr>
          <p:grpSpPr>
            <a:xfrm>
              <a:off x="1878644" y="3204420"/>
              <a:ext cx="857168" cy="515729"/>
              <a:chOff x="1878644" y="3204420"/>
              <a:chExt cx="857168" cy="515729"/>
            </a:xfrm>
          </p:grpSpPr>
          <p:sp>
            <p:nvSpPr>
              <p:cNvPr id="1580" name="Google Shape;1580;p66"/>
              <p:cNvSpPr/>
              <p:nvPr/>
            </p:nvSpPr>
            <p:spPr>
              <a:xfrm>
                <a:off x="2728909" y="3512534"/>
                <a:ext cx="6903" cy="17618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66"/>
              <p:cNvSpPr/>
              <p:nvPr/>
            </p:nvSpPr>
            <p:spPr>
              <a:xfrm>
                <a:off x="2659733" y="3445016"/>
                <a:ext cx="6903" cy="222576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66"/>
              <p:cNvSpPr/>
              <p:nvPr/>
            </p:nvSpPr>
            <p:spPr>
              <a:xfrm>
                <a:off x="2530979" y="3423269"/>
                <a:ext cx="6903" cy="142216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66"/>
              <p:cNvSpPr/>
              <p:nvPr/>
            </p:nvSpPr>
            <p:spPr>
              <a:xfrm>
                <a:off x="2053585" y="3357062"/>
                <a:ext cx="6903" cy="185434"/>
              </a:xfrm>
              <a:custGeom>
                <a:rect b="b" l="l" r="r" t="t"/>
                <a:pathLst>
                  <a:path extrusionOk="0" h="185434" w="6903">
                    <a:moveTo>
                      <a:pt x="3452" y="185434"/>
                    </a:moveTo>
                    <a:cubicBezTo>
                      <a:pt x="1519" y="185434"/>
                      <a:pt x="0" y="183916"/>
                      <a:pt x="0" y="181983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81983"/>
                    </a:lnTo>
                    <a:cubicBezTo>
                      <a:pt x="6904" y="183916"/>
                      <a:pt x="5385" y="185434"/>
                      <a:pt x="3452" y="1854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66"/>
              <p:cNvSpPr/>
              <p:nvPr/>
            </p:nvSpPr>
            <p:spPr>
              <a:xfrm>
                <a:off x="2563431" y="3511242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66"/>
              <p:cNvSpPr/>
              <p:nvPr/>
            </p:nvSpPr>
            <p:spPr>
              <a:xfrm>
                <a:off x="1878644" y="3204420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66"/>
              <p:cNvSpPr/>
              <p:nvPr/>
            </p:nvSpPr>
            <p:spPr>
              <a:xfrm>
                <a:off x="2125660" y="3357062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66"/>
              <p:cNvSpPr/>
              <p:nvPr/>
            </p:nvSpPr>
            <p:spPr>
              <a:xfrm>
                <a:off x="1952100" y="3251090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88" name="Google Shape;1588;p66"/>
          <p:cNvGrpSpPr/>
          <p:nvPr/>
        </p:nvGrpSpPr>
        <p:grpSpPr>
          <a:xfrm>
            <a:off x="2729294" y="485423"/>
            <a:ext cx="460392" cy="363161"/>
            <a:chOff x="6636544" y="148135"/>
            <a:chExt cx="460392" cy="363161"/>
          </a:xfrm>
        </p:grpSpPr>
        <p:sp>
          <p:nvSpPr>
            <p:cNvPr id="1589" name="Google Shape;1589;p66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66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66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66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66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66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5" name="Google Shape;1595;p66"/>
          <p:cNvGrpSpPr/>
          <p:nvPr/>
        </p:nvGrpSpPr>
        <p:grpSpPr>
          <a:xfrm>
            <a:off x="2643559" y="1363049"/>
            <a:ext cx="110749" cy="130650"/>
            <a:chOff x="6262229" y="306105"/>
            <a:chExt cx="40588" cy="47882"/>
          </a:xfrm>
        </p:grpSpPr>
        <p:sp>
          <p:nvSpPr>
            <p:cNvPr id="1596" name="Google Shape;1596;p66"/>
            <p:cNvSpPr/>
            <p:nvPr/>
          </p:nvSpPr>
          <p:spPr>
            <a:xfrm>
              <a:off x="6274493" y="306105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4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66"/>
            <p:cNvSpPr/>
            <p:nvPr/>
          </p:nvSpPr>
          <p:spPr>
            <a:xfrm>
              <a:off x="6262229" y="315689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8" name="Google Shape;1598;p66"/>
          <p:cNvGrpSpPr/>
          <p:nvPr/>
        </p:nvGrpSpPr>
        <p:grpSpPr>
          <a:xfrm>
            <a:off x="7894091" y="1362790"/>
            <a:ext cx="51182" cy="29246"/>
            <a:chOff x="439215" y="3045980"/>
            <a:chExt cx="28512" cy="16292"/>
          </a:xfrm>
        </p:grpSpPr>
        <p:sp>
          <p:nvSpPr>
            <p:cNvPr id="1599" name="Google Shape;1599;p66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66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1" name="Google Shape;1601;p66"/>
          <p:cNvGrpSpPr/>
          <p:nvPr/>
        </p:nvGrpSpPr>
        <p:grpSpPr>
          <a:xfrm>
            <a:off x="2920068" y="2129206"/>
            <a:ext cx="110871" cy="130650"/>
            <a:chOff x="6395264" y="541833"/>
            <a:chExt cx="40633" cy="47882"/>
          </a:xfrm>
        </p:grpSpPr>
        <p:sp>
          <p:nvSpPr>
            <p:cNvPr id="1602" name="Google Shape;1602;p66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66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4" name="Google Shape;1604;p66"/>
          <p:cNvGrpSpPr/>
          <p:nvPr/>
        </p:nvGrpSpPr>
        <p:grpSpPr>
          <a:xfrm>
            <a:off x="8732719" y="1297355"/>
            <a:ext cx="51182" cy="29246"/>
            <a:chOff x="906391" y="3009528"/>
            <a:chExt cx="28512" cy="16292"/>
          </a:xfrm>
        </p:grpSpPr>
        <p:sp>
          <p:nvSpPr>
            <p:cNvPr id="1605" name="Google Shape;1605;p66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66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7" name="Google Shape;1607;p66"/>
          <p:cNvGrpSpPr/>
          <p:nvPr/>
        </p:nvGrpSpPr>
        <p:grpSpPr>
          <a:xfrm>
            <a:off x="8414097" y="1875483"/>
            <a:ext cx="51182" cy="29246"/>
            <a:chOff x="728896" y="3331587"/>
            <a:chExt cx="28512" cy="16292"/>
          </a:xfrm>
        </p:grpSpPr>
        <p:sp>
          <p:nvSpPr>
            <p:cNvPr id="1608" name="Google Shape;1608;p66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66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0" name="Google Shape;1610;p66"/>
          <p:cNvGrpSpPr/>
          <p:nvPr/>
        </p:nvGrpSpPr>
        <p:grpSpPr>
          <a:xfrm>
            <a:off x="8332304" y="1523153"/>
            <a:ext cx="51182" cy="29246"/>
            <a:chOff x="683331" y="3135314"/>
            <a:chExt cx="28512" cy="16292"/>
          </a:xfrm>
        </p:grpSpPr>
        <p:sp>
          <p:nvSpPr>
            <p:cNvPr id="1611" name="Google Shape;1611;p66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66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3" name="Google Shape;1613;p66"/>
          <p:cNvGrpSpPr/>
          <p:nvPr/>
        </p:nvGrpSpPr>
        <p:grpSpPr>
          <a:xfrm>
            <a:off x="9154944" y="1338996"/>
            <a:ext cx="51182" cy="29246"/>
            <a:chOff x="1141601" y="3032725"/>
            <a:chExt cx="28512" cy="16292"/>
          </a:xfrm>
        </p:grpSpPr>
        <p:sp>
          <p:nvSpPr>
            <p:cNvPr id="1614" name="Google Shape;1614;p66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66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6" name="Google Shape;1616;p66"/>
          <p:cNvGrpSpPr/>
          <p:nvPr/>
        </p:nvGrpSpPr>
        <p:grpSpPr>
          <a:xfrm>
            <a:off x="1086458" y="2287353"/>
            <a:ext cx="110748" cy="130524"/>
            <a:chOff x="6857364" y="533158"/>
            <a:chExt cx="40588" cy="47836"/>
          </a:xfrm>
        </p:grpSpPr>
        <p:sp>
          <p:nvSpPr>
            <p:cNvPr id="1617" name="Google Shape;1617;p66"/>
            <p:cNvSpPr/>
            <p:nvPr/>
          </p:nvSpPr>
          <p:spPr>
            <a:xfrm>
              <a:off x="6869627" y="533158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900"/>
                  </a:cubicBezTo>
                  <a:cubicBezTo>
                    <a:pt x="41284" y="3590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4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1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4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4"/>
                  </a:cubicBezTo>
                  <a:cubicBezTo>
                    <a:pt x="42803" y="50674"/>
                    <a:pt x="42803" y="50674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66"/>
            <p:cNvSpPr/>
            <p:nvPr/>
          </p:nvSpPr>
          <p:spPr>
            <a:xfrm>
              <a:off x="6857364" y="542696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9" name="Google Shape;1619;p66"/>
          <p:cNvGrpSpPr/>
          <p:nvPr/>
        </p:nvGrpSpPr>
        <p:grpSpPr>
          <a:xfrm>
            <a:off x="2293909" y="1824712"/>
            <a:ext cx="110749" cy="130774"/>
            <a:chOff x="6244107" y="519805"/>
            <a:chExt cx="40588" cy="47927"/>
          </a:xfrm>
        </p:grpSpPr>
        <p:grpSp>
          <p:nvGrpSpPr>
            <p:cNvPr id="1620" name="Google Shape;1620;p66"/>
            <p:cNvGrpSpPr/>
            <p:nvPr/>
          </p:nvGrpSpPr>
          <p:grpSpPr>
            <a:xfrm>
              <a:off x="6253873" y="519805"/>
              <a:ext cx="18758" cy="10719"/>
              <a:chOff x="209390" y="3012566"/>
              <a:chExt cx="28512" cy="16292"/>
            </a:xfrm>
          </p:grpSpPr>
          <p:sp>
            <p:nvSpPr>
              <p:cNvPr id="1621" name="Google Shape;1621;p66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66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3" name="Google Shape;1623;p66"/>
            <p:cNvSpPr/>
            <p:nvPr/>
          </p:nvSpPr>
          <p:spPr>
            <a:xfrm>
              <a:off x="6256371" y="51989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7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66"/>
            <p:cNvSpPr/>
            <p:nvPr/>
          </p:nvSpPr>
          <p:spPr>
            <a:xfrm>
              <a:off x="6244107" y="52943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5" name="Google Shape;1625;p66"/>
          <p:cNvGrpSpPr/>
          <p:nvPr/>
        </p:nvGrpSpPr>
        <p:grpSpPr>
          <a:xfrm>
            <a:off x="2183148" y="848575"/>
            <a:ext cx="110749" cy="130774"/>
            <a:chOff x="6344757" y="429555"/>
            <a:chExt cx="40588" cy="47927"/>
          </a:xfrm>
        </p:grpSpPr>
        <p:grpSp>
          <p:nvGrpSpPr>
            <p:cNvPr id="1626" name="Google Shape;1626;p66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1627" name="Google Shape;1627;p66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66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9" name="Google Shape;1629;p66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66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1" name="Google Shape;1631;p66"/>
          <p:cNvGrpSpPr/>
          <p:nvPr/>
        </p:nvGrpSpPr>
        <p:grpSpPr>
          <a:xfrm>
            <a:off x="2150193" y="203330"/>
            <a:ext cx="514543" cy="440067"/>
            <a:chOff x="6107743" y="29317"/>
            <a:chExt cx="514543" cy="440067"/>
          </a:xfrm>
        </p:grpSpPr>
        <p:sp>
          <p:nvSpPr>
            <p:cNvPr id="1632" name="Google Shape;1632;p66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66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66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66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66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66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7"/>
          <p:cNvSpPr txBox="1"/>
          <p:nvPr>
            <p:ph type="title"/>
          </p:nvPr>
        </p:nvSpPr>
        <p:spPr>
          <a:xfrm rot="1973">
            <a:off x="1163750" y="1331401"/>
            <a:ext cx="1045200" cy="6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43" name="Google Shape;1643;p67"/>
          <p:cNvSpPr txBox="1"/>
          <p:nvPr>
            <p:ph idx="15" type="title"/>
          </p:nvPr>
        </p:nvSpPr>
        <p:spPr>
          <a:xfrm>
            <a:off x="720000" y="3114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Essential Questions</a:t>
            </a:r>
            <a:endParaRPr/>
          </a:p>
        </p:txBody>
      </p:sp>
      <p:sp>
        <p:nvSpPr>
          <p:cNvPr id="1644" name="Google Shape;1644;p67"/>
          <p:cNvSpPr txBox="1"/>
          <p:nvPr>
            <p:ph idx="4" type="title"/>
          </p:nvPr>
        </p:nvSpPr>
        <p:spPr>
          <a:xfrm rot="1973">
            <a:off x="6941800" y="1331401"/>
            <a:ext cx="1045200" cy="60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45" name="Google Shape;1645;p67"/>
          <p:cNvSpPr txBox="1"/>
          <p:nvPr>
            <p:ph idx="8" type="subTitle"/>
          </p:nvPr>
        </p:nvSpPr>
        <p:spPr>
          <a:xfrm>
            <a:off x="436850" y="1915200"/>
            <a:ext cx="2499000" cy="1273500"/>
          </a:xfrm>
          <a:prstGeom prst="rect">
            <a:avLst/>
          </a:prstGeom>
          <a:solidFill>
            <a:srgbClr val="D7E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00000"/>
                </a:solidFill>
                <a:latin typeface="Outfit Light"/>
                <a:ea typeface="Outfit Light"/>
                <a:cs typeface="Outfit Light"/>
                <a:sym typeface="Outfit Light"/>
              </a:rPr>
              <a:t>What are the roles of each electronic within this sensor?</a:t>
            </a:r>
            <a:endParaRPr sz="1600"/>
          </a:p>
        </p:txBody>
      </p:sp>
      <p:sp>
        <p:nvSpPr>
          <p:cNvPr id="1646" name="Google Shape;1646;p67"/>
          <p:cNvSpPr txBox="1"/>
          <p:nvPr>
            <p:ph idx="13" type="subTitle"/>
          </p:nvPr>
        </p:nvSpPr>
        <p:spPr>
          <a:xfrm>
            <a:off x="6214901" y="1915200"/>
            <a:ext cx="2499000" cy="1273500"/>
          </a:xfrm>
          <a:prstGeom prst="rect">
            <a:avLst/>
          </a:prstGeom>
          <a:solidFill>
            <a:srgbClr val="D7E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00000"/>
                </a:solidFill>
                <a:latin typeface="Outfit Light"/>
                <a:ea typeface="Outfit Light"/>
                <a:cs typeface="Outfit Light"/>
                <a:sym typeface="Outfit Light"/>
              </a:rPr>
              <a:t>How do we test and validate this sensor before deployment?</a:t>
            </a:r>
            <a:endParaRPr sz="1600"/>
          </a:p>
        </p:txBody>
      </p:sp>
      <p:grpSp>
        <p:nvGrpSpPr>
          <p:cNvPr id="1647" name="Google Shape;1647;p67"/>
          <p:cNvGrpSpPr/>
          <p:nvPr/>
        </p:nvGrpSpPr>
        <p:grpSpPr>
          <a:xfrm>
            <a:off x="4473783" y="1428686"/>
            <a:ext cx="863327" cy="681000"/>
            <a:chOff x="6636544" y="148135"/>
            <a:chExt cx="460392" cy="363161"/>
          </a:xfrm>
        </p:grpSpPr>
        <p:sp>
          <p:nvSpPr>
            <p:cNvPr id="1648" name="Google Shape;1648;p67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67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67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67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67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67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4" name="Google Shape;1654;p67"/>
          <p:cNvGrpSpPr/>
          <p:nvPr/>
        </p:nvGrpSpPr>
        <p:grpSpPr>
          <a:xfrm>
            <a:off x="3771869" y="1724910"/>
            <a:ext cx="76111" cy="89788"/>
            <a:chOff x="6262229" y="306105"/>
            <a:chExt cx="40588" cy="47882"/>
          </a:xfrm>
        </p:grpSpPr>
        <p:sp>
          <p:nvSpPr>
            <p:cNvPr id="1655" name="Google Shape;1655;p67"/>
            <p:cNvSpPr/>
            <p:nvPr/>
          </p:nvSpPr>
          <p:spPr>
            <a:xfrm>
              <a:off x="6274493" y="306105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4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67"/>
            <p:cNvSpPr/>
            <p:nvPr/>
          </p:nvSpPr>
          <p:spPr>
            <a:xfrm>
              <a:off x="6262229" y="315689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7" name="Google Shape;1657;p67"/>
          <p:cNvGrpSpPr/>
          <p:nvPr/>
        </p:nvGrpSpPr>
        <p:grpSpPr>
          <a:xfrm>
            <a:off x="4212289" y="1994902"/>
            <a:ext cx="76025" cy="89873"/>
            <a:chOff x="6497095" y="450085"/>
            <a:chExt cx="40542" cy="47927"/>
          </a:xfrm>
        </p:grpSpPr>
        <p:grpSp>
          <p:nvGrpSpPr>
            <p:cNvPr id="1658" name="Google Shape;1658;p67"/>
            <p:cNvGrpSpPr/>
            <p:nvPr/>
          </p:nvGrpSpPr>
          <p:grpSpPr>
            <a:xfrm>
              <a:off x="6506860" y="450085"/>
              <a:ext cx="18758" cy="10719"/>
              <a:chOff x="593928" y="2906593"/>
              <a:chExt cx="28512" cy="16292"/>
            </a:xfrm>
          </p:grpSpPr>
          <p:sp>
            <p:nvSpPr>
              <p:cNvPr id="1659" name="Google Shape;1659;p67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67"/>
              <p:cNvSpPr/>
              <p:nvPr/>
            </p:nvSpPr>
            <p:spPr>
              <a:xfrm>
                <a:off x="593928" y="2906593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1" name="Google Shape;1661;p67"/>
            <p:cNvSpPr/>
            <p:nvPr/>
          </p:nvSpPr>
          <p:spPr>
            <a:xfrm>
              <a:off x="6509313" y="45017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734" y="46048"/>
                  </a:moveTo>
                  <a:cubicBezTo>
                    <a:pt x="42734" y="45634"/>
                    <a:pt x="42734" y="45288"/>
                    <a:pt x="42734" y="44874"/>
                  </a:cubicBezTo>
                  <a:cubicBezTo>
                    <a:pt x="42734" y="44460"/>
                    <a:pt x="42734" y="44046"/>
                    <a:pt x="42665" y="43632"/>
                  </a:cubicBezTo>
                  <a:cubicBezTo>
                    <a:pt x="42665" y="43632"/>
                    <a:pt x="42665" y="43563"/>
                    <a:pt x="42665" y="43493"/>
                  </a:cubicBezTo>
                  <a:cubicBezTo>
                    <a:pt x="42665" y="43493"/>
                    <a:pt x="42665" y="43493"/>
                    <a:pt x="42665" y="43424"/>
                  </a:cubicBezTo>
                  <a:cubicBezTo>
                    <a:pt x="42665" y="43079"/>
                    <a:pt x="42596" y="42665"/>
                    <a:pt x="42527" y="42320"/>
                  </a:cubicBezTo>
                  <a:cubicBezTo>
                    <a:pt x="42527" y="41837"/>
                    <a:pt x="42389" y="41422"/>
                    <a:pt x="42320" y="40939"/>
                  </a:cubicBezTo>
                  <a:cubicBezTo>
                    <a:pt x="42320" y="40594"/>
                    <a:pt x="42182" y="40180"/>
                    <a:pt x="42113" y="39834"/>
                  </a:cubicBezTo>
                  <a:cubicBezTo>
                    <a:pt x="42113" y="39765"/>
                    <a:pt x="42113" y="39696"/>
                    <a:pt x="42113" y="39627"/>
                  </a:cubicBezTo>
                  <a:cubicBezTo>
                    <a:pt x="42113" y="39558"/>
                    <a:pt x="42113" y="39489"/>
                    <a:pt x="42113" y="39420"/>
                  </a:cubicBezTo>
                  <a:cubicBezTo>
                    <a:pt x="42044" y="38868"/>
                    <a:pt x="41906" y="38385"/>
                    <a:pt x="41768" y="37832"/>
                  </a:cubicBezTo>
                  <a:cubicBezTo>
                    <a:pt x="41630" y="37280"/>
                    <a:pt x="41491" y="36659"/>
                    <a:pt x="41353" y="36038"/>
                  </a:cubicBezTo>
                  <a:cubicBezTo>
                    <a:pt x="41353" y="36038"/>
                    <a:pt x="41353" y="35968"/>
                    <a:pt x="41353" y="35899"/>
                  </a:cubicBezTo>
                  <a:cubicBezTo>
                    <a:pt x="41353" y="35899"/>
                    <a:pt x="41353" y="35761"/>
                    <a:pt x="41353" y="35692"/>
                  </a:cubicBezTo>
                  <a:cubicBezTo>
                    <a:pt x="41215" y="35209"/>
                    <a:pt x="41077" y="34657"/>
                    <a:pt x="40939" y="34173"/>
                  </a:cubicBezTo>
                  <a:cubicBezTo>
                    <a:pt x="40732" y="33483"/>
                    <a:pt x="40594" y="32862"/>
                    <a:pt x="40387" y="32171"/>
                  </a:cubicBezTo>
                  <a:cubicBezTo>
                    <a:pt x="40387" y="32171"/>
                    <a:pt x="40387" y="32033"/>
                    <a:pt x="40387" y="32033"/>
                  </a:cubicBezTo>
                  <a:cubicBezTo>
                    <a:pt x="40387" y="31895"/>
                    <a:pt x="40318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3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0"/>
                  </a:cubicBezTo>
                  <a:cubicBezTo>
                    <a:pt x="6628" y="26234"/>
                    <a:pt x="7249" y="27408"/>
                    <a:pt x="7870" y="28719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8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7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8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67"/>
            <p:cNvSpPr/>
            <p:nvPr/>
          </p:nvSpPr>
          <p:spPr>
            <a:xfrm>
              <a:off x="6497095" y="45971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3" name="Google Shape;1663;p67"/>
          <p:cNvGrpSpPr/>
          <p:nvPr/>
        </p:nvGrpSpPr>
        <p:grpSpPr>
          <a:xfrm>
            <a:off x="4039663" y="2166865"/>
            <a:ext cx="35175" cy="20099"/>
            <a:chOff x="439215" y="3045980"/>
            <a:chExt cx="28512" cy="16292"/>
          </a:xfrm>
        </p:grpSpPr>
        <p:sp>
          <p:nvSpPr>
            <p:cNvPr id="1664" name="Google Shape;1664;p67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67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6" name="Google Shape;1666;p67"/>
          <p:cNvGrpSpPr/>
          <p:nvPr/>
        </p:nvGrpSpPr>
        <p:grpSpPr>
          <a:xfrm>
            <a:off x="4021336" y="2166948"/>
            <a:ext cx="76195" cy="89788"/>
            <a:chOff x="6395264" y="541833"/>
            <a:chExt cx="40633" cy="47882"/>
          </a:xfrm>
        </p:grpSpPr>
        <p:sp>
          <p:nvSpPr>
            <p:cNvPr id="1667" name="Google Shape;1667;p67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67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9" name="Google Shape;1669;p67"/>
          <p:cNvGrpSpPr/>
          <p:nvPr/>
        </p:nvGrpSpPr>
        <p:grpSpPr>
          <a:xfrm>
            <a:off x="4616018" y="2121894"/>
            <a:ext cx="35175" cy="20099"/>
            <a:chOff x="906391" y="3009528"/>
            <a:chExt cx="28512" cy="16292"/>
          </a:xfrm>
        </p:grpSpPr>
        <p:sp>
          <p:nvSpPr>
            <p:cNvPr id="1670" name="Google Shape;1670;p67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67"/>
            <p:cNvSpPr/>
            <p:nvPr/>
          </p:nvSpPr>
          <p:spPr>
            <a:xfrm>
              <a:off x="906391" y="3009528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2" name="Google Shape;1672;p67"/>
          <p:cNvGrpSpPr/>
          <p:nvPr/>
        </p:nvGrpSpPr>
        <p:grpSpPr>
          <a:xfrm>
            <a:off x="4597773" y="2121977"/>
            <a:ext cx="76110" cy="89807"/>
            <a:chOff x="6702665" y="517851"/>
            <a:chExt cx="40588" cy="47892"/>
          </a:xfrm>
        </p:grpSpPr>
        <p:sp>
          <p:nvSpPr>
            <p:cNvPr id="1673" name="Google Shape;1673;p67"/>
            <p:cNvSpPr/>
            <p:nvPr/>
          </p:nvSpPr>
          <p:spPr>
            <a:xfrm>
              <a:off x="6714928" y="517851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3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67"/>
            <p:cNvSpPr/>
            <p:nvPr/>
          </p:nvSpPr>
          <p:spPr>
            <a:xfrm>
              <a:off x="6702665" y="527435"/>
              <a:ext cx="23785" cy="38309"/>
            </a:xfrm>
            <a:custGeom>
              <a:rect b="b" l="l" r="r" t="t"/>
              <a:pathLst>
                <a:path extrusionOk="0" h="58264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89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5" name="Google Shape;1675;p67"/>
          <p:cNvGrpSpPr/>
          <p:nvPr/>
        </p:nvGrpSpPr>
        <p:grpSpPr>
          <a:xfrm>
            <a:off x="4397042" y="2519219"/>
            <a:ext cx="35175" cy="20099"/>
            <a:chOff x="728896" y="3331587"/>
            <a:chExt cx="28512" cy="16292"/>
          </a:xfrm>
        </p:grpSpPr>
        <p:sp>
          <p:nvSpPr>
            <p:cNvPr id="1676" name="Google Shape;1676;p67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67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8" name="Google Shape;1678;p67"/>
          <p:cNvGrpSpPr/>
          <p:nvPr/>
        </p:nvGrpSpPr>
        <p:grpSpPr>
          <a:xfrm>
            <a:off x="4378798" y="2519385"/>
            <a:ext cx="76110" cy="89703"/>
            <a:chOff x="6585891" y="729779"/>
            <a:chExt cx="40588" cy="47836"/>
          </a:xfrm>
        </p:grpSpPr>
        <p:sp>
          <p:nvSpPr>
            <p:cNvPr id="1679" name="Google Shape;1679;p67"/>
            <p:cNvSpPr/>
            <p:nvPr/>
          </p:nvSpPr>
          <p:spPr>
            <a:xfrm>
              <a:off x="6598154" y="729779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3"/>
                  </a:cubicBezTo>
                  <a:cubicBezTo>
                    <a:pt x="42596" y="43493"/>
                    <a:pt x="42596" y="43493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249"/>
                    <a:pt x="42044" y="39834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6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4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4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0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7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3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67"/>
            <p:cNvSpPr/>
            <p:nvPr/>
          </p:nvSpPr>
          <p:spPr>
            <a:xfrm>
              <a:off x="6585891" y="739318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649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1" name="Google Shape;1681;p67"/>
          <p:cNvGrpSpPr/>
          <p:nvPr/>
        </p:nvGrpSpPr>
        <p:grpSpPr>
          <a:xfrm>
            <a:off x="4340829" y="2277077"/>
            <a:ext cx="35175" cy="20099"/>
            <a:chOff x="683331" y="3135314"/>
            <a:chExt cx="28512" cy="16292"/>
          </a:xfrm>
        </p:grpSpPr>
        <p:sp>
          <p:nvSpPr>
            <p:cNvPr id="1682" name="Google Shape;1682;p67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67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4" name="Google Shape;1684;p67"/>
          <p:cNvGrpSpPr/>
          <p:nvPr/>
        </p:nvGrpSpPr>
        <p:grpSpPr>
          <a:xfrm>
            <a:off x="4322500" y="2277159"/>
            <a:ext cx="76195" cy="89788"/>
            <a:chOff x="6555868" y="600606"/>
            <a:chExt cx="40633" cy="47882"/>
          </a:xfrm>
        </p:grpSpPr>
        <p:sp>
          <p:nvSpPr>
            <p:cNvPr id="1685" name="Google Shape;1685;p67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67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7" name="Google Shape;1687;p67"/>
          <p:cNvGrpSpPr/>
          <p:nvPr/>
        </p:nvGrpSpPr>
        <p:grpSpPr>
          <a:xfrm>
            <a:off x="4906196" y="2150513"/>
            <a:ext cx="35175" cy="20099"/>
            <a:chOff x="1141601" y="3032725"/>
            <a:chExt cx="28512" cy="16292"/>
          </a:xfrm>
        </p:grpSpPr>
        <p:sp>
          <p:nvSpPr>
            <p:cNvPr id="1688" name="Google Shape;1688;p67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67"/>
            <p:cNvSpPr/>
            <p:nvPr/>
          </p:nvSpPr>
          <p:spPr>
            <a:xfrm>
              <a:off x="1141601" y="3032725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0" name="Google Shape;1690;p67"/>
          <p:cNvGrpSpPr/>
          <p:nvPr/>
        </p:nvGrpSpPr>
        <p:grpSpPr>
          <a:xfrm>
            <a:off x="4887865" y="2150680"/>
            <a:ext cx="76110" cy="89701"/>
            <a:chOff x="6857364" y="533158"/>
            <a:chExt cx="40588" cy="47836"/>
          </a:xfrm>
        </p:grpSpPr>
        <p:sp>
          <p:nvSpPr>
            <p:cNvPr id="1691" name="Google Shape;1691;p67"/>
            <p:cNvSpPr/>
            <p:nvPr/>
          </p:nvSpPr>
          <p:spPr>
            <a:xfrm>
              <a:off x="6869627" y="533158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3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900"/>
                  </a:cubicBezTo>
                  <a:cubicBezTo>
                    <a:pt x="41284" y="3590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4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1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4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4"/>
                  </a:cubicBezTo>
                  <a:cubicBezTo>
                    <a:pt x="42803" y="50674"/>
                    <a:pt x="42803" y="50674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67"/>
            <p:cNvSpPr/>
            <p:nvPr/>
          </p:nvSpPr>
          <p:spPr>
            <a:xfrm>
              <a:off x="6857364" y="542696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3" name="Google Shape;1693;p67"/>
          <p:cNvGrpSpPr/>
          <p:nvPr/>
        </p:nvGrpSpPr>
        <p:grpSpPr>
          <a:xfrm>
            <a:off x="3737886" y="2125640"/>
            <a:ext cx="76111" cy="89873"/>
            <a:chOff x="6244107" y="519805"/>
            <a:chExt cx="40588" cy="47927"/>
          </a:xfrm>
        </p:grpSpPr>
        <p:grpSp>
          <p:nvGrpSpPr>
            <p:cNvPr id="1694" name="Google Shape;1694;p67"/>
            <p:cNvGrpSpPr/>
            <p:nvPr/>
          </p:nvGrpSpPr>
          <p:grpSpPr>
            <a:xfrm>
              <a:off x="6253873" y="519805"/>
              <a:ext cx="18758" cy="10719"/>
              <a:chOff x="209390" y="3012566"/>
              <a:chExt cx="28512" cy="16292"/>
            </a:xfrm>
          </p:grpSpPr>
          <p:sp>
            <p:nvSpPr>
              <p:cNvPr id="1695" name="Google Shape;1695;p67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67"/>
              <p:cNvSpPr/>
              <p:nvPr/>
            </p:nvSpPr>
            <p:spPr>
              <a:xfrm>
                <a:off x="209390" y="3012566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7" name="Google Shape;1697;p67"/>
            <p:cNvSpPr/>
            <p:nvPr/>
          </p:nvSpPr>
          <p:spPr>
            <a:xfrm>
              <a:off x="6256371" y="51989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6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7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3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40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67"/>
            <p:cNvSpPr/>
            <p:nvPr/>
          </p:nvSpPr>
          <p:spPr>
            <a:xfrm>
              <a:off x="6244107" y="52943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9" name="Google Shape;1699;p67"/>
          <p:cNvGrpSpPr/>
          <p:nvPr/>
        </p:nvGrpSpPr>
        <p:grpSpPr>
          <a:xfrm>
            <a:off x="3926625" y="1956404"/>
            <a:ext cx="76111" cy="89873"/>
            <a:chOff x="6344757" y="429555"/>
            <a:chExt cx="40588" cy="47927"/>
          </a:xfrm>
        </p:grpSpPr>
        <p:grpSp>
          <p:nvGrpSpPr>
            <p:cNvPr id="1700" name="Google Shape;1700;p67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1701" name="Google Shape;1701;p67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67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03" name="Google Shape;1703;p67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67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5" name="Google Shape;1705;p67"/>
          <p:cNvGrpSpPr/>
          <p:nvPr/>
        </p:nvGrpSpPr>
        <p:grpSpPr>
          <a:xfrm>
            <a:off x="3554090" y="1205878"/>
            <a:ext cx="964872" cy="825213"/>
            <a:chOff x="6107743" y="29317"/>
            <a:chExt cx="514543" cy="440067"/>
          </a:xfrm>
        </p:grpSpPr>
        <p:sp>
          <p:nvSpPr>
            <p:cNvPr id="1706" name="Google Shape;1706;p67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67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67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67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67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67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2" name="Google Shape;1712;p67"/>
          <p:cNvGrpSpPr/>
          <p:nvPr/>
        </p:nvGrpSpPr>
        <p:grpSpPr>
          <a:xfrm>
            <a:off x="3280225" y="2662002"/>
            <a:ext cx="2590308" cy="2088025"/>
            <a:chOff x="3280225" y="2662002"/>
            <a:chExt cx="2590308" cy="2088025"/>
          </a:xfrm>
        </p:grpSpPr>
        <p:grpSp>
          <p:nvGrpSpPr>
            <p:cNvPr id="1713" name="Google Shape;1713;p67"/>
            <p:cNvGrpSpPr/>
            <p:nvPr/>
          </p:nvGrpSpPr>
          <p:grpSpPr>
            <a:xfrm>
              <a:off x="3280225" y="2812755"/>
              <a:ext cx="2590308" cy="1937272"/>
              <a:chOff x="773908" y="3553335"/>
              <a:chExt cx="2078232" cy="1554169"/>
            </a:xfrm>
          </p:grpSpPr>
          <p:grpSp>
            <p:nvGrpSpPr>
              <p:cNvPr id="1714" name="Google Shape;1714;p67"/>
              <p:cNvGrpSpPr/>
              <p:nvPr/>
            </p:nvGrpSpPr>
            <p:grpSpPr>
              <a:xfrm>
                <a:off x="773908" y="3553335"/>
                <a:ext cx="2078232" cy="1554169"/>
                <a:chOff x="773908" y="3553335"/>
                <a:chExt cx="2078232" cy="1554169"/>
              </a:xfrm>
            </p:grpSpPr>
            <p:grpSp>
              <p:nvGrpSpPr>
                <p:cNvPr id="1715" name="Google Shape;1715;p67"/>
                <p:cNvGrpSpPr/>
                <p:nvPr/>
              </p:nvGrpSpPr>
              <p:grpSpPr>
                <a:xfrm>
                  <a:off x="773908" y="3816920"/>
                  <a:ext cx="2077473" cy="1290584"/>
                  <a:chOff x="773908" y="3816920"/>
                  <a:chExt cx="2077473" cy="1290584"/>
                </a:xfrm>
              </p:grpSpPr>
              <p:sp>
                <p:nvSpPr>
                  <p:cNvPr id="1716" name="Google Shape;1716;p67"/>
                  <p:cNvSpPr/>
                  <p:nvPr/>
                </p:nvSpPr>
                <p:spPr>
                  <a:xfrm>
                    <a:off x="1860350" y="4444193"/>
                    <a:ext cx="991031" cy="663311"/>
                  </a:xfrm>
                  <a:custGeom>
                    <a:rect b="b" l="l" r="r" t="t"/>
                    <a:pathLst>
                      <a:path extrusionOk="0" h="663311" w="991031">
                        <a:moveTo>
                          <a:pt x="207" y="575772"/>
                        </a:moveTo>
                        <a:lnTo>
                          <a:pt x="991031" y="0"/>
                        </a:lnTo>
                        <a:lnTo>
                          <a:pt x="990755" y="87540"/>
                        </a:lnTo>
                        <a:lnTo>
                          <a:pt x="0" y="663311"/>
                        </a:lnTo>
                        <a:lnTo>
                          <a:pt x="207" y="575772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7" name="Google Shape;1717;p67"/>
                  <p:cNvSpPr/>
                  <p:nvPr/>
                </p:nvSpPr>
                <p:spPr>
                  <a:xfrm>
                    <a:off x="774185" y="3816920"/>
                    <a:ext cx="2077196" cy="1203045"/>
                  </a:xfrm>
                  <a:custGeom>
                    <a:rect b="b" l="l" r="r" t="t"/>
                    <a:pathLst>
                      <a:path extrusionOk="0" h="1203045" w="2077196">
                        <a:moveTo>
                          <a:pt x="0" y="575772"/>
                        </a:moveTo>
                        <a:lnTo>
                          <a:pt x="990824" y="0"/>
                        </a:lnTo>
                        <a:lnTo>
                          <a:pt x="2077196" y="627273"/>
                        </a:lnTo>
                        <a:lnTo>
                          <a:pt x="1086372" y="1203045"/>
                        </a:lnTo>
                        <a:lnTo>
                          <a:pt x="0" y="575772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8" name="Google Shape;1718;p67"/>
                  <p:cNvSpPr/>
                  <p:nvPr/>
                </p:nvSpPr>
                <p:spPr>
                  <a:xfrm>
                    <a:off x="773908" y="4392692"/>
                    <a:ext cx="1086648" cy="714812"/>
                  </a:xfrm>
                  <a:custGeom>
                    <a:rect b="b" l="l" r="r" t="t"/>
                    <a:pathLst>
                      <a:path extrusionOk="0" h="714812" w="1086648">
                        <a:moveTo>
                          <a:pt x="1086648" y="627274"/>
                        </a:moveTo>
                        <a:lnTo>
                          <a:pt x="1086441" y="714813"/>
                        </a:lnTo>
                        <a:lnTo>
                          <a:pt x="0" y="87608"/>
                        </a:lnTo>
                        <a:lnTo>
                          <a:pt x="276" y="0"/>
                        </a:lnTo>
                        <a:lnTo>
                          <a:pt x="1086648" y="627274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19" name="Google Shape;1719;p67"/>
                <p:cNvGrpSpPr/>
                <p:nvPr/>
              </p:nvGrpSpPr>
              <p:grpSpPr>
                <a:xfrm>
                  <a:off x="774185" y="3553335"/>
                  <a:ext cx="2077955" cy="1466630"/>
                  <a:chOff x="774185" y="3553335"/>
                  <a:chExt cx="2077955" cy="1466630"/>
                </a:xfrm>
              </p:grpSpPr>
              <p:sp>
                <p:nvSpPr>
                  <p:cNvPr id="1720" name="Google Shape;1720;p67"/>
                  <p:cNvSpPr/>
                  <p:nvPr/>
                </p:nvSpPr>
                <p:spPr>
                  <a:xfrm>
                    <a:off x="1860557" y="4180540"/>
                    <a:ext cx="991583" cy="839425"/>
                  </a:xfrm>
                  <a:custGeom>
                    <a:rect b="b" l="l" r="r" t="t"/>
                    <a:pathLst>
                      <a:path extrusionOk="0" h="839425" w="991583">
                        <a:moveTo>
                          <a:pt x="759" y="575841"/>
                        </a:moveTo>
                        <a:lnTo>
                          <a:pt x="991584" y="0"/>
                        </a:lnTo>
                        <a:lnTo>
                          <a:pt x="990824" y="263654"/>
                        </a:lnTo>
                        <a:lnTo>
                          <a:pt x="0" y="839426"/>
                        </a:lnTo>
                        <a:lnTo>
                          <a:pt x="759" y="57584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1" name="Google Shape;1721;p67"/>
                  <p:cNvSpPr/>
                  <p:nvPr/>
                </p:nvSpPr>
                <p:spPr>
                  <a:xfrm>
                    <a:off x="1860557" y="4180540"/>
                    <a:ext cx="991583" cy="839425"/>
                  </a:xfrm>
                  <a:custGeom>
                    <a:rect b="b" l="l" r="r" t="t"/>
                    <a:pathLst>
                      <a:path extrusionOk="0" h="839425" w="991583">
                        <a:moveTo>
                          <a:pt x="759" y="575841"/>
                        </a:moveTo>
                        <a:lnTo>
                          <a:pt x="0" y="839426"/>
                        </a:lnTo>
                        <a:lnTo>
                          <a:pt x="990824" y="263654"/>
                        </a:lnTo>
                        <a:lnTo>
                          <a:pt x="991584" y="0"/>
                        </a:lnTo>
                        <a:lnTo>
                          <a:pt x="759" y="575841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722" name="Google Shape;1722;p67"/>
                  <p:cNvGrpSpPr/>
                  <p:nvPr/>
                </p:nvGrpSpPr>
                <p:grpSpPr>
                  <a:xfrm>
                    <a:off x="774944" y="3553335"/>
                    <a:ext cx="2077196" cy="1203045"/>
                    <a:chOff x="774944" y="3553335"/>
                    <a:chExt cx="2077196" cy="1203045"/>
                  </a:xfrm>
                </p:grpSpPr>
                <p:sp>
                  <p:nvSpPr>
                    <p:cNvPr id="1723" name="Google Shape;1723;p67"/>
                    <p:cNvSpPr/>
                    <p:nvPr/>
                  </p:nvSpPr>
                  <p:spPr>
                    <a:xfrm>
                      <a:off x="774944" y="3553335"/>
                      <a:ext cx="2077196" cy="1203044"/>
                    </a:xfrm>
                    <a:custGeom>
                      <a:rect b="b" l="l" r="r" t="t"/>
                      <a:pathLst>
                        <a:path extrusionOk="0" h="1203044" w="2077196">
                          <a:moveTo>
                            <a:pt x="0" y="575772"/>
                          </a:moveTo>
                          <a:lnTo>
                            <a:pt x="990755" y="0"/>
                          </a:lnTo>
                          <a:lnTo>
                            <a:pt x="2077197" y="627204"/>
                          </a:lnTo>
                          <a:lnTo>
                            <a:pt x="1086372" y="1203045"/>
                          </a:lnTo>
                          <a:lnTo>
                            <a:pt x="0" y="57577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24" name="Google Shape;1724;p67"/>
                    <p:cNvSpPr/>
                    <p:nvPr/>
                  </p:nvSpPr>
                  <p:spPr>
                    <a:xfrm>
                      <a:off x="894241" y="3621613"/>
                      <a:ext cx="1957899" cy="1134767"/>
                    </a:xfrm>
                    <a:custGeom>
                      <a:rect b="b" l="l" r="r" t="t"/>
                      <a:pathLst>
                        <a:path extrusionOk="0" h="1134767" w="1957899">
                          <a:moveTo>
                            <a:pt x="0" y="576393"/>
                          </a:moveTo>
                          <a:lnTo>
                            <a:pt x="991791" y="0"/>
                          </a:lnTo>
                          <a:lnTo>
                            <a:pt x="1957900" y="558926"/>
                          </a:lnTo>
                          <a:lnTo>
                            <a:pt x="967075" y="1134767"/>
                          </a:lnTo>
                          <a:lnTo>
                            <a:pt x="0" y="576393"/>
                          </a:ln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725" name="Google Shape;1725;p67"/>
                  <p:cNvSpPr/>
                  <p:nvPr/>
                </p:nvSpPr>
                <p:spPr>
                  <a:xfrm>
                    <a:off x="774185" y="4129107"/>
                    <a:ext cx="1087131" cy="890858"/>
                  </a:xfrm>
                  <a:custGeom>
                    <a:rect b="b" l="l" r="r" t="t"/>
                    <a:pathLst>
                      <a:path extrusionOk="0" h="890858" w="1087131">
                        <a:moveTo>
                          <a:pt x="1087131" y="627273"/>
                        </a:moveTo>
                        <a:lnTo>
                          <a:pt x="1086372" y="890858"/>
                        </a:lnTo>
                        <a:lnTo>
                          <a:pt x="0" y="263585"/>
                        </a:lnTo>
                        <a:lnTo>
                          <a:pt x="759" y="0"/>
                        </a:lnTo>
                        <a:lnTo>
                          <a:pt x="1087131" y="627273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6" name="Google Shape;1726;p67"/>
                  <p:cNvSpPr/>
                  <p:nvPr/>
                </p:nvSpPr>
                <p:spPr>
                  <a:xfrm>
                    <a:off x="894172" y="4198006"/>
                    <a:ext cx="967144" cy="821958"/>
                  </a:xfrm>
                  <a:custGeom>
                    <a:rect b="b" l="l" r="r" t="t"/>
                    <a:pathLst>
                      <a:path extrusionOk="0" h="821958" w="967144">
                        <a:moveTo>
                          <a:pt x="69" y="0"/>
                        </a:moveTo>
                        <a:cubicBezTo>
                          <a:pt x="4211" y="42251"/>
                          <a:pt x="40525" y="76355"/>
                          <a:pt x="76631" y="98654"/>
                        </a:cubicBezTo>
                        <a:cubicBezTo>
                          <a:pt x="112738" y="121022"/>
                          <a:pt x="153539" y="135382"/>
                          <a:pt x="188472" y="159476"/>
                        </a:cubicBezTo>
                        <a:cubicBezTo>
                          <a:pt x="298518" y="235279"/>
                          <a:pt x="334624" y="394203"/>
                          <a:pt x="453714" y="454887"/>
                        </a:cubicBezTo>
                        <a:cubicBezTo>
                          <a:pt x="532071" y="494860"/>
                          <a:pt x="629828" y="482364"/>
                          <a:pt x="706597" y="525236"/>
                        </a:cubicBezTo>
                        <a:cubicBezTo>
                          <a:pt x="822787" y="590131"/>
                          <a:pt x="850679" y="756304"/>
                          <a:pt x="966385" y="821959"/>
                        </a:cubicBezTo>
                        <a:lnTo>
                          <a:pt x="967144" y="55837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27" name="Google Shape;1727;p67"/>
              <p:cNvGrpSpPr/>
              <p:nvPr/>
            </p:nvGrpSpPr>
            <p:grpSpPr>
              <a:xfrm>
                <a:off x="1305642" y="3849168"/>
                <a:ext cx="1305902" cy="982325"/>
                <a:chOff x="1305642" y="3849168"/>
                <a:chExt cx="1305902" cy="982325"/>
              </a:xfrm>
            </p:grpSpPr>
            <p:sp>
              <p:nvSpPr>
                <p:cNvPr id="1728" name="Google Shape;1728;p67"/>
                <p:cNvSpPr/>
                <p:nvPr/>
              </p:nvSpPr>
              <p:spPr>
                <a:xfrm>
                  <a:off x="1866433" y="3849168"/>
                  <a:ext cx="366020" cy="217391"/>
                </a:xfrm>
                <a:custGeom>
                  <a:rect b="b" l="l" r="r" t="t"/>
                  <a:pathLst>
                    <a:path extrusionOk="0" h="217391" w="366020">
                      <a:moveTo>
                        <a:pt x="362577" y="217391"/>
                      </a:moveTo>
                      <a:cubicBezTo>
                        <a:pt x="361955" y="217391"/>
                        <a:pt x="361403" y="217253"/>
                        <a:pt x="360851" y="216908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364303" y="210971"/>
                      </a:lnTo>
                      <a:cubicBezTo>
                        <a:pt x="365959" y="211937"/>
                        <a:pt x="366512" y="214077"/>
                        <a:pt x="365545" y="215665"/>
                      </a:cubicBezTo>
                      <a:cubicBezTo>
                        <a:pt x="364924" y="216770"/>
                        <a:pt x="363750" y="217391"/>
                        <a:pt x="362577" y="21739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9" name="Google Shape;1729;p67"/>
                <p:cNvSpPr/>
                <p:nvPr/>
              </p:nvSpPr>
              <p:spPr>
                <a:xfrm>
                  <a:off x="2043790" y="4011199"/>
                  <a:ext cx="236506" cy="141449"/>
                </a:xfrm>
                <a:custGeom>
                  <a:rect b="b" l="l" r="r" t="t"/>
                  <a:pathLst>
                    <a:path extrusionOk="0" h="141449" w="236506">
                      <a:moveTo>
                        <a:pt x="233062" y="141450"/>
                      </a:moveTo>
                      <a:cubicBezTo>
                        <a:pt x="232441" y="141450"/>
                        <a:pt x="231889" y="141312"/>
                        <a:pt x="231337" y="140967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234788" y="135030"/>
                      </a:lnTo>
                      <a:cubicBezTo>
                        <a:pt x="236445" y="135996"/>
                        <a:pt x="236998" y="138136"/>
                        <a:pt x="236031" y="139724"/>
                      </a:cubicBezTo>
                      <a:cubicBezTo>
                        <a:pt x="235410" y="140829"/>
                        <a:pt x="234236" y="141450"/>
                        <a:pt x="233062" y="14145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0" name="Google Shape;1730;p67"/>
                <p:cNvSpPr/>
                <p:nvPr/>
              </p:nvSpPr>
              <p:spPr>
                <a:xfrm>
                  <a:off x="1508060" y="4046270"/>
                  <a:ext cx="219868" cy="131715"/>
                </a:xfrm>
                <a:custGeom>
                  <a:rect b="b" l="l" r="r" t="t"/>
                  <a:pathLst>
                    <a:path extrusionOk="0" h="131715" w="219868">
                      <a:moveTo>
                        <a:pt x="216424" y="131716"/>
                      </a:moveTo>
                      <a:cubicBezTo>
                        <a:pt x="215803" y="131716"/>
                        <a:pt x="215251" y="131578"/>
                        <a:pt x="214699" y="131232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218150" y="125295"/>
                      </a:lnTo>
                      <a:cubicBezTo>
                        <a:pt x="219807" y="126262"/>
                        <a:pt x="220360" y="128402"/>
                        <a:pt x="219393" y="129990"/>
                      </a:cubicBezTo>
                      <a:cubicBezTo>
                        <a:pt x="218772" y="131094"/>
                        <a:pt x="217598" y="131716"/>
                        <a:pt x="216424" y="13171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1" name="Google Shape;1731;p67"/>
                <p:cNvSpPr/>
                <p:nvPr/>
              </p:nvSpPr>
              <p:spPr>
                <a:xfrm>
                  <a:off x="1305642" y="4218173"/>
                  <a:ext cx="129567" cy="78833"/>
                </a:xfrm>
                <a:custGeom>
                  <a:rect b="b" l="l" r="r" t="t"/>
                  <a:pathLst>
                    <a:path extrusionOk="0" h="78833" w="129567">
                      <a:moveTo>
                        <a:pt x="126124" y="78833"/>
                      </a:moveTo>
                      <a:cubicBezTo>
                        <a:pt x="125502" y="78833"/>
                        <a:pt x="124950" y="78695"/>
                        <a:pt x="124398" y="78350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13" y="-491"/>
                        <a:pt x="5170" y="476"/>
                      </a:cubicBezTo>
                      <a:lnTo>
                        <a:pt x="127850" y="72412"/>
                      </a:lnTo>
                      <a:cubicBezTo>
                        <a:pt x="129506" y="73379"/>
                        <a:pt x="130059" y="75519"/>
                        <a:pt x="129092" y="77107"/>
                      </a:cubicBezTo>
                      <a:cubicBezTo>
                        <a:pt x="128471" y="78212"/>
                        <a:pt x="127297" y="78833"/>
                        <a:pt x="126124" y="7883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2" name="Google Shape;1732;p67"/>
                <p:cNvSpPr/>
                <p:nvPr/>
              </p:nvSpPr>
              <p:spPr>
                <a:xfrm>
                  <a:off x="2081070" y="4273265"/>
                  <a:ext cx="129567" cy="78832"/>
                </a:xfrm>
                <a:custGeom>
                  <a:rect b="b" l="l" r="r" t="t"/>
                  <a:pathLst>
                    <a:path extrusionOk="0" h="78832" w="129567">
                      <a:moveTo>
                        <a:pt x="126124" y="78833"/>
                      </a:moveTo>
                      <a:cubicBezTo>
                        <a:pt x="125502" y="78833"/>
                        <a:pt x="124950" y="78695"/>
                        <a:pt x="124398" y="78350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127849" y="72413"/>
                      </a:lnTo>
                      <a:cubicBezTo>
                        <a:pt x="129507" y="73379"/>
                        <a:pt x="130059" y="75519"/>
                        <a:pt x="129092" y="77107"/>
                      </a:cubicBezTo>
                      <a:cubicBezTo>
                        <a:pt x="128471" y="78212"/>
                        <a:pt x="127297" y="78833"/>
                        <a:pt x="126124" y="7883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3" name="Google Shape;1733;p67"/>
                <p:cNvSpPr/>
                <p:nvPr/>
              </p:nvSpPr>
              <p:spPr>
                <a:xfrm>
                  <a:off x="1659459" y="4070088"/>
                  <a:ext cx="366020" cy="217391"/>
                </a:xfrm>
                <a:custGeom>
                  <a:rect b="b" l="l" r="r" t="t"/>
                  <a:pathLst>
                    <a:path extrusionOk="0" h="217391" w="366020">
                      <a:moveTo>
                        <a:pt x="362577" y="217391"/>
                      </a:moveTo>
                      <a:cubicBezTo>
                        <a:pt x="361955" y="217391"/>
                        <a:pt x="361403" y="217253"/>
                        <a:pt x="360851" y="216908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364303" y="210971"/>
                      </a:lnTo>
                      <a:cubicBezTo>
                        <a:pt x="365959" y="211937"/>
                        <a:pt x="366512" y="214077"/>
                        <a:pt x="365545" y="215665"/>
                      </a:cubicBezTo>
                      <a:cubicBezTo>
                        <a:pt x="364924" y="216770"/>
                        <a:pt x="363750" y="217391"/>
                        <a:pt x="362577" y="21739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4" name="Google Shape;1734;p67"/>
                <p:cNvSpPr/>
                <p:nvPr/>
              </p:nvSpPr>
              <p:spPr>
                <a:xfrm>
                  <a:off x="1650898" y="4294528"/>
                  <a:ext cx="251349" cy="150148"/>
                </a:xfrm>
                <a:custGeom>
                  <a:rect b="b" l="l" r="r" t="t"/>
                  <a:pathLst>
                    <a:path extrusionOk="0" h="150148" w="251349">
                      <a:moveTo>
                        <a:pt x="247906" y="150149"/>
                      </a:moveTo>
                      <a:cubicBezTo>
                        <a:pt x="247284" y="150149"/>
                        <a:pt x="246732" y="150011"/>
                        <a:pt x="246180" y="149665"/>
                      </a:cubicBezTo>
                      <a:lnTo>
                        <a:pt x="1718" y="6413"/>
                      </a:lnTo>
                      <a:cubicBezTo>
                        <a:pt x="61" y="5446"/>
                        <a:pt x="-491" y="3306"/>
                        <a:pt x="476" y="1718"/>
                      </a:cubicBezTo>
                      <a:cubicBezTo>
                        <a:pt x="1442" y="61"/>
                        <a:pt x="3582" y="-491"/>
                        <a:pt x="5170" y="476"/>
                      </a:cubicBezTo>
                      <a:lnTo>
                        <a:pt x="249632" y="143728"/>
                      </a:lnTo>
                      <a:cubicBezTo>
                        <a:pt x="251288" y="144695"/>
                        <a:pt x="251841" y="146835"/>
                        <a:pt x="250874" y="148423"/>
                      </a:cubicBezTo>
                      <a:cubicBezTo>
                        <a:pt x="250253" y="149527"/>
                        <a:pt x="249079" y="150149"/>
                        <a:pt x="247906" y="1501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5" name="Google Shape;1735;p67"/>
                <p:cNvSpPr/>
                <p:nvPr/>
              </p:nvSpPr>
              <p:spPr>
                <a:xfrm>
                  <a:off x="2107227" y="4692107"/>
                  <a:ext cx="6903" cy="139386"/>
                </a:xfrm>
                <a:custGeom>
                  <a:rect b="b" l="l" r="r" t="t"/>
                  <a:pathLst>
                    <a:path extrusionOk="0" h="139386" w="6903">
                      <a:moveTo>
                        <a:pt x="3452" y="139386"/>
                      </a:moveTo>
                      <a:cubicBezTo>
                        <a:pt x="1519" y="139386"/>
                        <a:pt x="0" y="137868"/>
                        <a:pt x="0" y="135935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135935"/>
                      </a:lnTo>
                      <a:cubicBezTo>
                        <a:pt x="6904" y="137868"/>
                        <a:pt x="5385" y="139386"/>
                        <a:pt x="3452" y="1393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6" name="Google Shape;1736;p67"/>
                <p:cNvSpPr/>
                <p:nvPr/>
              </p:nvSpPr>
              <p:spPr>
                <a:xfrm>
                  <a:off x="2461044" y="4461246"/>
                  <a:ext cx="6903" cy="116742"/>
                </a:xfrm>
                <a:custGeom>
                  <a:rect b="b" l="l" r="r" t="t"/>
                  <a:pathLst>
                    <a:path extrusionOk="0" h="116742" w="6903">
                      <a:moveTo>
                        <a:pt x="3452" y="116742"/>
                      </a:moveTo>
                      <a:cubicBezTo>
                        <a:pt x="1519" y="116742"/>
                        <a:pt x="0" y="115223"/>
                        <a:pt x="0" y="113290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113290"/>
                      </a:lnTo>
                      <a:cubicBezTo>
                        <a:pt x="6904" y="115223"/>
                        <a:pt x="5385" y="116742"/>
                        <a:pt x="3452" y="1167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67"/>
                <p:cNvSpPr/>
                <p:nvPr/>
              </p:nvSpPr>
              <p:spPr>
                <a:xfrm>
                  <a:off x="2182892" y="4640881"/>
                  <a:ext cx="6903" cy="54470"/>
                </a:xfrm>
                <a:custGeom>
                  <a:rect b="b" l="l" r="r" t="t"/>
                  <a:pathLst>
                    <a:path extrusionOk="0" h="54470" w="6903">
                      <a:moveTo>
                        <a:pt x="3452" y="54470"/>
                      </a:moveTo>
                      <a:cubicBezTo>
                        <a:pt x="1519" y="54470"/>
                        <a:pt x="0" y="52952"/>
                        <a:pt x="0" y="51019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51019"/>
                      </a:lnTo>
                      <a:cubicBezTo>
                        <a:pt x="6904" y="52952"/>
                        <a:pt x="5385" y="54470"/>
                        <a:pt x="3452" y="544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8" name="Google Shape;1738;p67"/>
                <p:cNvSpPr/>
                <p:nvPr/>
              </p:nvSpPr>
              <p:spPr>
                <a:xfrm>
                  <a:off x="2357626" y="4604153"/>
                  <a:ext cx="6903" cy="54470"/>
                </a:xfrm>
                <a:custGeom>
                  <a:rect b="b" l="l" r="r" t="t"/>
                  <a:pathLst>
                    <a:path extrusionOk="0" h="54470" w="6903">
                      <a:moveTo>
                        <a:pt x="3452" y="54470"/>
                      </a:moveTo>
                      <a:cubicBezTo>
                        <a:pt x="1519" y="54470"/>
                        <a:pt x="0" y="52952"/>
                        <a:pt x="0" y="51019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51019"/>
                      </a:lnTo>
                      <a:cubicBezTo>
                        <a:pt x="6904" y="52952"/>
                        <a:pt x="5385" y="54470"/>
                        <a:pt x="3452" y="544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9" name="Google Shape;1739;p67"/>
                <p:cNvSpPr/>
                <p:nvPr/>
              </p:nvSpPr>
              <p:spPr>
                <a:xfrm>
                  <a:off x="2604641" y="4365491"/>
                  <a:ext cx="6903" cy="54470"/>
                </a:xfrm>
                <a:custGeom>
                  <a:rect b="b" l="l" r="r" t="t"/>
                  <a:pathLst>
                    <a:path extrusionOk="0" h="54470" w="6903">
                      <a:moveTo>
                        <a:pt x="3452" y="54471"/>
                      </a:moveTo>
                      <a:cubicBezTo>
                        <a:pt x="1519" y="54471"/>
                        <a:pt x="0" y="52952"/>
                        <a:pt x="0" y="51019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51019"/>
                      </a:lnTo>
                      <a:cubicBezTo>
                        <a:pt x="6904" y="52952"/>
                        <a:pt x="5385" y="54471"/>
                        <a:pt x="3452" y="5447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0" name="Google Shape;1740;p67"/>
                <p:cNvSpPr/>
                <p:nvPr/>
              </p:nvSpPr>
              <p:spPr>
                <a:xfrm>
                  <a:off x="2497841" y="4487963"/>
                  <a:ext cx="6903" cy="123093"/>
                </a:xfrm>
                <a:custGeom>
                  <a:rect b="b" l="l" r="r" t="t"/>
                  <a:pathLst>
                    <a:path extrusionOk="0" h="123093" w="6903">
                      <a:moveTo>
                        <a:pt x="3452" y="123094"/>
                      </a:moveTo>
                      <a:cubicBezTo>
                        <a:pt x="1519" y="123094"/>
                        <a:pt x="0" y="121575"/>
                        <a:pt x="0" y="119642"/>
                      </a:cubicBezTo>
                      <a:lnTo>
                        <a:pt x="0" y="3452"/>
                      </a:lnTo>
                      <a:cubicBezTo>
                        <a:pt x="0" y="1519"/>
                        <a:pt x="1519" y="0"/>
                        <a:pt x="3452" y="0"/>
                      </a:cubicBezTo>
                      <a:cubicBezTo>
                        <a:pt x="5385" y="0"/>
                        <a:pt x="6904" y="1519"/>
                        <a:pt x="6904" y="3452"/>
                      </a:cubicBezTo>
                      <a:lnTo>
                        <a:pt x="6904" y="119642"/>
                      </a:lnTo>
                      <a:cubicBezTo>
                        <a:pt x="6904" y="121575"/>
                        <a:pt x="5385" y="123094"/>
                        <a:pt x="3452" y="12309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741" name="Google Shape;1741;p67"/>
            <p:cNvSpPr/>
            <p:nvPr/>
          </p:nvSpPr>
          <p:spPr>
            <a:xfrm>
              <a:off x="3285125" y="2816400"/>
              <a:ext cx="1999875" cy="1173825"/>
            </a:xfrm>
            <a:custGeom>
              <a:rect b="b" l="l" r="r" t="t"/>
              <a:pathLst>
                <a:path extrusionOk="0" h="46953" w="79995">
                  <a:moveTo>
                    <a:pt x="0" y="28931"/>
                  </a:moveTo>
                  <a:lnTo>
                    <a:pt x="31777" y="46953"/>
                  </a:lnTo>
                  <a:lnTo>
                    <a:pt x="79995" y="17706"/>
                  </a:lnTo>
                  <a:lnTo>
                    <a:pt x="494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1742" name="Google Shape;1742;p67"/>
            <p:cNvGrpSpPr/>
            <p:nvPr/>
          </p:nvGrpSpPr>
          <p:grpSpPr>
            <a:xfrm>
              <a:off x="4195066" y="2662002"/>
              <a:ext cx="655372" cy="540526"/>
              <a:chOff x="10192816" y="2750512"/>
              <a:chExt cx="787991" cy="649905"/>
            </a:xfrm>
          </p:grpSpPr>
          <p:grpSp>
            <p:nvGrpSpPr>
              <p:cNvPr id="1743" name="Google Shape;1743;p67"/>
              <p:cNvGrpSpPr/>
              <p:nvPr/>
            </p:nvGrpSpPr>
            <p:grpSpPr>
              <a:xfrm>
                <a:off x="10192816" y="2750569"/>
                <a:ext cx="787991" cy="649848"/>
                <a:chOff x="10192816" y="2750569"/>
                <a:chExt cx="787991" cy="649848"/>
              </a:xfrm>
            </p:grpSpPr>
            <p:sp>
              <p:nvSpPr>
                <p:cNvPr id="1744" name="Google Shape;1744;p67"/>
                <p:cNvSpPr/>
                <p:nvPr/>
              </p:nvSpPr>
              <p:spPr>
                <a:xfrm>
                  <a:off x="10192816" y="2750569"/>
                  <a:ext cx="393995" cy="649848"/>
                </a:xfrm>
                <a:custGeom>
                  <a:rect b="b" l="l" r="r" t="t"/>
                  <a:pathLst>
                    <a:path extrusionOk="0" h="649848" w="393995">
                      <a:moveTo>
                        <a:pt x="393996" y="0"/>
                      </a:moveTo>
                      <a:lnTo>
                        <a:pt x="393996" y="649849"/>
                      </a:lnTo>
                      <a:lnTo>
                        <a:pt x="0" y="417193"/>
                      </a:lnTo>
                      <a:lnTo>
                        <a:pt x="208493" y="196411"/>
                      </a:lnTo>
                      <a:lnTo>
                        <a:pt x="3939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5" name="Google Shape;1745;p67"/>
                <p:cNvSpPr/>
                <p:nvPr/>
              </p:nvSpPr>
              <p:spPr>
                <a:xfrm>
                  <a:off x="10586811" y="2750569"/>
                  <a:ext cx="393996" cy="649848"/>
                </a:xfrm>
                <a:custGeom>
                  <a:rect b="b" l="l" r="r" t="t"/>
                  <a:pathLst>
                    <a:path extrusionOk="0" h="649848" w="393996">
                      <a:moveTo>
                        <a:pt x="393997" y="417193"/>
                      </a:moveTo>
                      <a:lnTo>
                        <a:pt x="0" y="649849"/>
                      </a:lnTo>
                      <a:lnTo>
                        <a:pt x="0" y="0"/>
                      </a:lnTo>
                      <a:lnTo>
                        <a:pt x="185296" y="196411"/>
                      </a:lnTo>
                      <a:lnTo>
                        <a:pt x="393997" y="41719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46" name="Google Shape;1746;p67"/>
              <p:cNvGrpSpPr/>
              <p:nvPr/>
            </p:nvGrpSpPr>
            <p:grpSpPr>
              <a:xfrm>
                <a:off x="10416151" y="2750512"/>
                <a:ext cx="324620" cy="253264"/>
                <a:chOff x="10416151" y="2750512"/>
                <a:chExt cx="324620" cy="253264"/>
              </a:xfrm>
            </p:grpSpPr>
            <p:sp>
              <p:nvSpPr>
                <p:cNvPr id="1747" name="Google Shape;1747;p67"/>
                <p:cNvSpPr/>
                <p:nvPr/>
              </p:nvSpPr>
              <p:spPr>
                <a:xfrm>
                  <a:off x="10416151" y="2750569"/>
                  <a:ext cx="170660" cy="253160"/>
                </a:xfrm>
                <a:custGeom>
                  <a:rect b="b" l="l" r="r" t="t"/>
                  <a:pathLst>
                    <a:path extrusionOk="0" h="253160" w="170660">
                      <a:moveTo>
                        <a:pt x="9458" y="187920"/>
                      </a:moveTo>
                      <a:cubicBezTo>
                        <a:pt x="14015" y="192752"/>
                        <a:pt x="16983" y="203522"/>
                        <a:pt x="23404" y="205938"/>
                      </a:cubicBezTo>
                      <a:cubicBezTo>
                        <a:pt x="29686" y="208286"/>
                        <a:pt x="39973" y="202280"/>
                        <a:pt x="45772" y="200761"/>
                      </a:cubicBezTo>
                      <a:cubicBezTo>
                        <a:pt x="57992" y="197516"/>
                        <a:pt x="69658" y="199794"/>
                        <a:pt x="79117" y="208286"/>
                      </a:cubicBezTo>
                      <a:cubicBezTo>
                        <a:pt x="87194" y="215535"/>
                        <a:pt x="91751" y="225890"/>
                        <a:pt x="99897" y="233001"/>
                      </a:cubicBezTo>
                      <a:cubicBezTo>
                        <a:pt x="111909" y="243564"/>
                        <a:pt x="123646" y="231206"/>
                        <a:pt x="136693" y="230585"/>
                      </a:cubicBezTo>
                      <a:cubicBezTo>
                        <a:pt x="145186" y="230171"/>
                        <a:pt x="152159" y="235141"/>
                        <a:pt x="157405" y="241493"/>
                      </a:cubicBezTo>
                      <a:cubicBezTo>
                        <a:pt x="161892" y="246947"/>
                        <a:pt x="164654" y="252470"/>
                        <a:pt x="170660" y="253160"/>
                      </a:cubicBezTo>
                      <a:lnTo>
                        <a:pt x="170660" y="0"/>
                      </a:lnTo>
                      <a:lnTo>
                        <a:pt x="0" y="180671"/>
                      </a:lnTo>
                      <a:cubicBezTo>
                        <a:pt x="3452" y="182604"/>
                        <a:pt x="6696" y="185089"/>
                        <a:pt x="9389" y="18798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8" name="Google Shape;1748;p67"/>
                <p:cNvSpPr/>
                <p:nvPr/>
              </p:nvSpPr>
              <p:spPr>
                <a:xfrm>
                  <a:off x="10586818" y="2750512"/>
                  <a:ext cx="153953" cy="253264"/>
                </a:xfrm>
                <a:custGeom>
                  <a:rect b="b" l="l" r="r" t="t"/>
                  <a:pathLst>
                    <a:path extrusionOk="0" h="253264" w="153953">
                      <a:moveTo>
                        <a:pt x="5523" y="252677"/>
                      </a:moveTo>
                      <a:cubicBezTo>
                        <a:pt x="14291" y="250260"/>
                        <a:pt x="17880" y="241493"/>
                        <a:pt x="23611" y="235279"/>
                      </a:cubicBezTo>
                      <a:cubicBezTo>
                        <a:pt x="29203" y="229204"/>
                        <a:pt x="36245" y="225821"/>
                        <a:pt x="44530" y="225131"/>
                      </a:cubicBezTo>
                      <a:cubicBezTo>
                        <a:pt x="55989" y="224164"/>
                        <a:pt x="68554" y="228652"/>
                        <a:pt x="77943" y="219815"/>
                      </a:cubicBezTo>
                      <a:cubicBezTo>
                        <a:pt x="83121" y="214982"/>
                        <a:pt x="85883" y="208010"/>
                        <a:pt x="90370" y="202556"/>
                      </a:cubicBezTo>
                      <a:cubicBezTo>
                        <a:pt x="95410" y="196411"/>
                        <a:pt x="102037" y="192614"/>
                        <a:pt x="109908" y="191303"/>
                      </a:cubicBezTo>
                      <a:cubicBezTo>
                        <a:pt x="119987" y="189577"/>
                        <a:pt x="131171" y="193650"/>
                        <a:pt x="138351" y="184330"/>
                      </a:cubicBezTo>
                      <a:cubicBezTo>
                        <a:pt x="143943" y="177081"/>
                        <a:pt x="147188" y="169349"/>
                        <a:pt x="153954" y="163135"/>
                      </a:cubicBezTo>
                      <a:lnTo>
                        <a:pt x="0" y="0"/>
                      </a:lnTo>
                      <a:lnTo>
                        <a:pt x="0" y="253160"/>
                      </a:lnTo>
                      <a:cubicBezTo>
                        <a:pt x="1588" y="253367"/>
                        <a:pt x="3314" y="253298"/>
                        <a:pt x="5454" y="25267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49" name="Google Shape;1749;p67"/>
            <p:cNvGrpSpPr/>
            <p:nvPr/>
          </p:nvGrpSpPr>
          <p:grpSpPr>
            <a:xfrm>
              <a:off x="3422037" y="2826171"/>
              <a:ext cx="1228979" cy="983372"/>
              <a:chOff x="9418561" y="2340970"/>
              <a:chExt cx="1169009" cy="935387"/>
            </a:xfrm>
          </p:grpSpPr>
          <p:grpSp>
            <p:nvGrpSpPr>
              <p:cNvPr id="1750" name="Google Shape;1750;p67"/>
              <p:cNvGrpSpPr/>
              <p:nvPr/>
            </p:nvGrpSpPr>
            <p:grpSpPr>
              <a:xfrm>
                <a:off x="9418561" y="2340970"/>
                <a:ext cx="1169009" cy="935387"/>
                <a:chOff x="9418561" y="2340970"/>
                <a:chExt cx="1169009" cy="935387"/>
              </a:xfrm>
            </p:grpSpPr>
            <p:sp>
              <p:nvSpPr>
                <p:cNvPr id="1751" name="Google Shape;1751;p67"/>
                <p:cNvSpPr/>
                <p:nvPr/>
              </p:nvSpPr>
              <p:spPr>
                <a:xfrm>
                  <a:off x="9418561" y="2340970"/>
                  <a:ext cx="584470" cy="935387"/>
                </a:xfrm>
                <a:custGeom>
                  <a:rect b="b" l="l" r="r" t="t"/>
                  <a:pathLst>
                    <a:path extrusionOk="0" h="935387" w="584470">
                      <a:moveTo>
                        <a:pt x="584471" y="0"/>
                      </a:moveTo>
                      <a:lnTo>
                        <a:pt x="584471" y="935387"/>
                      </a:lnTo>
                      <a:lnTo>
                        <a:pt x="0" y="600487"/>
                      </a:lnTo>
                      <a:lnTo>
                        <a:pt x="309287" y="282708"/>
                      </a:lnTo>
                      <a:lnTo>
                        <a:pt x="58447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2" name="Google Shape;1752;p67"/>
                <p:cNvSpPr/>
                <p:nvPr/>
              </p:nvSpPr>
              <p:spPr>
                <a:xfrm>
                  <a:off x="10003032" y="2340970"/>
                  <a:ext cx="584538" cy="935387"/>
                </a:xfrm>
                <a:custGeom>
                  <a:rect b="b" l="l" r="r" t="t"/>
                  <a:pathLst>
                    <a:path extrusionOk="0" h="935387" w="584538">
                      <a:moveTo>
                        <a:pt x="584539" y="600487"/>
                      </a:moveTo>
                      <a:lnTo>
                        <a:pt x="0" y="935387"/>
                      </a:lnTo>
                      <a:lnTo>
                        <a:pt x="0" y="0"/>
                      </a:lnTo>
                      <a:lnTo>
                        <a:pt x="274906" y="282708"/>
                      </a:lnTo>
                      <a:lnTo>
                        <a:pt x="584539" y="6004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3" name="Google Shape;1753;p67"/>
              <p:cNvGrpSpPr/>
              <p:nvPr/>
            </p:nvGrpSpPr>
            <p:grpSpPr>
              <a:xfrm>
                <a:off x="9769271" y="2341039"/>
                <a:ext cx="467382" cy="369223"/>
                <a:chOff x="9769271" y="2341039"/>
                <a:chExt cx="467382" cy="369223"/>
              </a:xfrm>
            </p:grpSpPr>
            <p:sp>
              <p:nvSpPr>
                <p:cNvPr id="1754" name="Google Shape;1754;p67"/>
                <p:cNvSpPr/>
                <p:nvPr/>
              </p:nvSpPr>
              <p:spPr>
                <a:xfrm>
                  <a:off x="9769271" y="2341039"/>
                  <a:ext cx="233761" cy="362386"/>
                </a:xfrm>
                <a:custGeom>
                  <a:rect b="b" l="l" r="r" t="t"/>
                  <a:pathLst>
                    <a:path extrusionOk="0" h="362386" w="233761">
                      <a:moveTo>
                        <a:pt x="8906" y="249225"/>
                      </a:moveTo>
                      <a:cubicBezTo>
                        <a:pt x="13807" y="257647"/>
                        <a:pt x="14843" y="267520"/>
                        <a:pt x="14912" y="277047"/>
                      </a:cubicBezTo>
                      <a:cubicBezTo>
                        <a:pt x="14981" y="286298"/>
                        <a:pt x="12979" y="297068"/>
                        <a:pt x="16500" y="305905"/>
                      </a:cubicBezTo>
                      <a:cubicBezTo>
                        <a:pt x="26373" y="331103"/>
                        <a:pt x="49224" y="310047"/>
                        <a:pt x="60615" y="299277"/>
                      </a:cubicBezTo>
                      <a:cubicBezTo>
                        <a:pt x="69728" y="290647"/>
                        <a:pt x="81188" y="281120"/>
                        <a:pt x="94513" y="281672"/>
                      </a:cubicBezTo>
                      <a:cubicBezTo>
                        <a:pt x="105420" y="282156"/>
                        <a:pt x="111979" y="290923"/>
                        <a:pt x="115569" y="300313"/>
                      </a:cubicBezTo>
                      <a:cubicBezTo>
                        <a:pt x="124130" y="322681"/>
                        <a:pt x="120747" y="361411"/>
                        <a:pt x="154437" y="362377"/>
                      </a:cubicBezTo>
                      <a:cubicBezTo>
                        <a:pt x="171765" y="362860"/>
                        <a:pt x="175286" y="345049"/>
                        <a:pt x="187161" y="336350"/>
                      </a:cubicBezTo>
                      <a:cubicBezTo>
                        <a:pt x="197033" y="329101"/>
                        <a:pt x="209805" y="330551"/>
                        <a:pt x="218573" y="338835"/>
                      </a:cubicBezTo>
                      <a:cubicBezTo>
                        <a:pt x="225132" y="345049"/>
                        <a:pt x="228652" y="353540"/>
                        <a:pt x="233761" y="360789"/>
                      </a:cubicBezTo>
                      <a:lnTo>
                        <a:pt x="233761" y="0"/>
                      </a:lnTo>
                      <a:lnTo>
                        <a:pt x="0" y="240112"/>
                      </a:lnTo>
                      <a:cubicBezTo>
                        <a:pt x="3659" y="242597"/>
                        <a:pt x="6766" y="245635"/>
                        <a:pt x="8906" y="24929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5" name="Google Shape;1755;p67"/>
                <p:cNvSpPr/>
                <p:nvPr/>
              </p:nvSpPr>
              <p:spPr>
                <a:xfrm>
                  <a:off x="10003169" y="2341039"/>
                  <a:ext cx="233484" cy="369223"/>
                </a:xfrm>
                <a:custGeom>
                  <a:rect b="b" l="l" r="r" t="t"/>
                  <a:pathLst>
                    <a:path extrusionOk="0" h="369223" w="233484">
                      <a:moveTo>
                        <a:pt x="1174" y="362584"/>
                      </a:moveTo>
                      <a:cubicBezTo>
                        <a:pt x="8630" y="372180"/>
                        <a:pt x="19607" y="370316"/>
                        <a:pt x="28996" y="363689"/>
                      </a:cubicBezTo>
                      <a:cubicBezTo>
                        <a:pt x="36728" y="358235"/>
                        <a:pt x="39214" y="349122"/>
                        <a:pt x="42804" y="340906"/>
                      </a:cubicBezTo>
                      <a:cubicBezTo>
                        <a:pt x="46325" y="332760"/>
                        <a:pt x="51019" y="326340"/>
                        <a:pt x="58061" y="320955"/>
                      </a:cubicBezTo>
                      <a:cubicBezTo>
                        <a:pt x="73594" y="309149"/>
                        <a:pt x="92235" y="307562"/>
                        <a:pt x="110874" y="309425"/>
                      </a:cubicBezTo>
                      <a:cubicBezTo>
                        <a:pt x="123163" y="310668"/>
                        <a:pt x="129514" y="307147"/>
                        <a:pt x="133725" y="295687"/>
                      </a:cubicBezTo>
                      <a:cubicBezTo>
                        <a:pt x="136211" y="288783"/>
                        <a:pt x="138489" y="282087"/>
                        <a:pt x="143253" y="276287"/>
                      </a:cubicBezTo>
                      <a:cubicBezTo>
                        <a:pt x="152711" y="264827"/>
                        <a:pt x="165552" y="260754"/>
                        <a:pt x="179981" y="263309"/>
                      </a:cubicBezTo>
                      <a:cubicBezTo>
                        <a:pt x="191993" y="265380"/>
                        <a:pt x="205317" y="273526"/>
                        <a:pt x="217744" y="271317"/>
                      </a:cubicBezTo>
                      <a:cubicBezTo>
                        <a:pt x="233347" y="268486"/>
                        <a:pt x="232242" y="253298"/>
                        <a:pt x="233485" y="240112"/>
                      </a:cubicBezTo>
                      <a:lnTo>
                        <a:pt x="0" y="0"/>
                      </a:lnTo>
                      <a:lnTo>
                        <a:pt x="0" y="360789"/>
                      </a:lnTo>
                      <a:cubicBezTo>
                        <a:pt x="415" y="361411"/>
                        <a:pt x="828" y="362032"/>
                        <a:pt x="1243" y="36265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756" name="Google Shape;1756;p67"/>
            <p:cNvSpPr/>
            <p:nvPr/>
          </p:nvSpPr>
          <p:spPr>
            <a:xfrm>
              <a:off x="4591225" y="2820350"/>
              <a:ext cx="390700" cy="601525"/>
            </a:xfrm>
            <a:custGeom>
              <a:rect b="b" l="l" r="r" t="t"/>
              <a:pathLst>
                <a:path extrusionOk="0" h="24061" w="15628">
                  <a:moveTo>
                    <a:pt x="0" y="0"/>
                  </a:moveTo>
                  <a:cubicBezTo>
                    <a:pt x="3001" y="3001"/>
                    <a:pt x="6608" y="7023"/>
                    <a:pt x="6008" y="11224"/>
                  </a:cubicBezTo>
                  <a:cubicBezTo>
                    <a:pt x="5565" y="14328"/>
                    <a:pt x="2775" y="16709"/>
                    <a:pt x="2056" y="19761"/>
                  </a:cubicBezTo>
                  <a:cubicBezTo>
                    <a:pt x="1726" y="21161"/>
                    <a:pt x="1257" y="23887"/>
                    <a:pt x="2688" y="24030"/>
                  </a:cubicBezTo>
                  <a:cubicBezTo>
                    <a:pt x="5175" y="24279"/>
                    <a:pt x="5604" y="19783"/>
                    <a:pt x="7747" y="18497"/>
                  </a:cubicBezTo>
                  <a:cubicBezTo>
                    <a:pt x="10258" y="16990"/>
                    <a:pt x="17036" y="16454"/>
                    <a:pt x="15335" y="14070"/>
                  </a:cubicBezTo>
                  <a:cubicBezTo>
                    <a:pt x="13976" y="12165"/>
                    <a:pt x="7772" y="16776"/>
                    <a:pt x="9644" y="18180"/>
                  </a:cubicBezTo>
                  <a:cubicBezTo>
                    <a:pt x="11047" y="19233"/>
                    <a:pt x="15044" y="16795"/>
                    <a:pt x="14071" y="15335"/>
                  </a:cubicBezTo>
                  <a:cubicBezTo>
                    <a:pt x="13494" y="14470"/>
                    <a:pt x="10779" y="16070"/>
                    <a:pt x="11383" y="16916"/>
                  </a:cubicBezTo>
                  <a:cubicBezTo>
                    <a:pt x="12120" y="17947"/>
                    <a:pt x="14637" y="15362"/>
                    <a:pt x="14071" y="14228"/>
                  </a:cubicBezTo>
                  <a:cubicBezTo>
                    <a:pt x="13405" y="12895"/>
                    <a:pt x="10242" y="16057"/>
                    <a:pt x="10909" y="17390"/>
                  </a:cubicBezTo>
                  <a:cubicBezTo>
                    <a:pt x="11594" y="18760"/>
                    <a:pt x="15726" y="15130"/>
                    <a:pt x="14387" y="14386"/>
                  </a:cubicBezTo>
                  <a:cubicBezTo>
                    <a:pt x="13178" y="13714"/>
                    <a:pt x="11699" y="16165"/>
                    <a:pt x="11699" y="17548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7" name="Google Shape;1757;p67"/>
            <p:cNvSpPr/>
            <p:nvPr/>
          </p:nvSpPr>
          <p:spPr>
            <a:xfrm>
              <a:off x="4616025" y="3010824"/>
              <a:ext cx="126450" cy="105950"/>
            </a:xfrm>
            <a:custGeom>
              <a:rect b="b" l="l" r="r" t="t"/>
              <a:pathLst>
                <a:path extrusionOk="0" h="4238" w="5058">
                  <a:moveTo>
                    <a:pt x="5058" y="2183"/>
                  </a:moveTo>
                  <a:cubicBezTo>
                    <a:pt x="4138" y="1263"/>
                    <a:pt x="2935" y="-384"/>
                    <a:pt x="1739" y="128"/>
                  </a:cubicBezTo>
                  <a:cubicBezTo>
                    <a:pt x="372" y="714"/>
                    <a:pt x="1488" y="4238"/>
                    <a:pt x="0" y="4238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8" name="Google Shape;1758;p67"/>
            <p:cNvSpPr/>
            <p:nvPr/>
          </p:nvSpPr>
          <p:spPr>
            <a:xfrm>
              <a:off x="4748872" y="3259050"/>
              <a:ext cx="262700" cy="375475"/>
            </a:xfrm>
            <a:custGeom>
              <a:rect b="b" l="l" r="r" t="t"/>
              <a:pathLst>
                <a:path extrusionOk="0" h="15019" w="10508">
                  <a:moveTo>
                    <a:pt x="8713" y="0"/>
                  </a:moveTo>
                  <a:cubicBezTo>
                    <a:pt x="9802" y="1307"/>
                    <a:pt x="11181" y="3558"/>
                    <a:pt x="10136" y="4901"/>
                  </a:cubicBezTo>
                  <a:cubicBezTo>
                    <a:pt x="7996" y="7652"/>
                    <a:pt x="2426" y="5750"/>
                    <a:pt x="334" y="8537"/>
                  </a:cubicBezTo>
                  <a:cubicBezTo>
                    <a:pt x="-1153" y="10518"/>
                    <a:pt x="3051" y="12718"/>
                    <a:pt x="3970" y="15019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9" name="Google Shape;1759;p67"/>
            <p:cNvSpPr/>
            <p:nvPr/>
          </p:nvSpPr>
          <p:spPr>
            <a:xfrm>
              <a:off x="3792193" y="3164200"/>
              <a:ext cx="965025" cy="656075"/>
            </a:xfrm>
            <a:custGeom>
              <a:rect b="b" l="l" r="r" t="t"/>
              <a:pathLst>
                <a:path extrusionOk="0" h="26243" w="38601">
                  <a:moveTo>
                    <a:pt x="38601" y="14702"/>
                  </a:moveTo>
                  <a:cubicBezTo>
                    <a:pt x="34699" y="12265"/>
                    <a:pt x="29277" y="10623"/>
                    <a:pt x="25005" y="12331"/>
                  </a:cubicBezTo>
                  <a:cubicBezTo>
                    <a:pt x="21393" y="13775"/>
                    <a:pt x="20958" y="19065"/>
                    <a:pt x="18207" y="21816"/>
                  </a:cubicBezTo>
                  <a:cubicBezTo>
                    <a:pt x="15189" y="24834"/>
                    <a:pt x="10461" y="26243"/>
                    <a:pt x="6193" y="26243"/>
                  </a:cubicBezTo>
                  <a:cubicBezTo>
                    <a:pt x="2094" y="26243"/>
                    <a:pt x="4139" y="18157"/>
                    <a:pt x="4453" y="14070"/>
                  </a:cubicBezTo>
                  <a:cubicBezTo>
                    <a:pt x="4737" y="10372"/>
                    <a:pt x="-987" y="7313"/>
                    <a:pt x="185" y="3794"/>
                  </a:cubicBezTo>
                  <a:cubicBezTo>
                    <a:pt x="851" y="1794"/>
                    <a:pt x="3979" y="1686"/>
                    <a:pt x="5244" y="0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0" name="Google Shape;1760;p67"/>
            <p:cNvSpPr/>
            <p:nvPr/>
          </p:nvSpPr>
          <p:spPr>
            <a:xfrm>
              <a:off x="4282950" y="3581692"/>
              <a:ext cx="177850" cy="80475"/>
            </a:xfrm>
            <a:custGeom>
              <a:rect b="b" l="l" r="r" t="t"/>
              <a:pathLst>
                <a:path extrusionOk="0" h="3219" w="7114">
                  <a:moveTo>
                    <a:pt x="0" y="3219"/>
                  </a:moveTo>
                  <a:cubicBezTo>
                    <a:pt x="2535" y="3219"/>
                    <a:pt x="5595" y="-1497"/>
                    <a:pt x="7114" y="532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1" name="Google Shape;1761;p67"/>
            <p:cNvSpPr/>
            <p:nvPr/>
          </p:nvSpPr>
          <p:spPr>
            <a:xfrm rot="-1303224">
              <a:off x="4379205" y="3532078"/>
              <a:ext cx="196986" cy="55207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62" name="Google Shape;1762;p67"/>
            <p:cNvSpPr/>
            <p:nvPr/>
          </p:nvSpPr>
          <p:spPr>
            <a:xfrm rot="-1301165">
              <a:off x="4753207" y="3145576"/>
              <a:ext cx="304448" cy="150414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763" name="Google Shape;1763;p67"/>
            <p:cNvSpPr/>
            <p:nvPr/>
          </p:nvSpPr>
          <p:spPr>
            <a:xfrm>
              <a:off x="4148575" y="3148400"/>
              <a:ext cx="486125" cy="244775"/>
            </a:xfrm>
            <a:custGeom>
              <a:rect b="b" l="l" r="r" t="t"/>
              <a:pathLst>
                <a:path extrusionOk="0" h="9791" w="19445">
                  <a:moveTo>
                    <a:pt x="0" y="0"/>
                  </a:moveTo>
                  <a:cubicBezTo>
                    <a:pt x="2634" y="0"/>
                    <a:pt x="6914" y="104"/>
                    <a:pt x="7430" y="2687"/>
                  </a:cubicBezTo>
                  <a:cubicBezTo>
                    <a:pt x="7961" y="5343"/>
                    <a:pt x="1095" y="6872"/>
                    <a:pt x="2530" y="9169"/>
                  </a:cubicBezTo>
                  <a:cubicBezTo>
                    <a:pt x="3916" y="11389"/>
                    <a:pt x="7224" y="6845"/>
                    <a:pt x="9644" y="5849"/>
                  </a:cubicBezTo>
                  <a:cubicBezTo>
                    <a:pt x="10769" y="5386"/>
                    <a:pt x="12364" y="4732"/>
                    <a:pt x="13280" y="5533"/>
                  </a:cubicBezTo>
                  <a:cubicBezTo>
                    <a:pt x="14200" y="6338"/>
                    <a:pt x="12890" y="8305"/>
                    <a:pt x="13754" y="9169"/>
                  </a:cubicBezTo>
                  <a:cubicBezTo>
                    <a:pt x="15254" y="10669"/>
                    <a:pt x="17476" y="7111"/>
                    <a:pt x="19445" y="6323"/>
                  </a:cubicBezTo>
                </a:path>
              </a:pathLst>
            </a:custGeom>
            <a:noFill/>
            <a:ln cap="rnd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68"/>
          <p:cNvSpPr txBox="1"/>
          <p:nvPr>
            <p:ph type="title"/>
          </p:nvPr>
        </p:nvSpPr>
        <p:spPr>
          <a:xfrm>
            <a:off x="720000" y="3114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/>
          </a:p>
        </p:txBody>
      </p:sp>
      <p:grpSp>
        <p:nvGrpSpPr>
          <p:cNvPr id="1769" name="Google Shape;1769;p68"/>
          <p:cNvGrpSpPr/>
          <p:nvPr/>
        </p:nvGrpSpPr>
        <p:grpSpPr>
          <a:xfrm>
            <a:off x="830553" y="2326062"/>
            <a:ext cx="459290" cy="382929"/>
            <a:chOff x="1286630" y="1407823"/>
            <a:chExt cx="612386" cy="510572"/>
          </a:xfrm>
        </p:grpSpPr>
        <p:grpSp>
          <p:nvGrpSpPr>
            <p:cNvPr id="1770" name="Google Shape;1770;p68"/>
            <p:cNvGrpSpPr/>
            <p:nvPr/>
          </p:nvGrpSpPr>
          <p:grpSpPr>
            <a:xfrm>
              <a:off x="1286630" y="1407823"/>
              <a:ext cx="612386" cy="510572"/>
              <a:chOff x="1286630" y="1407823"/>
              <a:chExt cx="612386" cy="510572"/>
            </a:xfrm>
          </p:grpSpPr>
          <p:sp>
            <p:nvSpPr>
              <p:cNvPr id="1771" name="Google Shape;1771;p68"/>
              <p:cNvSpPr/>
              <p:nvPr/>
            </p:nvSpPr>
            <p:spPr>
              <a:xfrm>
                <a:off x="1286654" y="1658744"/>
                <a:ext cx="612362" cy="259651"/>
              </a:xfrm>
              <a:custGeom>
                <a:rect b="b" l="l" r="r" t="t"/>
                <a:pathLst>
                  <a:path extrusionOk="0" h="259651" w="612362">
                    <a:moveTo>
                      <a:pt x="612351" y="9353"/>
                    </a:moveTo>
                    <a:lnTo>
                      <a:pt x="612351" y="208797"/>
                    </a:lnTo>
                    <a:cubicBezTo>
                      <a:pt x="612351" y="236772"/>
                      <a:pt x="589495" y="259651"/>
                      <a:pt x="561533" y="259651"/>
                    </a:cubicBezTo>
                    <a:lnTo>
                      <a:pt x="50818" y="259651"/>
                    </a:lnTo>
                    <a:cubicBezTo>
                      <a:pt x="22879" y="259651"/>
                      <a:pt x="0" y="236760"/>
                      <a:pt x="0" y="208797"/>
                    </a:cubicBezTo>
                    <a:lnTo>
                      <a:pt x="0" y="9353"/>
                    </a:lnTo>
                    <a:cubicBezTo>
                      <a:pt x="0" y="2846"/>
                      <a:pt x="3253" y="0"/>
                      <a:pt x="9329" y="0"/>
                    </a:cubicBezTo>
                    <a:lnTo>
                      <a:pt x="603034" y="0"/>
                    </a:lnTo>
                    <a:cubicBezTo>
                      <a:pt x="609576" y="0"/>
                      <a:pt x="612363" y="3217"/>
                      <a:pt x="612363" y="9353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68"/>
              <p:cNvSpPr/>
              <p:nvPr/>
            </p:nvSpPr>
            <p:spPr>
              <a:xfrm>
                <a:off x="1286642" y="1658744"/>
                <a:ext cx="330262" cy="166925"/>
              </a:xfrm>
              <a:custGeom>
                <a:rect b="b" l="l" r="r" t="t"/>
                <a:pathLst>
                  <a:path extrusionOk="0" h="166925" w="330262">
                    <a:moveTo>
                      <a:pt x="12" y="166925"/>
                    </a:moveTo>
                    <a:lnTo>
                      <a:pt x="12" y="9353"/>
                    </a:lnTo>
                    <a:cubicBezTo>
                      <a:pt x="12" y="2846"/>
                      <a:pt x="3265" y="0"/>
                      <a:pt x="9341" y="0"/>
                    </a:cubicBezTo>
                    <a:lnTo>
                      <a:pt x="330263" y="0"/>
                    </a:lnTo>
                    <a:cubicBezTo>
                      <a:pt x="330263" y="20918"/>
                      <a:pt x="322333" y="39898"/>
                      <a:pt x="309584" y="53700"/>
                    </a:cubicBezTo>
                    <a:cubicBezTo>
                      <a:pt x="296799" y="67502"/>
                      <a:pt x="279206" y="76042"/>
                      <a:pt x="259878" y="76042"/>
                    </a:cubicBezTo>
                    <a:lnTo>
                      <a:pt x="212445" y="76042"/>
                    </a:lnTo>
                    <a:cubicBezTo>
                      <a:pt x="200413" y="76077"/>
                      <a:pt x="190606" y="86590"/>
                      <a:pt x="190475" y="99567"/>
                    </a:cubicBezTo>
                    <a:cubicBezTo>
                      <a:pt x="188513" y="118212"/>
                      <a:pt x="180201" y="134921"/>
                      <a:pt x="167930" y="147060"/>
                    </a:cubicBezTo>
                    <a:cubicBezTo>
                      <a:pt x="155420" y="159403"/>
                      <a:pt x="138772" y="166925"/>
                      <a:pt x="120461" y="166925"/>
                    </a:cubicBezTo>
                    <a:lnTo>
                      <a:pt x="0" y="166925"/>
                    </a:lnTo>
                    <a:close/>
                  </a:path>
                </a:pathLst>
              </a:custGeom>
              <a:solidFill>
                <a:srgbClr val="5DBE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68"/>
              <p:cNvSpPr/>
              <p:nvPr/>
            </p:nvSpPr>
            <p:spPr>
              <a:xfrm>
                <a:off x="1286630" y="1658732"/>
                <a:ext cx="330262" cy="166937"/>
              </a:xfrm>
              <a:custGeom>
                <a:rect b="b" l="l" r="r" t="t"/>
                <a:pathLst>
                  <a:path extrusionOk="0" h="166937" w="330262">
                    <a:moveTo>
                      <a:pt x="24" y="166937"/>
                    </a:moveTo>
                    <a:lnTo>
                      <a:pt x="24" y="137061"/>
                    </a:lnTo>
                    <a:lnTo>
                      <a:pt x="90573" y="137061"/>
                    </a:lnTo>
                    <a:cubicBezTo>
                      <a:pt x="108884" y="137061"/>
                      <a:pt x="125520" y="129503"/>
                      <a:pt x="138030" y="117160"/>
                    </a:cubicBezTo>
                    <a:cubicBezTo>
                      <a:pt x="150301" y="105021"/>
                      <a:pt x="158649" y="88348"/>
                      <a:pt x="160610" y="69667"/>
                    </a:cubicBezTo>
                    <a:cubicBezTo>
                      <a:pt x="160718" y="56678"/>
                      <a:pt x="170513" y="46177"/>
                      <a:pt x="182545" y="46142"/>
                    </a:cubicBezTo>
                    <a:lnTo>
                      <a:pt x="229978" y="46142"/>
                    </a:lnTo>
                    <a:cubicBezTo>
                      <a:pt x="249306" y="46142"/>
                      <a:pt x="266899" y="37602"/>
                      <a:pt x="279684" y="23800"/>
                    </a:cubicBezTo>
                    <a:cubicBezTo>
                      <a:pt x="285951" y="17019"/>
                      <a:pt x="291070" y="8946"/>
                      <a:pt x="294634" y="0"/>
                    </a:cubicBezTo>
                    <a:lnTo>
                      <a:pt x="330263" y="0"/>
                    </a:lnTo>
                    <a:cubicBezTo>
                      <a:pt x="330263" y="20918"/>
                      <a:pt x="322333" y="39899"/>
                      <a:pt x="309584" y="53700"/>
                    </a:cubicBezTo>
                    <a:cubicBezTo>
                      <a:pt x="296799" y="67502"/>
                      <a:pt x="279206" y="76042"/>
                      <a:pt x="259878" y="76042"/>
                    </a:cubicBezTo>
                    <a:lnTo>
                      <a:pt x="212445" y="76042"/>
                    </a:lnTo>
                    <a:cubicBezTo>
                      <a:pt x="200413" y="76077"/>
                      <a:pt x="190606" y="86590"/>
                      <a:pt x="190475" y="99567"/>
                    </a:cubicBezTo>
                    <a:cubicBezTo>
                      <a:pt x="188513" y="118212"/>
                      <a:pt x="180201" y="134921"/>
                      <a:pt x="167930" y="147060"/>
                    </a:cubicBezTo>
                    <a:cubicBezTo>
                      <a:pt x="155420" y="159403"/>
                      <a:pt x="138772" y="166925"/>
                      <a:pt x="120461" y="166925"/>
                    </a:cubicBezTo>
                    <a:lnTo>
                      <a:pt x="0" y="166925"/>
                    </a:lnTo>
                    <a:lnTo>
                      <a:pt x="0" y="166925"/>
                    </a:lnTo>
                    <a:close/>
                  </a:path>
                </a:pathLst>
              </a:custGeom>
              <a:solidFill>
                <a:srgbClr val="0F7F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68"/>
              <p:cNvSpPr/>
              <p:nvPr/>
            </p:nvSpPr>
            <p:spPr>
              <a:xfrm>
                <a:off x="1641387" y="1407823"/>
                <a:ext cx="227694" cy="314356"/>
              </a:xfrm>
              <a:custGeom>
                <a:rect b="b" l="l" r="r" t="t"/>
                <a:pathLst>
                  <a:path extrusionOk="0" h="314356" w="227694">
                    <a:moveTo>
                      <a:pt x="113835" y="0"/>
                    </a:moveTo>
                    <a:cubicBezTo>
                      <a:pt x="159127" y="0"/>
                      <a:pt x="195845" y="36275"/>
                      <a:pt x="195845" y="80993"/>
                    </a:cubicBezTo>
                    <a:cubicBezTo>
                      <a:pt x="195845" y="90657"/>
                      <a:pt x="194146" y="99914"/>
                      <a:pt x="191001" y="108489"/>
                    </a:cubicBezTo>
                    <a:cubicBezTo>
                      <a:pt x="188561" y="115198"/>
                      <a:pt x="188358" y="116586"/>
                      <a:pt x="193788" y="121884"/>
                    </a:cubicBezTo>
                    <a:cubicBezTo>
                      <a:pt x="214706" y="142264"/>
                      <a:pt x="227694" y="170597"/>
                      <a:pt x="227694" y="201932"/>
                    </a:cubicBezTo>
                    <a:cubicBezTo>
                      <a:pt x="227694" y="264040"/>
                      <a:pt x="176733" y="314356"/>
                      <a:pt x="113847" y="314356"/>
                    </a:cubicBezTo>
                    <a:cubicBezTo>
                      <a:pt x="50961" y="314356"/>
                      <a:pt x="0" y="264052"/>
                      <a:pt x="0" y="201932"/>
                    </a:cubicBezTo>
                    <a:cubicBezTo>
                      <a:pt x="0" y="170812"/>
                      <a:pt x="12809" y="142635"/>
                      <a:pt x="33536" y="122291"/>
                    </a:cubicBezTo>
                    <a:cubicBezTo>
                      <a:pt x="39540" y="116359"/>
                      <a:pt x="39432" y="116060"/>
                      <a:pt x="36586" y="108190"/>
                    </a:cubicBezTo>
                    <a:cubicBezTo>
                      <a:pt x="33536" y="99686"/>
                      <a:pt x="31837" y="90525"/>
                      <a:pt x="31837" y="81005"/>
                    </a:cubicBezTo>
                    <a:cubicBezTo>
                      <a:pt x="31837" y="36287"/>
                      <a:pt x="68555" y="12"/>
                      <a:pt x="113847" y="12"/>
                    </a:cubicBezTo>
                    <a:lnTo>
                      <a:pt x="113847" y="12"/>
                    </a:lnTo>
                    <a:close/>
                  </a:path>
                </a:pathLst>
              </a:custGeom>
              <a:solidFill>
                <a:srgbClr val="78C2A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68"/>
              <p:cNvSpPr/>
              <p:nvPr/>
            </p:nvSpPr>
            <p:spPr>
              <a:xfrm>
                <a:off x="1740272" y="1407823"/>
                <a:ext cx="128809" cy="314356"/>
              </a:xfrm>
              <a:custGeom>
                <a:rect b="b" l="l" r="r" t="t"/>
                <a:pathLst>
                  <a:path extrusionOk="0" h="314356" w="128809">
                    <a:moveTo>
                      <a:pt x="14950" y="0"/>
                    </a:moveTo>
                    <a:cubicBezTo>
                      <a:pt x="60242" y="0"/>
                      <a:pt x="96960" y="36275"/>
                      <a:pt x="96960" y="80993"/>
                    </a:cubicBezTo>
                    <a:cubicBezTo>
                      <a:pt x="96960" y="90657"/>
                      <a:pt x="95261" y="99914"/>
                      <a:pt x="92116" y="108489"/>
                    </a:cubicBezTo>
                    <a:cubicBezTo>
                      <a:pt x="89676" y="115198"/>
                      <a:pt x="89473" y="116586"/>
                      <a:pt x="94903" y="121884"/>
                    </a:cubicBezTo>
                    <a:cubicBezTo>
                      <a:pt x="115821" y="142264"/>
                      <a:pt x="128809" y="170597"/>
                      <a:pt x="128809" y="201932"/>
                    </a:cubicBezTo>
                    <a:cubicBezTo>
                      <a:pt x="128809" y="264040"/>
                      <a:pt x="77848" y="314356"/>
                      <a:pt x="14962" y="314356"/>
                    </a:cubicBezTo>
                    <a:cubicBezTo>
                      <a:pt x="9915" y="314356"/>
                      <a:pt x="4928" y="314021"/>
                      <a:pt x="12" y="313411"/>
                    </a:cubicBezTo>
                    <a:cubicBezTo>
                      <a:pt x="55853" y="306187"/>
                      <a:pt x="98945" y="259029"/>
                      <a:pt x="98945" y="201944"/>
                    </a:cubicBezTo>
                    <a:cubicBezTo>
                      <a:pt x="98945" y="170621"/>
                      <a:pt x="85956" y="142276"/>
                      <a:pt x="65003" y="121896"/>
                    </a:cubicBezTo>
                    <a:cubicBezTo>
                      <a:pt x="59573" y="116610"/>
                      <a:pt x="59776" y="115222"/>
                      <a:pt x="62216" y="108501"/>
                    </a:cubicBezTo>
                    <a:cubicBezTo>
                      <a:pt x="65373" y="99926"/>
                      <a:pt x="67096" y="90669"/>
                      <a:pt x="67096" y="81005"/>
                    </a:cubicBezTo>
                    <a:cubicBezTo>
                      <a:pt x="67096" y="41310"/>
                      <a:pt x="38176" y="8312"/>
                      <a:pt x="0" y="1363"/>
                    </a:cubicBezTo>
                    <a:cubicBezTo>
                      <a:pt x="4844" y="478"/>
                      <a:pt x="9867" y="12"/>
                      <a:pt x="14950" y="12"/>
                    </a:cubicBezTo>
                    <a:lnTo>
                      <a:pt x="14950" y="12"/>
                    </a:ln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76" name="Google Shape;1776;p68"/>
            <p:cNvSpPr/>
            <p:nvPr/>
          </p:nvSpPr>
          <p:spPr>
            <a:xfrm>
              <a:off x="1709499" y="1494976"/>
              <a:ext cx="91469" cy="320898"/>
            </a:xfrm>
            <a:custGeom>
              <a:rect b="b" l="l" r="r" t="t"/>
              <a:pathLst>
                <a:path extrusionOk="0" h="320898" w="91469">
                  <a:moveTo>
                    <a:pt x="54717" y="311916"/>
                  </a:moveTo>
                  <a:cubicBezTo>
                    <a:pt x="54717" y="316868"/>
                    <a:pt x="50686" y="320898"/>
                    <a:pt x="45735" y="320898"/>
                  </a:cubicBezTo>
                  <a:cubicBezTo>
                    <a:pt x="40783" y="320898"/>
                    <a:pt x="36789" y="316868"/>
                    <a:pt x="36789" y="311916"/>
                  </a:cubicBezTo>
                  <a:lnTo>
                    <a:pt x="36789" y="192281"/>
                  </a:lnTo>
                  <a:lnTo>
                    <a:pt x="2619" y="158147"/>
                  </a:lnTo>
                  <a:cubicBezTo>
                    <a:pt x="-873" y="154654"/>
                    <a:pt x="-873" y="148962"/>
                    <a:pt x="2619" y="145469"/>
                  </a:cubicBezTo>
                  <a:cubicBezTo>
                    <a:pt x="6147" y="141941"/>
                    <a:pt x="11804" y="141941"/>
                    <a:pt x="15333" y="145469"/>
                  </a:cubicBezTo>
                  <a:lnTo>
                    <a:pt x="36789" y="166925"/>
                  </a:lnTo>
                  <a:lnTo>
                    <a:pt x="36789" y="131560"/>
                  </a:lnTo>
                  <a:lnTo>
                    <a:pt x="2619" y="97426"/>
                  </a:lnTo>
                  <a:cubicBezTo>
                    <a:pt x="-873" y="93898"/>
                    <a:pt x="-873" y="88241"/>
                    <a:pt x="2619" y="84713"/>
                  </a:cubicBezTo>
                  <a:cubicBezTo>
                    <a:pt x="6147" y="81220"/>
                    <a:pt x="11804" y="81220"/>
                    <a:pt x="15333" y="84713"/>
                  </a:cubicBezTo>
                  <a:lnTo>
                    <a:pt x="36789" y="106205"/>
                  </a:lnTo>
                  <a:lnTo>
                    <a:pt x="36789" y="70815"/>
                  </a:lnTo>
                  <a:lnTo>
                    <a:pt x="2619" y="36681"/>
                  </a:lnTo>
                  <a:cubicBezTo>
                    <a:pt x="-873" y="33189"/>
                    <a:pt x="-873" y="27496"/>
                    <a:pt x="2619" y="24004"/>
                  </a:cubicBezTo>
                  <a:cubicBezTo>
                    <a:pt x="6147" y="20511"/>
                    <a:pt x="11804" y="20511"/>
                    <a:pt x="15333" y="24004"/>
                  </a:cubicBezTo>
                  <a:lnTo>
                    <a:pt x="36789" y="45460"/>
                  </a:lnTo>
                  <a:lnTo>
                    <a:pt x="36789" y="8946"/>
                  </a:lnTo>
                  <a:cubicBezTo>
                    <a:pt x="36789" y="3995"/>
                    <a:pt x="40795" y="0"/>
                    <a:pt x="45735" y="0"/>
                  </a:cubicBezTo>
                  <a:cubicBezTo>
                    <a:pt x="50674" y="0"/>
                    <a:pt x="54717" y="3995"/>
                    <a:pt x="54717" y="8946"/>
                  </a:cubicBezTo>
                  <a:lnTo>
                    <a:pt x="54717" y="45460"/>
                  </a:lnTo>
                  <a:lnTo>
                    <a:pt x="76173" y="24004"/>
                  </a:lnTo>
                  <a:cubicBezTo>
                    <a:pt x="79665" y="20511"/>
                    <a:pt x="85358" y="20511"/>
                    <a:pt x="88851" y="24004"/>
                  </a:cubicBezTo>
                  <a:cubicBezTo>
                    <a:pt x="92343" y="27496"/>
                    <a:pt x="92343" y="33189"/>
                    <a:pt x="88851" y="36681"/>
                  </a:cubicBezTo>
                  <a:lnTo>
                    <a:pt x="54705" y="70815"/>
                  </a:lnTo>
                  <a:lnTo>
                    <a:pt x="54705" y="106205"/>
                  </a:lnTo>
                  <a:lnTo>
                    <a:pt x="76161" y="84713"/>
                  </a:lnTo>
                  <a:cubicBezTo>
                    <a:pt x="79653" y="81220"/>
                    <a:pt x="85346" y="81220"/>
                    <a:pt x="88839" y="84713"/>
                  </a:cubicBezTo>
                  <a:cubicBezTo>
                    <a:pt x="92331" y="88241"/>
                    <a:pt x="92331" y="93898"/>
                    <a:pt x="88839" y="97426"/>
                  </a:cubicBezTo>
                  <a:lnTo>
                    <a:pt x="54693" y="131560"/>
                  </a:lnTo>
                  <a:lnTo>
                    <a:pt x="54693" y="166925"/>
                  </a:lnTo>
                  <a:lnTo>
                    <a:pt x="76149" y="145469"/>
                  </a:lnTo>
                  <a:cubicBezTo>
                    <a:pt x="79641" y="141941"/>
                    <a:pt x="85334" y="141941"/>
                    <a:pt x="88827" y="145469"/>
                  </a:cubicBezTo>
                  <a:cubicBezTo>
                    <a:pt x="92319" y="148962"/>
                    <a:pt x="92319" y="154654"/>
                    <a:pt x="88827" y="158147"/>
                  </a:cubicBezTo>
                  <a:lnTo>
                    <a:pt x="54681" y="192281"/>
                  </a:lnTo>
                  <a:lnTo>
                    <a:pt x="54681" y="311916"/>
                  </a:lnTo>
                  <a:lnTo>
                    <a:pt x="54681" y="31191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68"/>
            <p:cNvSpPr/>
            <p:nvPr/>
          </p:nvSpPr>
          <p:spPr>
            <a:xfrm>
              <a:off x="1286654" y="1687830"/>
              <a:ext cx="272783" cy="99973"/>
            </a:xfrm>
            <a:custGeom>
              <a:rect b="b" l="l" r="r" t="t"/>
              <a:pathLst>
                <a:path extrusionOk="0" h="99973" w="272783">
                  <a:moveTo>
                    <a:pt x="154607" y="17928"/>
                  </a:moveTo>
                  <a:cubicBezTo>
                    <a:pt x="149655" y="17928"/>
                    <a:pt x="145660" y="13897"/>
                    <a:pt x="145660" y="8946"/>
                  </a:cubicBezTo>
                  <a:cubicBezTo>
                    <a:pt x="145660" y="3995"/>
                    <a:pt x="149667" y="0"/>
                    <a:pt x="154607" y="0"/>
                  </a:cubicBezTo>
                  <a:lnTo>
                    <a:pt x="263801" y="0"/>
                  </a:lnTo>
                  <a:cubicBezTo>
                    <a:pt x="268753" y="0"/>
                    <a:pt x="272783" y="4007"/>
                    <a:pt x="272783" y="8946"/>
                  </a:cubicBezTo>
                  <a:cubicBezTo>
                    <a:pt x="272783" y="13886"/>
                    <a:pt x="268753" y="17928"/>
                    <a:pt x="263801" y="17928"/>
                  </a:cubicBezTo>
                  <a:lnTo>
                    <a:pt x="154607" y="17928"/>
                  </a:lnTo>
                  <a:close/>
                  <a:moveTo>
                    <a:pt x="0" y="32268"/>
                  </a:moveTo>
                  <a:lnTo>
                    <a:pt x="79737" y="32268"/>
                  </a:lnTo>
                  <a:cubicBezTo>
                    <a:pt x="84689" y="32268"/>
                    <a:pt x="88719" y="36299"/>
                    <a:pt x="88719" y="41250"/>
                  </a:cubicBezTo>
                  <a:cubicBezTo>
                    <a:pt x="88719" y="46201"/>
                    <a:pt x="84689" y="50196"/>
                    <a:pt x="79737" y="50196"/>
                  </a:cubicBezTo>
                  <a:lnTo>
                    <a:pt x="0" y="50196"/>
                  </a:lnTo>
                  <a:lnTo>
                    <a:pt x="0" y="32256"/>
                  </a:lnTo>
                  <a:close/>
                  <a:moveTo>
                    <a:pt x="56116" y="99973"/>
                  </a:moveTo>
                  <a:cubicBezTo>
                    <a:pt x="51165" y="99973"/>
                    <a:pt x="47170" y="95943"/>
                    <a:pt x="47170" y="90991"/>
                  </a:cubicBezTo>
                  <a:cubicBezTo>
                    <a:pt x="47170" y="86040"/>
                    <a:pt x="51177" y="82045"/>
                    <a:pt x="56116" y="82045"/>
                  </a:cubicBezTo>
                  <a:lnTo>
                    <a:pt x="135782" y="82045"/>
                  </a:lnTo>
                  <a:cubicBezTo>
                    <a:pt x="140733" y="82045"/>
                    <a:pt x="144728" y="86040"/>
                    <a:pt x="144728" y="90991"/>
                  </a:cubicBezTo>
                  <a:cubicBezTo>
                    <a:pt x="144728" y="95943"/>
                    <a:pt x="140721" y="99973"/>
                    <a:pt x="135782" y="99973"/>
                  </a:cubicBezTo>
                  <a:lnTo>
                    <a:pt x="56116" y="99973"/>
                  </a:lnTo>
                  <a:close/>
                </a:path>
              </a:pathLst>
            </a:custGeom>
            <a:solidFill>
              <a:srgbClr val="0F598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68"/>
            <p:cNvSpPr/>
            <p:nvPr/>
          </p:nvSpPr>
          <p:spPr>
            <a:xfrm>
              <a:off x="1343129" y="1437735"/>
              <a:ext cx="191252" cy="118212"/>
            </a:xfrm>
            <a:custGeom>
              <a:rect b="b" l="l" r="r" t="t"/>
              <a:pathLst>
                <a:path extrusionOk="0" h="118212" w="191252">
                  <a:moveTo>
                    <a:pt x="168576" y="50985"/>
                  </a:moveTo>
                  <a:cubicBezTo>
                    <a:pt x="181768" y="55901"/>
                    <a:pt x="191252" y="68650"/>
                    <a:pt x="191252" y="83505"/>
                  </a:cubicBezTo>
                  <a:cubicBezTo>
                    <a:pt x="191252" y="102593"/>
                    <a:pt x="175620" y="118212"/>
                    <a:pt x="156532" y="118212"/>
                  </a:cubicBezTo>
                  <a:lnTo>
                    <a:pt x="34720" y="118212"/>
                  </a:lnTo>
                  <a:cubicBezTo>
                    <a:pt x="15632" y="118212"/>
                    <a:pt x="0" y="102581"/>
                    <a:pt x="0" y="83505"/>
                  </a:cubicBezTo>
                  <a:cubicBezTo>
                    <a:pt x="0" y="64428"/>
                    <a:pt x="15632" y="48821"/>
                    <a:pt x="34720" y="48821"/>
                  </a:cubicBezTo>
                  <a:cubicBezTo>
                    <a:pt x="34720" y="33332"/>
                    <a:pt x="47266" y="20786"/>
                    <a:pt x="62754" y="20786"/>
                  </a:cubicBezTo>
                  <a:cubicBezTo>
                    <a:pt x="69667" y="20786"/>
                    <a:pt x="76006" y="23298"/>
                    <a:pt x="80921" y="27460"/>
                  </a:cubicBezTo>
                  <a:cubicBezTo>
                    <a:pt x="88001" y="11290"/>
                    <a:pt x="104147" y="0"/>
                    <a:pt x="122960" y="0"/>
                  </a:cubicBezTo>
                  <a:cubicBezTo>
                    <a:pt x="148292" y="0"/>
                    <a:pt x="168827" y="20547"/>
                    <a:pt x="168827" y="45902"/>
                  </a:cubicBezTo>
                  <a:cubicBezTo>
                    <a:pt x="168827" y="47601"/>
                    <a:pt x="168719" y="49287"/>
                    <a:pt x="168552" y="50985"/>
                  </a:cubicBezTo>
                  <a:close/>
                </a:path>
              </a:pathLst>
            </a:custGeom>
            <a:solidFill>
              <a:srgbClr val="9DC4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68"/>
            <p:cNvSpPr/>
            <p:nvPr/>
          </p:nvSpPr>
          <p:spPr>
            <a:xfrm>
              <a:off x="1291199" y="1658744"/>
              <a:ext cx="607806" cy="259651"/>
            </a:xfrm>
            <a:custGeom>
              <a:rect b="b" l="l" r="r" t="t"/>
              <a:pathLst>
                <a:path extrusionOk="0" h="259651" w="607806">
                  <a:moveTo>
                    <a:pt x="527088" y="229751"/>
                  </a:moveTo>
                  <a:lnTo>
                    <a:pt x="0" y="229751"/>
                  </a:lnTo>
                  <a:cubicBezTo>
                    <a:pt x="8001" y="247344"/>
                    <a:pt x="25798" y="259651"/>
                    <a:pt x="46273" y="259651"/>
                  </a:cubicBezTo>
                  <a:lnTo>
                    <a:pt x="556988" y="259651"/>
                  </a:lnTo>
                  <a:cubicBezTo>
                    <a:pt x="584962" y="259651"/>
                    <a:pt x="607806" y="236760"/>
                    <a:pt x="607806" y="208797"/>
                  </a:cubicBezTo>
                  <a:lnTo>
                    <a:pt x="607806" y="9353"/>
                  </a:lnTo>
                  <a:cubicBezTo>
                    <a:pt x="607806" y="3217"/>
                    <a:pt x="605019" y="0"/>
                    <a:pt x="598477" y="0"/>
                  </a:cubicBezTo>
                  <a:lnTo>
                    <a:pt x="577894" y="0"/>
                  </a:lnTo>
                  <a:lnTo>
                    <a:pt x="577894" y="178897"/>
                  </a:lnTo>
                  <a:cubicBezTo>
                    <a:pt x="577894" y="206872"/>
                    <a:pt x="555039" y="229751"/>
                    <a:pt x="527076" y="229751"/>
                  </a:cubicBezTo>
                  <a:lnTo>
                    <a:pt x="527076" y="229751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68"/>
            <p:cNvSpPr/>
            <p:nvPr/>
          </p:nvSpPr>
          <p:spPr>
            <a:xfrm>
              <a:off x="1343165" y="1506278"/>
              <a:ext cx="191227" cy="49669"/>
            </a:xfrm>
            <a:custGeom>
              <a:rect b="b" l="l" r="r" t="t"/>
              <a:pathLst>
                <a:path extrusionOk="0" h="49669" w="191227">
                  <a:moveTo>
                    <a:pt x="34696" y="49670"/>
                  </a:moveTo>
                  <a:lnTo>
                    <a:pt x="156508" y="49670"/>
                  </a:lnTo>
                  <a:cubicBezTo>
                    <a:pt x="175596" y="49670"/>
                    <a:pt x="191228" y="34038"/>
                    <a:pt x="191228" y="14962"/>
                  </a:cubicBezTo>
                  <a:cubicBezTo>
                    <a:pt x="191228" y="9640"/>
                    <a:pt x="189972" y="4557"/>
                    <a:pt x="187807" y="12"/>
                  </a:cubicBezTo>
                  <a:cubicBezTo>
                    <a:pt x="182210" y="11673"/>
                    <a:pt x="170250" y="19770"/>
                    <a:pt x="156520" y="19770"/>
                  </a:cubicBezTo>
                  <a:lnTo>
                    <a:pt x="34708" y="19770"/>
                  </a:lnTo>
                  <a:cubicBezTo>
                    <a:pt x="20942" y="19770"/>
                    <a:pt x="9006" y="11673"/>
                    <a:pt x="3421" y="0"/>
                  </a:cubicBezTo>
                  <a:cubicBezTo>
                    <a:pt x="1220" y="4545"/>
                    <a:pt x="0" y="9628"/>
                    <a:pt x="0" y="14950"/>
                  </a:cubicBezTo>
                  <a:cubicBezTo>
                    <a:pt x="0" y="34038"/>
                    <a:pt x="15632" y="49658"/>
                    <a:pt x="34720" y="49658"/>
                  </a:cubicBezTo>
                  <a:close/>
                </a:path>
              </a:pathLst>
            </a:custGeom>
            <a:solidFill>
              <a:srgbClr val="6BA0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1" name="Google Shape;1781;p68"/>
          <p:cNvGrpSpPr/>
          <p:nvPr/>
        </p:nvGrpSpPr>
        <p:grpSpPr>
          <a:xfrm>
            <a:off x="830543" y="1290946"/>
            <a:ext cx="459272" cy="335416"/>
            <a:chOff x="0" y="1439502"/>
            <a:chExt cx="612362" cy="447222"/>
          </a:xfrm>
        </p:grpSpPr>
        <p:sp>
          <p:nvSpPr>
            <p:cNvPr id="1782" name="Google Shape;1782;p68"/>
            <p:cNvSpPr/>
            <p:nvPr/>
          </p:nvSpPr>
          <p:spPr>
            <a:xfrm>
              <a:off x="0" y="1439505"/>
              <a:ext cx="447219" cy="447219"/>
            </a:xfrm>
            <a:custGeom>
              <a:rect b="b" l="l" r="r" t="t"/>
              <a:pathLst>
                <a:path extrusionOk="0" h="447219" w="447219">
                  <a:moveTo>
                    <a:pt x="223628" y="447207"/>
                  </a:moveTo>
                  <a:cubicBezTo>
                    <a:pt x="346768" y="447207"/>
                    <a:pt x="447219" y="346756"/>
                    <a:pt x="447219" y="223616"/>
                  </a:cubicBezTo>
                  <a:cubicBezTo>
                    <a:pt x="447219" y="100476"/>
                    <a:pt x="346768" y="0"/>
                    <a:pt x="223628" y="0"/>
                  </a:cubicBezTo>
                  <a:cubicBezTo>
                    <a:pt x="100488" y="0"/>
                    <a:pt x="0" y="100464"/>
                    <a:pt x="0" y="223628"/>
                  </a:cubicBezTo>
                  <a:cubicBezTo>
                    <a:pt x="0" y="346792"/>
                    <a:pt x="100452" y="447219"/>
                    <a:pt x="223628" y="447219"/>
                  </a:cubicBezTo>
                  <a:close/>
                </a:path>
              </a:pathLst>
            </a:custGeom>
            <a:solidFill>
              <a:srgbClr val="5DBE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68"/>
            <p:cNvSpPr/>
            <p:nvPr/>
          </p:nvSpPr>
          <p:spPr>
            <a:xfrm>
              <a:off x="318051" y="1439502"/>
              <a:ext cx="294311" cy="444085"/>
            </a:xfrm>
            <a:custGeom>
              <a:rect b="b" l="l" r="r" t="t"/>
              <a:pathLst>
                <a:path extrusionOk="0" h="444085" w="294311">
                  <a:moveTo>
                    <a:pt x="131129" y="438803"/>
                  </a:moveTo>
                  <a:cubicBezTo>
                    <a:pt x="52480" y="394323"/>
                    <a:pt x="0" y="314347"/>
                    <a:pt x="0" y="223080"/>
                  </a:cubicBezTo>
                  <a:cubicBezTo>
                    <a:pt x="0" y="131814"/>
                    <a:pt x="51835" y="52890"/>
                    <a:pt x="129646" y="8208"/>
                  </a:cubicBezTo>
                  <a:cubicBezTo>
                    <a:pt x="148698" y="-2736"/>
                    <a:pt x="145613" y="-2736"/>
                    <a:pt x="164665" y="8208"/>
                  </a:cubicBezTo>
                  <a:cubicBezTo>
                    <a:pt x="242477" y="52890"/>
                    <a:pt x="294311" y="132424"/>
                    <a:pt x="294311" y="223080"/>
                  </a:cubicBezTo>
                  <a:cubicBezTo>
                    <a:pt x="294311" y="313737"/>
                    <a:pt x="241592" y="394694"/>
                    <a:pt x="162632" y="439137"/>
                  </a:cubicBezTo>
                  <a:cubicBezTo>
                    <a:pt x="150492" y="445955"/>
                    <a:pt x="143173" y="445620"/>
                    <a:pt x="131141" y="438803"/>
                  </a:cubicBezTo>
                  <a:lnTo>
                    <a:pt x="131141" y="438803"/>
                  </a:lnTo>
                  <a:close/>
                </a:path>
              </a:pathLst>
            </a:custGeom>
            <a:solidFill>
              <a:srgbClr val="005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68"/>
            <p:cNvSpPr/>
            <p:nvPr/>
          </p:nvSpPr>
          <p:spPr>
            <a:xfrm>
              <a:off x="450245" y="1439515"/>
              <a:ext cx="162105" cy="444091"/>
            </a:xfrm>
            <a:custGeom>
              <a:rect b="b" l="l" r="r" t="t"/>
              <a:pathLst>
                <a:path extrusionOk="0" h="444091" w="162105">
                  <a:moveTo>
                    <a:pt x="12" y="6712"/>
                  </a:moveTo>
                  <a:cubicBezTo>
                    <a:pt x="16254" y="-2713"/>
                    <a:pt x="14316" y="-2210"/>
                    <a:pt x="32459" y="8207"/>
                  </a:cubicBezTo>
                  <a:cubicBezTo>
                    <a:pt x="110271" y="52889"/>
                    <a:pt x="162106" y="132423"/>
                    <a:pt x="162106" y="223080"/>
                  </a:cubicBezTo>
                  <a:cubicBezTo>
                    <a:pt x="162106" y="313737"/>
                    <a:pt x="109386" y="394694"/>
                    <a:pt x="30426" y="439137"/>
                  </a:cubicBezTo>
                  <a:cubicBezTo>
                    <a:pt x="18658" y="445751"/>
                    <a:pt x="11446" y="445643"/>
                    <a:pt x="12" y="439412"/>
                  </a:cubicBezTo>
                  <a:lnTo>
                    <a:pt x="514" y="439137"/>
                  </a:lnTo>
                  <a:cubicBezTo>
                    <a:pt x="79474" y="394694"/>
                    <a:pt x="132194" y="314574"/>
                    <a:pt x="132194" y="223080"/>
                  </a:cubicBezTo>
                  <a:cubicBezTo>
                    <a:pt x="132194" y="131586"/>
                    <a:pt x="80359" y="52889"/>
                    <a:pt x="2547" y="8207"/>
                  </a:cubicBezTo>
                  <a:cubicBezTo>
                    <a:pt x="1662" y="7693"/>
                    <a:pt x="813" y="7190"/>
                    <a:pt x="0" y="6712"/>
                  </a:cubicBezTo>
                  <a:lnTo>
                    <a:pt x="0" y="6712"/>
                  </a:lnTo>
                  <a:close/>
                </a:path>
              </a:pathLst>
            </a:custGeom>
            <a:solidFill>
              <a:srgbClr val="0C3F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68"/>
            <p:cNvSpPr/>
            <p:nvPr/>
          </p:nvSpPr>
          <p:spPr>
            <a:xfrm>
              <a:off x="371560" y="1522280"/>
              <a:ext cx="168599" cy="361302"/>
            </a:xfrm>
            <a:custGeom>
              <a:rect b="b" l="l" r="r" t="t"/>
              <a:pathLst>
                <a:path extrusionOk="0" h="361302" w="168599">
                  <a:moveTo>
                    <a:pt x="102569" y="359517"/>
                  </a:moveTo>
                  <a:cubicBezTo>
                    <a:pt x="96230" y="361921"/>
                    <a:pt x="90944" y="361885"/>
                    <a:pt x="84701" y="359481"/>
                  </a:cubicBezTo>
                  <a:lnTo>
                    <a:pt x="84701" y="311581"/>
                  </a:lnTo>
                  <a:cubicBezTo>
                    <a:pt x="84665" y="311043"/>
                    <a:pt x="84665" y="310529"/>
                    <a:pt x="84701" y="310027"/>
                  </a:cubicBezTo>
                  <a:lnTo>
                    <a:pt x="84701" y="250430"/>
                  </a:lnTo>
                  <a:lnTo>
                    <a:pt x="2619" y="168349"/>
                  </a:lnTo>
                  <a:cubicBezTo>
                    <a:pt x="-873" y="164856"/>
                    <a:pt x="-873" y="159163"/>
                    <a:pt x="2619" y="155671"/>
                  </a:cubicBezTo>
                  <a:cubicBezTo>
                    <a:pt x="6112" y="152179"/>
                    <a:pt x="11805" y="152179"/>
                    <a:pt x="15297" y="155671"/>
                  </a:cubicBezTo>
                  <a:lnTo>
                    <a:pt x="84689" y="225063"/>
                  </a:lnTo>
                  <a:lnTo>
                    <a:pt x="84689" y="173288"/>
                  </a:lnTo>
                  <a:cubicBezTo>
                    <a:pt x="84653" y="172786"/>
                    <a:pt x="84653" y="172272"/>
                    <a:pt x="84689" y="171769"/>
                  </a:cubicBezTo>
                  <a:lnTo>
                    <a:pt x="84689" y="103083"/>
                  </a:lnTo>
                  <a:lnTo>
                    <a:pt x="40413" y="58807"/>
                  </a:lnTo>
                  <a:cubicBezTo>
                    <a:pt x="36920" y="55315"/>
                    <a:pt x="36920" y="49622"/>
                    <a:pt x="40413" y="46130"/>
                  </a:cubicBezTo>
                  <a:cubicBezTo>
                    <a:pt x="43941" y="42637"/>
                    <a:pt x="49598" y="42637"/>
                    <a:pt x="53090" y="46130"/>
                  </a:cubicBezTo>
                  <a:lnTo>
                    <a:pt x="84689" y="77728"/>
                  </a:lnTo>
                  <a:lnTo>
                    <a:pt x="84689" y="8946"/>
                  </a:lnTo>
                  <a:cubicBezTo>
                    <a:pt x="84689" y="3995"/>
                    <a:pt x="88695" y="0"/>
                    <a:pt x="93635" y="0"/>
                  </a:cubicBezTo>
                  <a:cubicBezTo>
                    <a:pt x="98574" y="0"/>
                    <a:pt x="102557" y="4007"/>
                    <a:pt x="102557" y="8946"/>
                  </a:cubicBezTo>
                  <a:lnTo>
                    <a:pt x="102557" y="98586"/>
                  </a:lnTo>
                  <a:cubicBezTo>
                    <a:pt x="102629" y="99100"/>
                    <a:pt x="102629" y="99603"/>
                    <a:pt x="102557" y="100105"/>
                  </a:cubicBezTo>
                  <a:lnTo>
                    <a:pt x="102557" y="150923"/>
                  </a:lnTo>
                  <a:lnTo>
                    <a:pt x="153303" y="100177"/>
                  </a:lnTo>
                  <a:cubicBezTo>
                    <a:pt x="156795" y="96684"/>
                    <a:pt x="162488" y="96684"/>
                    <a:pt x="165981" y="100177"/>
                  </a:cubicBezTo>
                  <a:cubicBezTo>
                    <a:pt x="169473" y="103669"/>
                    <a:pt x="169473" y="109362"/>
                    <a:pt x="165981" y="112854"/>
                  </a:cubicBezTo>
                  <a:lnTo>
                    <a:pt x="102545" y="176290"/>
                  </a:lnTo>
                  <a:lnTo>
                    <a:pt x="102545" y="245921"/>
                  </a:lnTo>
                  <a:cubicBezTo>
                    <a:pt x="102617" y="246435"/>
                    <a:pt x="102617" y="246938"/>
                    <a:pt x="102545" y="247476"/>
                  </a:cubicBezTo>
                  <a:lnTo>
                    <a:pt x="102545" y="289168"/>
                  </a:lnTo>
                  <a:lnTo>
                    <a:pt x="134143" y="257570"/>
                  </a:lnTo>
                  <a:cubicBezTo>
                    <a:pt x="137635" y="254078"/>
                    <a:pt x="143328" y="254078"/>
                    <a:pt x="146821" y="257570"/>
                  </a:cubicBezTo>
                  <a:cubicBezTo>
                    <a:pt x="150313" y="261098"/>
                    <a:pt x="150313" y="266755"/>
                    <a:pt x="146821" y="270248"/>
                  </a:cubicBezTo>
                  <a:lnTo>
                    <a:pt x="102545" y="314524"/>
                  </a:lnTo>
                  <a:lnTo>
                    <a:pt x="102545" y="359517"/>
                  </a:lnTo>
                  <a:lnTo>
                    <a:pt x="102545" y="359517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68"/>
            <p:cNvSpPr/>
            <p:nvPr/>
          </p:nvSpPr>
          <p:spPr>
            <a:xfrm>
              <a:off x="371572" y="1522280"/>
              <a:ext cx="168599" cy="364432"/>
            </a:xfrm>
            <a:custGeom>
              <a:rect b="b" l="l" r="r" t="t"/>
              <a:pathLst>
                <a:path extrusionOk="0" h="364432" w="168599">
                  <a:moveTo>
                    <a:pt x="93647" y="364432"/>
                  </a:moveTo>
                  <a:cubicBezTo>
                    <a:pt x="90633" y="362973"/>
                    <a:pt x="87643" y="361454"/>
                    <a:pt x="84701" y="359924"/>
                  </a:cubicBezTo>
                  <a:lnTo>
                    <a:pt x="84701" y="311581"/>
                  </a:lnTo>
                  <a:cubicBezTo>
                    <a:pt x="84665" y="311043"/>
                    <a:pt x="84665" y="310529"/>
                    <a:pt x="84701" y="310027"/>
                  </a:cubicBezTo>
                  <a:lnTo>
                    <a:pt x="84701" y="250430"/>
                  </a:lnTo>
                  <a:lnTo>
                    <a:pt x="2619" y="168349"/>
                  </a:lnTo>
                  <a:cubicBezTo>
                    <a:pt x="-873" y="164856"/>
                    <a:pt x="-873" y="159163"/>
                    <a:pt x="2619" y="155671"/>
                  </a:cubicBezTo>
                  <a:cubicBezTo>
                    <a:pt x="6112" y="152179"/>
                    <a:pt x="11804" y="152179"/>
                    <a:pt x="15297" y="155671"/>
                  </a:cubicBezTo>
                  <a:lnTo>
                    <a:pt x="84689" y="225063"/>
                  </a:lnTo>
                  <a:lnTo>
                    <a:pt x="84689" y="173288"/>
                  </a:lnTo>
                  <a:cubicBezTo>
                    <a:pt x="84653" y="172786"/>
                    <a:pt x="84653" y="172272"/>
                    <a:pt x="84689" y="171769"/>
                  </a:cubicBezTo>
                  <a:lnTo>
                    <a:pt x="84689" y="103083"/>
                  </a:lnTo>
                  <a:lnTo>
                    <a:pt x="40413" y="58807"/>
                  </a:lnTo>
                  <a:cubicBezTo>
                    <a:pt x="36920" y="55315"/>
                    <a:pt x="36920" y="49622"/>
                    <a:pt x="40413" y="46130"/>
                  </a:cubicBezTo>
                  <a:cubicBezTo>
                    <a:pt x="43941" y="42637"/>
                    <a:pt x="49598" y="42637"/>
                    <a:pt x="53090" y="46130"/>
                  </a:cubicBezTo>
                  <a:lnTo>
                    <a:pt x="84689" y="77728"/>
                  </a:lnTo>
                  <a:lnTo>
                    <a:pt x="84689" y="8946"/>
                  </a:lnTo>
                  <a:cubicBezTo>
                    <a:pt x="84689" y="3995"/>
                    <a:pt x="88695" y="0"/>
                    <a:pt x="93635" y="0"/>
                  </a:cubicBezTo>
                  <a:cubicBezTo>
                    <a:pt x="98574" y="0"/>
                    <a:pt x="102557" y="4007"/>
                    <a:pt x="102557" y="8946"/>
                  </a:cubicBezTo>
                  <a:lnTo>
                    <a:pt x="102557" y="98586"/>
                  </a:lnTo>
                  <a:cubicBezTo>
                    <a:pt x="102629" y="99100"/>
                    <a:pt x="102629" y="99603"/>
                    <a:pt x="102557" y="100105"/>
                  </a:cubicBezTo>
                  <a:lnTo>
                    <a:pt x="102557" y="150923"/>
                  </a:lnTo>
                  <a:lnTo>
                    <a:pt x="153303" y="100177"/>
                  </a:lnTo>
                  <a:cubicBezTo>
                    <a:pt x="156795" y="96684"/>
                    <a:pt x="162488" y="96684"/>
                    <a:pt x="165981" y="100177"/>
                  </a:cubicBezTo>
                  <a:cubicBezTo>
                    <a:pt x="169473" y="103669"/>
                    <a:pt x="169473" y="109362"/>
                    <a:pt x="165981" y="112854"/>
                  </a:cubicBezTo>
                  <a:lnTo>
                    <a:pt x="102545" y="176290"/>
                  </a:lnTo>
                  <a:lnTo>
                    <a:pt x="102545" y="245921"/>
                  </a:lnTo>
                  <a:cubicBezTo>
                    <a:pt x="102617" y="246435"/>
                    <a:pt x="102617" y="246938"/>
                    <a:pt x="102545" y="247476"/>
                  </a:cubicBezTo>
                  <a:lnTo>
                    <a:pt x="102545" y="289168"/>
                  </a:lnTo>
                  <a:lnTo>
                    <a:pt x="134143" y="257570"/>
                  </a:lnTo>
                  <a:cubicBezTo>
                    <a:pt x="137635" y="254078"/>
                    <a:pt x="143328" y="254078"/>
                    <a:pt x="146821" y="257570"/>
                  </a:cubicBezTo>
                  <a:cubicBezTo>
                    <a:pt x="150313" y="261098"/>
                    <a:pt x="150313" y="266755"/>
                    <a:pt x="146821" y="270248"/>
                  </a:cubicBezTo>
                  <a:lnTo>
                    <a:pt x="102545" y="314524"/>
                  </a:lnTo>
                  <a:lnTo>
                    <a:pt x="102545" y="359924"/>
                  </a:lnTo>
                  <a:cubicBezTo>
                    <a:pt x="99591" y="361454"/>
                    <a:pt x="96649" y="362973"/>
                    <a:pt x="93623" y="364432"/>
                  </a:cubicBezTo>
                  <a:lnTo>
                    <a:pt x="93623" y="364432"/>
                  </a:lnTo>
                  <a:close/>
                </a:path>
              </a:pathLst>
            </a:custGeom>
            <a:solidFill>
              <a:srgbClr val="3987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68"/>
            <p:cNvSpPr/>
            <p:nvPr/>
          </p:nvSpPr>
          <p:spPr>
            <a:xfrm>
              <a:off x="0" y="1444815"/>
              <a:ext cx="191387" cy="421421"/>
            </a:xfrm>
            <a:custGeom>
              <a:rect b="b" l="l" r="r" t="t"/>
              <a:pathLst>
                <a:path extrusionOk="0" h="421421" w="191387">
                  <a:moveTo>
                    <a:pt x="158398" y="310636"/>
                  </a:moveTo>
                  <a:cubicBezTo>
                    <a:pt x="158398" y="242764"/>
                    <a:pt x="94352" y="285413"/>
                    <a:pt x="69846" y="258862"/>
                  </a:cubicBezTo>
                  <a:cubicBezTo>
                    <a:pt x="47912" y="235133"/>
                    <a:pt x="44790" y="208379"/>
                    <a:pt x="77513" y="193799"/>
                  </a:cubicBezTo>
                  <a:cubicBezTo>
                    <a:pt x="123822" y="173121"/>
                    <a:pt x="116430" y="165395"/>
                    <a:pt x="115079" y="113751"/>
                  </a:cubicBezTo>
                  <a:cubicBezTo>
                    <a:pt x="113692" y="61438"/>
                    <a:pt x="162883" y="92427"/>
                    <a:pt x="185834" y="58723"/>
                  </a:cubicBezTo>
                  <a:cubicBezTo>
                    <a:pt x="198416" y="40209"/>
                    <a:pt x="187389" y="18347"/>
                    <a:pt x="174855" y="0"/>
                  </a:cubicBezTo>
                  <a:cubicBezTo>
                    <a:pt x="74786" y="22293"/>
                    <a:pt x="0" y="111563"/>
                    <a:pt x="0" y="218317"/>
                  </a:cubicBezTo>
                  <a:cubicBezTo>
                    <a:pt x="0" y="308364"/>
                    <a:pt x="53258" y="385996"/>
                    <a:pt x="129981" y="421422"/>
                  </a:cubicBezTo>
                  <a:cubicBezTo>
                    <a:pt x="131572" y="403996"/>
                    <a:pt x="130352" y="386259"/>
                    <a:pt x="132050" y="383891"/>
                  </a:cubicBezTo>
                  <a:cubicBezTo>
                    <a:pt x="157070" y="348765"/>
                    <a:pt x="158386" y="356802"/>
                    <a:pt x="158386" y="310625"/>
                  </a:cubicBezTo>
                  <a:lnTo>
                    <a:pt x="158386" y="310625"/>
                  </a:lnTo>
                  <a:close/>
                </a:path>
              </a:pathLst>
            </a:custGeom>
            <a:solidFill>
              <a:srgbClr val="33A8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68"/>
            <p:cNvSpPr/>
            <p:nvPr/>
          </p:nvSpPr>
          <p:spPr>
            <a:xfrm>
              <a:off x="237440" y="1654687"/>
              <a:ext cx="142671" cy="206838"/>
            </a:xfrm>
            <a:custGeom>
              <a:rect b="b" l="l" r="r" t="t"/>
              <a:pathLst>
                <a:path extrusionOk="0" h="206838" w="142671">
                  <a:moveTo>
                    <a:pt x="80743" y="2"/>
                  </a:moveTo>
                  <a:cubicBezTo>
                    <a:pt x="42842" y="-105"/>
                    <a:pt x="49" y="3327"/>
                    <a:pt x="49" y="46108"/>
                  </a:cubicBezTo>
                  <a:cubicBezTo>
                    <a:pt x="49" y="78041"/>
                    <a:pt x="-2798" y="94211"/>
                    <a:pt x="35008" y="107941"/>
                  </a:cubicBezTo>
                  <a:cubicBezTo>
                    <a:pt x="76341" y="122999"/>
                    <a:pt x="68807" y="156630"/>
                    <a:pt x="85957" y="196935"/>
                  </a:cubicBezTo>
                  <a:cubicBezTo>
                    <a:pt x="87105" y="199650"/>
                    <a:pt x="88230" y="203107"/>
                    <a:pt x="89414" y="206838"/>
                  </a:cubicBezTo>
                  <a:cubicBezTo>
                    <a:pt x="109040" y="196565"/>
                    <a:pt x="127016" y="183480"/>
                    <a:pt x="142671" y="168124"/>
                  </a:cubicBezTo>
                  <a:cubicBezTo>
                    <a:pt x="103885" y="124494"/>
                    <a:pt x="80599" y="68724"/>
                    <a:pt x="80599" y="7932"/>
                  </a:cubicBezTo>
                  <a:cubicBezTo>
                    <a:pt x="80599" y="5253"/>
                    <a:pt x="80671" y="2645"/>
                    <a:pt x="80731" y="2"/>
                  </a:cubicBezTo>
                  <a:lnTo>
                    <a:pt x="80731" y="2"/>
                  </a:lnTo>
                  <a:close/>
                </a:path>
              </a:pathLst>
            </a:custGeom>
            <a:solidFill>
              <a:srgbClr val="33A8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68"/>
            <p:cNvSpPr/>
            <p:nvPr/>
          </p:nvSpPr>
          <p:spPr>
            <a:xfrm>
              <a:off x="23239" y="1444815"/>
              <a:ext cx="168135" cy="421421"/>
            </a:xfrm>
            <a:custGeom>
              <a:rect b="b" l="l" r="r" t="t"/>
              <a:pathLst>
                <a:path extrusionOk="0" h="421421" w="168135">
                  <a:moveTo>
                    <a:pt x="54261" y="193799"/>
                  </a:moveTo>
                  <a:cubicBezTo>
                    <a:pt x="100570" y="173121"/>
                    <a:pt x="93179" y="165395"/>
                    <a:pt x="91827" y="113751"/>
                  </a:cubicBezTo>
                  <a:cubicBezTo>
                    <a:pt x="90440" y="61438"/>
                    <a:pt x="139631" y="92427"/>
                    <a:pt x="162582" y="58723"/>
                  </a:cubicBezTo>
                  <a:cubicBezTo>
                    <a:pt x="175164" y="40209"/>
                    <a:pt x="164137" y="18347"/>
                    <a:pt x="151603" y="0"/>
                  </a:cubicBezTo>
                  <a:cubicBezTo>
                    <a:pt x="145300" y="1423"/>
                    <a:pt x="139057" y="3086"/>
                    <a:pt x="132957" y="5011"/>
                  </a:cubicBezTo>
                  <a:cubicBezTo>
                    <a:pt x="138985" y="18741"/>
                    <a:pt x="141054" y="33010"/>
                    <a:pt x="132682" y="45759"/>
                  </a:cubicBezTo>
                  <a:cubicBezTo>
                    <a:pt x="109731" y="80682"/>
                    <a:pt x="60540" y="48605"/>
                    <a:pt x="61927" y="102748"/>
                  </a:cubicBezTo>
                  <a:cubicBezTo>
                    <a:pt x="63291" y="156209"/>
                    <a:pt x="70670" y="164246"/>
                    <a:pt x="24361" y="185643"/>
                  </a:cubicBezTo>
                  <a:cubicBezTo>
                    <a:pt x="-8350" y="200760"/>
                    <a:pt x="-5240" y="228424"/>
                    <a:pt x="16695" y="253037"/>
                  </a:cubicBezTo>
                  <a:cubicBezTo>
                    <a:pt x="25270" y="262629"/>
                    <a:pt x="38629" y="263478"/>
                    <a:pt x="52431" y="263550"/>
                  </a:cubicBezTo>
                  <a:cubicBezTo>
                    <a:pt x="50290" y="262294"/>
                    <a:pt x="48365" y="260739"/>
                    <a:pt x="46594" y="258838"/>
                  </a:cubicBezTo>
                  <a:cubicBezTo>
                    <a:pt x="24660" y="235109"/>
                    <a:pt x="21538" y="208355"/>
                    <a:pt x="54261" y="193776"/>
                  </a:cubicBezTo>
                  <a:lnTo>
                    <a:pt x="54261" y="193776"/>
                  </a:lnTo>
                  <a:close/>
                  <a:moveTo>
                    <a:pt x="135158" y="310636"/>
                  </a:moveTo>
                  <a:cubicBezTo>
                    <a:pt x="135158" y="271001"/>
                    <a:pt x="113355" y="269040"/>
                    <a:pt x="90308" y="269004"/>
                  </a:cubicBezTo>
                  <a:cubicBezTo>
                    <a:pt x="99290" y="274434"/>
                    <a:pt x="105258" y="285210"/>
                    <a:pt x="105258" y="306666"/>
                  </a:cubicBezTo>
                  <a:cubicBezTo>
                    <a:pt x="105258" y="354506"/>
                    <a:pt x="103931" y="346194"/>
                    <a:pt x="78910" y="382576"/>
                  </a:cubicBezTo>
                  <a:cubicBezTo>
                    <a:pt x="77726" y="384274"/>
                    <a:pt x="77965" y="393663"/>
                    <a:pt x="77655" y="405252"/>
                  </a:cubicBezTo>
                  <a:cubicBezTo>
                    <a:pt x="86912" y="411316"/>
                    <a:pt x="96611" y="416745"/>
                    <a:pt x="106741" y="421422"/>
                  </a:cubicBezTo>
                  <a:cubicBezTo>
                    <a:pt x="108332" y="403996"/>
                    <a:pt x="107112" y="386259"/>
                    <a:pt x="108810" y="383891"/>
                  </a:cubicBezTo>
                  <a:cubicBezTo>
                    <a:pt x="133831" y="348765"/>
                    <a:pt x="135158" y="356802"/>
                    <a:pt x="135158" y="310625"/>
                  </a:cubicBezTo>
                  <a:lnTo>
                    <a:pt x="135158" y="310625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68"/>
            <p:cNvSpPr/>
            <p:nvPr/>
          </p:nvSpPr>
          <p:spPr>
            <a:xfrm>
              <a:off x="288139" y="1654686"/>
              <a:ext cx="91984" cy="182464"/>
            </a:xfrm>
            <a:custGeom>
              <a:rect b="b" l="l" r="r" t="t"/>
              <a:pathLst>
                <a:path extrusionOk="0" h="182464" w="91984">
                  <a:moveTo>
                    <a:pt x="0" y="7897"/>
                  </a:moveTo>
                  <a:cubicBezTo>
                    <a:pt x="0" y="75602"/>
                    <a:pt x="28847" y="137065"/>
                    <a:pt x="75874" y="182465"/>
                  </a:cubicBezTo>
                  <a:cubicBezTo>
                    <a:pt x="81125" y="178231"/>
                    <a:pt x="86208" y="173722"/>
                    <a:pt x="91063" y="169010"/>
                  </a:cubicBezTo>
                  <a:cubicBezTo>
                    <a:pt x="91374" y="168735"/>
                    <a:pt x="91673" y="168436"/>
                    <a:pt x="91984" y="168125"/>
                  </a:cubicBezTo>
                  <a:cubicBezTo>
                    <a:pt x="91506" y="167587"/>
                    <a:pt x="91039" y="167036"/>
                    <a:pt x="90561" y="166462"/>
                  </a:cubicBezTo>
                  <a:cubicBezTo>
                    <a:pt x="52624" y="123095"/>
                    <a:pt x="29912" y="67936"/>
                    <a:pt x="29912" y="7897"/>
                  </a:cubicBezTo>
                  <a:cubicBezTo>
                    <a:pt x="29912" y="5254"/>
                    <a:pt x="29948" y="2611"/>
                    <a:pt x="30043" y="3"/>
                  </a:cubicBezTo>
                  <a:cubicBezTo>
                    <a:pt x="20105" y="-33"/>
                    <a:pt x="9831" y="207"/>
                    <a:pt x="108" y="1295"/>
                  </a:cubicBezTo>
                  <a:cubicBezTo>
                    <a:pt x="36" y="3496"/>
                    <a:pt x="0" y="5696"/>
                    <a:pt x="0" y="7909"/>
                  </a:cubicBezTo>
                  <a:lnTo>
                    <a:pt x="0" y="7909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68"/>
            <p:cNvSpPr/>
            <p:nvPr/>
          </p:nvSpPr>
          <p:spPr>
            <a:xfrm>
              <a:off x="288247" y="1488601"/>
              <a:ext cx="91398" cy="167379"/>
            </a:xfrm>
            <a:custGeom>
              <a:rect b="b" l="l" r="r" t="t"/>
              <a:pathLst>
                <a:path extrusionOk="0" h="167379" w="91398">
                  <a:moveTo>
                    <a:pt x="0" y="167380"/>
                  </a:moveTo>
                  <a:cubicBezTo>
                    <a:pt x="9735" y="166292"/>
                    <a:pt x="20009" y="166064"/>
                    <a:pt x="29936" y="166088"/>
                  </a:cubicBezTo>
                  <a:cubicBezTo>
                    <a:pt x="31837" y="108621"/>
                    <a:pt x="54585" y="56009"/>
                    <a:pt x="91398" y="14340"/>
                  </a:cubicBezTo>
                  <a:cubicBezTo>
                    <a:pt x="86243" y="9329"/>
                    <a:pt x="80826" y="4545"/>
                    <a:pt x="75192" y="0"/>
                  </a:cubicBezTo>
                  <a:cubicBezTo>
                    <a:pt x="30067" y="43869"/>
                    <a:pt x="1794" y="102593"/>
                    <a:pt x="0" y="167380"/>
                  </a:cubicBezTo>
                  <a:lnTo>
                    <a:pt x="0" y="167380"/>
                  </a:lnTo>
                  <a:close/>
                </a:path>
              </a:pathLst>
            </a:custGeom>
            <a:solidFill>
              <a:srgbClr val="0F7F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2" name="Google Shape;1792;p68"/>
          <p:cNvGrpSpPr/>
          <p:nvPr/>
        </p:nvGrpSpPr>
        <p:grpSpPr>
          <a:xfrm>
            <a:off x="6251120" y="843346"/>
            <a:ext cx="54757" cy="31289"/>
            <a:chOff x="439215" y="3045980"/>
            <a:chExt cx="28512" cy="16292"/>
          </a:xfrm>
        </p:grpSpPr>
        <p:sp>
          <p:nvSpPr>
            <p:cNvPr id="1793" name="Google Shape;1793;p68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68"/>
            <p:cNvSpPr/>
            <p:nvPr/>
          </p:nvSpPr>
          <p:spPr>
            <a:xfrm>
              <a:off x="439215" y="3045980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5" name="Google Shape;1795;p68"/>
          <p:cNvGrpSpPr/>
          <p:nvPr/>
        </p:nvGrpSpPr>
        <p:grpSpPr>
          <a:xfrm>
            <a:off x="6807452" y="1391854"/>
            <a:ext cx="54757" cy="31289"/>
            <a:chOff x="728896" y="3331587"/>
            <a:chExt cx="28512" cy="16292"/>
          </a:xfrm>
        </p:grpSpPr>
        <p:sp>
          <p:nvSpPr>
            <p:cNvPr id="1796" name="Google Shape;1796;p68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68"/>
            <p:cNvSpPr/>
            <p:nvPr/>
          </p:nvSpPr>
          <p:spPr>
            <a:xfrm>
              <a:off x="728896" y="3331587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8" name="Google Shape;1798;p68"/>
          <p:cNvGrpSpPr/>
          <p:nvPr/>
        </p:nvGrpSpPr>
        <p:grpSpPr>
          <a:xfrm>
            <a:off x="6719944" y="1014912"/>
            <a:ext cx="54757" cy="31289"/>
            <a:chOff x="683331" y="3135314"/>
            <a:chExt cx="28512" cy="16292"/>
          </a:xfrm>
        </p:grpSpPr>
        <p:sp>
          <p:nvSpPr>
            <p:cNvPr id="1799" name="Google Shape;1799;p68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68"/>
            <p:cNvSpPr/>
            <p:nvPr/>
          </p:nvSpPr>
          <p:spPr>
            <a:xfrm>
              <a:off x="683331" y="3135314"/>
              <a:ext cx="28512" cy="16292"/>
            </a:xfrm>
            <a:custGeom>
              <a:rect b="b" l="l" r="r" t="t"/>
              <a:pathLst>
                <a:path extrusionOk="0" h="16292" w="28512">
                  <a:moveTo>
                    <a:pt x="0" y="16293"/>
                  </a:moveTo>
                  <a:lnTo>
                    <a:pt x="25199" y="1657"/>
                  </a:lnTo>
                  <a:cubicBezTo>
                    <a:pt x="26994" y="621"/>
                    <a:pt x="28236" y="69"/>
                    <a:pt x="28512" y="0"/>
                  </a:cubicBezTo>
                  <a:lnTo>
                    <a:pt x="3314" y="14636"/>
                  </a:lnTo>
                  <a:cubicBezTo>
                    <a:pt x="3314" y="14636"/>
                    <a:pt x="1795" y="15257"/>
                    <a:pt x="0" y="1629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1" name="Google Shape;1801;p68"/>
          <p:cNvGrpSpPr/>
          <p:nvPr/>
        </p:nvGrpSpPr>
        <p:grpSpPr>
          <a:xfrm>
            <a:off x="830570" y="3194345"/>
            <a:ext cx="459263" cy="459262"/>
            <a:chOff x="2573320" y="1356934"/>
            <a:chExt cx="612351" cy="612349"/>
          </a:xfrm>
        </p:grpSpPr>
        <p:sp>
          <p:nvSpPr>
            <p:cNvPr id="1802" name="Google Shape;1802;p68"/>
            <p:cNvSpPr/>
            <p:nvPr/>
          </p:nvSpPr>
          <p:spPr>
            <a:xfrm>
              <a:off x="2931402" y="1395911"/>
              <a:ext cx="254245" cy="109326"/>
            </a:xfrm>
            <a:custGeom>
              <a:rect b="b" l="l" r="r" t="t"/>
              <a:pathLst>
                <a:path extrusionOk="0" h="109326" w="254245">
                  <a:moveTo>
                    <a:pt x="231820" y="60805"/>
                  </a:moveTo>
                  <a:lnTo>
                    <a:pt x="199983" y="60805"/>
                  </a:lnTo>
                  <a:cubicBezTo>
                    <a:pt x="196156" y="60805"/>
                    <a:pt x="192998" y="57480"/>
                    <a:pt x="192962" y="53318"/>
                  </a:cubicBezTo>
                  <a:cubicBezTo>
                    <a:pt x="192352" y="47385"/>
                    <a:pt x="189673" y="42027"/>
                    <a:pt x="185774" y="38164"/>
                  </a:cubicBezTo>
                  <a:cubicBezTo>
                    <a:pt x="181768" y="34229"/>
                    <a:pt x="176481" y="31826"/>
                    <a:pt x="170657" y="31826"/>
                  </a:cubicBezTo>
                  <a:lnTo>
                    <a:pt x="151940" y="31826"/>
                  </a:lnTo>
                  <a:cubicBezTo>
                    <a:pt x="148041" y="31826"/>
                    <a:pt x="144919" y="28441"/>
                    <a:pt x="144919" y="24267"/>
                  </a:cubicBezTo>
                  <a:cubicBezTo>
                    <a:pt x="144919" y="17593"/>
                    <a:pt x="142372" y="11517"/>
                    <a:pt x="138305" y="7152"/>
                  </a:cubicBezTo>
                  <a:cubicBezTo>
                    <a:pt x="134239" y="2739"/>
                    <a:pt x="128606" y="0"/>
                    <a:pt x="122470" y="0"/>
                  </a:cubicBezTo>
                  <a:lnTo>
                    <a:pt x="94843" y="0"/>
                  </a:lnTo>
                  <a:cubicBezTo>
                    <a:pt x="88671" y="0"/>
                    <a:pt x="83074" y="2751"/>
                    <a:pt x="79008" y="7152"/>
                  </a:cubicBezTo>
                  <a:cubicBezTo>
                    <a:pt x="74941" y="11529"/>
                    <a:pt x="72394" y="17593"/>
                    <a:pt x="72394" y="24267"/>
                  </a:cubicBezTo>
                  <a:cubicBezTo>
                    <a:pt x="72394" y="28441"/>
                    <a:pt x="69236" y="31826"/>
                    <a:pt x="65373" y="31826"/>
                  </a:cubicBezTo>
                  <a:lnTo>
                    <a:pt x="56487" y="31826"/>
                  </a:lnTo>
                  <a:cubicBezTo>
                    <a:pt x="50651" y="31826"/>
                    <a:pt x="45328" y="34229"/>
                    <a:pt x="41370" y="38164"/>
                  </a:cubicBezTo>
                  <a:cubicBezTo>
                    <a:pt x="37303" y="42171"/>
                    <a:pt x="34624" y="47720"/>
                    <a:pt x="34110" y="53892"/>
                  </a:cubicBezTo>
                  <a:cubicBezTo>
                    <a:pt x="33775" y="57826"/>
                    <a:pt x="30725" y="60805"/>
                    <a:pt x="27125" y="60769"/>
                  </a:cubicBezTo>
                  <a:lnTo>
                    <a:pt x="22449" y="60805"/>
                  </a:lnTo>
                  <a:cubicBezTo>
                    <a:pt x="16278" y="60805"/>
                    <a:pt x="10680" y="63555"/>
                    <a:pt x="6614" y="67957"/>
                  </a:cubicBezTo>
                  <a:cubicBezTo>
                    <a:pt x="2512" y="72334"/>
                    <a:pt x="0" y="78398"/>
                    <a:pt x="0" y="85083"/>
                  </a:cubicBezTo>
                  <a:cubicBezTo>
                    <a:pt x="0" y="91769"/>
                    <a:pt x="2512" y="97797"/>
                    <a:pt x="6614" y="102210"/>
                  </a:cubicBezTo>
                  <a:cubicBezTo>
                    <a:pt x="10680" y="106611"/>
                    <a:pt x="16278" y="109326"/>
                    <a:pt x="22449" y="109326"/>
                  </a:cubicBezTo>
                  <a:lnTo>
                    <a:pt x="231796" y="109326"/>
                  </a:lnTo>
                  <a:cubicBezTo>
                    <a:pt x="237968" y="109326"/>
                    <a:pt x="243565" y="106611"/>
                    <a:pt x="247667" y="102210"/>
                  </a:cubicBezTo>
                  <a:cubicBezTo>
                    <a:pt x="251734" y="97797"/>
                    <a:pt x="254245" y="91733"/>
                    <a:pt x="254245" y="85083"/>
                  </a:cubicBezTo>
                  <a:cubicBezTo>
                    <a:pt x="254245" y="78434"/>
                    <a:pt x="251734" y="72334"/>
                    <a:pt x="247667" y="67957"/>
                  </a:cubicBezTo>
                  <a:cubicBezTo>
                    <a:pt x="243565" y="63555"/>
                    <a:pt x="237968" y="60805"/>
                    <a:pt x="231796" y="60805"/>
                  </a:cubicBezTo>
                  <a:lnTo>
                    <a:pt x="231796" y="60805"/>
                  </a:lnTo>
                  <a:close/>
                </a:path>
              </a:pathLst>
            </a:custGeom>
            <a:solidFill>
              <a:srgbClr val="9DC4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68"/>
            <p:cNvSpPr/>
            <p:nvPr/>
          </p:nvSpPr>
          <p:spPr>
            <a:xfrm>
              <a:off x="2966421" y="1533905"/>
              <a:ext cx="189747" cy="169006"/>
            </a:xfrm>
            <a:custGeom>
              <a:rect b="b" l="l" r="r" t="t"/>
              <a:pathLst>
                <a:path extrusionOk="0" h="169006" w="189747">
                  <a:moveTo>
                    <a:pt x="49670" y="160024"/>
                  </a:moveTo>
                  <a:cubicBezTo>
                    <a:pt x="49670" y="164976"/>
                    <a:pt x="45639" y="169006"/>
                    <a:pt x="40688" y="169006"/>
                  </a:cubicBezTo>
                  <a:cubicBezTo>
                    <a:pt x="35736" y="169006"/>
                    <a:pt x="31742" y="164976"/>
                    <a:pt x="31742" y="160024"/>
                  </a:cubicBezTo>
                  <a:lnTo>
                    <a:pt x="31742" y="113751"/>
                  </a:lnTo>
                  <a:lnTo>
                    <a:pt x="15297" y="130196"/>
                  </a:lnTo>
                  <a:cubicBezTo>
                    <a:pt x="11804" y="133689"/>
                    <a:pt x="6147" y="133689"/>
                    <a:pt x="2619" y="130196"/>
                  </a:cubicBezTo>
                  <a:cubicBezTo>
                    <a:pt x="-873" y="126668"/>
                    <a:pt x="-873" y="121011"/>
                    <a:pt x="2619" y="117483"/>
                  </a:cubicBezTo>
                  <a:lnTo>
                    <a:pt x="31742" y="88396"/>
                  </a:lnTo>
                  <a:lnTo>
                    <a:pt x="31742" y="69416"/>
                  </a:lnTo>
                  <a:lnTo>
                    <a:pt x="22999" y="78158"/>
                  </a:lnTo>
                  <a:cubicBezTo>
                    <a:pt x="19507" y="81651"/>
                    <a:pt x="13814" y="81651"/>
                    <a:pt x="10321" y="78158"/>
                  </a:cubicBezTo>
                  <a:cubicBezTo>
                    <a:pt x="6829" y="74666"/>
                    <a:pt x="6829" y="68973"/>
                    <a:pt x="10321" y="65481"/>
                  </a:cubicBezTo>
                  <a:lnTo>
                    <a:pt x="31754" y="44061"/>
                  </a:lnTo>
                  <a:lnTo>
                    <a:pt x="31754" y="30630"/>
                  </a:lnTo>
                  <a:lnTo>
                    <a:pt x="30701" y="31682"/>
                  </a:lnTo>
                  <a:cubicBezTo>
                    <a:pt x="27173" y="35174"/>
                    <a:pt x="21516" y="35174"/>
                    <a:pt x="18024" y="31682"/>
                  </a:cubicBezTo>
                  <a:cubicBezTo>
                    <a:pt x="14495" y="28190"/>
                    <a:pt x="14495" y="22497"/>
                    <a:pt x="18024" y="19004"/>
                  </a:cubicBezTo>
                  <a:lnTo>
                    <a:pt x="34337" y="2703"/>
                  </a:lnTo>
                  <a:cubicBezTo>
                    <a:pt x="35999" y="969"/>
                    <a:pt x="38308" y="24"/>
                    <a:pt x="40712" y="24"/>
                  </a:cubicBezTo>
                  <a:cubicBezTo>
                    <a:pt x="43116" y="24"/>
                    <a:pt x="45424" y="969"/>
                    <a:pt x="47122" y="2667"/>
                  </a:cubicBezTo>
                  <a:lnTo>
                    <a:pt x="63436" y="19004"/>
                  </a:lnTo>
                  <a:cubicBezTo>
                    <a:pt x="66928" y="22497"/>
                    <a:pt x="66928" y="28190"/>
                    <a:pt x="63436" y="31682"/>
                  </a:cubicBezTo>
                  <a:cubicBezTo>
                    <a:pt x="59943" y="35174"/>
                    <a:pt x="54250" y="35174"/>
                    <a:pt x="50758" y="31682"/>
                  </a:cubicBezTo>
                  <a:lnTo>
                    <a:pt x="49706" y="30630"/>
                  </a:lnTo>
                  <a:lnTo>
                    <a:pt x="49706" y="44061"/>
                  </a:lnTo>
                  <a:lnTo>
                    <a:pt x="71138" y="65493"/>
                  </a:lnTo>
                  <a:cubicBezTo>
                    <a:pt x="74630" y="68985"/>
                    <a:pt x="74630" y="74678"/>
                    <a:pt x="71138" y="78170"/>
                  </a:cubicBezTo>
                  <a:cubicBezTo>
                    <a:pt x="67610" y="81663"/>
                    <a:pt x="61953" y="81663"/>
                    <a:pt x="58460" y="78170"/>
                  </a:cubicBezTo>
                  <a:lnTo>
                    <a:pt x="49718" y="69428"/>
                  </a:lnTo>
                  <a:lnTo>
                    <a:pt x="49718" y="88408"/>
                  </a:lnTo>
                  <a:lnTo>
                    <a:pt x="78804" y="117495"/>
                  </a:lnTo>
                  <a:cubicBezTo>
                    <a:pt x="82332" y="121023"/>
                    <a:pt x="82332" y="126680"/>
                    <a:pt x="78804" y="130208"/>
                  </a:cubicBezTo>
                  <a:cubicBezTo>
                    <a:pt x="75312" y="133701"/>
                    <a:pt x="69655" y="133701"/>
                    <a:pt x="66127" y="130208"/>
                  </a:cubicBezTo>
                  <a:lnTo>
                    <a:pt x="49718" y="113763"/>
                  </a:lnTo>
                  <a:lnTo>
                    <a:pt x="49718" y="160036"/>
                  </a:lnTo>
                  <a:lnTo>
                    <a:pt x="49718" y="160036"/>
                  </a:lnTo>
                  <a:close/>
                  <a:moveTo>
                    <a:pt x="128151" y="122016"/>
                  </a:moveTo>
                  <a:cubicBezTo>
                    <a:pt x="124659" y="125508"/>
                    <a:pt x="118966" y="125508"/>
                    <a:pt x="115474" y="122016"/>
                  </a:cubicBezTo>
                  <a:cubicBezTo>
                    <a:pt x="111981" y="118523"/>
                    <a:pt x="111981" y="112830"/>
                    <a:pt x="115474" y="109338"/>
                  </a:cubicBezTo>
                  <a:lnTo>
                    <a:pt x="142324" y="82488"/>
                  </a:lnTo>
                  <a:lnTo>
                    <a:pt x="142324" y="66653"/>
                  </a:lnTo>
                  <a:lnTo>
                    <a:pt x="135303" y="73673"/>
                  </a:lnTo>
                  <a:cubicBezTo>
                    <a:pt x="131775" y="77202"/>
                    <a:pt x="126118" y="77202"/>
                    <a:pt x="122626" y="73673"/>
                  </a:cubicBezTo>
                  <a:cubicBezTo>
                    <a:pt x="119098" y="70181"/>
                    <a:pt x="119098" y="64524"/>
                    <a:pt x="122626" y="60996"/>
                  </a:cubicBezTo>
                  <a:lnTo>
                    <a:pt x="142324" y="41298"/>
                  </a:lnTo>
                  <a:lnTo>
                    <a:pt x="142324" y="30618"/>
                  </a:lnTo>
                  <a:cubicBezTo>
                    <a:pt x="138796" y="34014"/>
                    <a:pt x="133210" y="33978"/>
                    <a:pt x="129742" y="30510"/>
                  </a:cubicBezTo>
                  <a:cubicBezTo>
                    <a:pt x="126250" y="26982"/>
                    <a:pt x="126250" y="21325"/>
                    <a:pt x="129742" y="17832"/>
                  </a:cubicBezTo>
                  <a:lnTo>
                    <a:pt x="144895" y="2643"/>
                  </a:lnTo>
                  <a:cubicBezTo>
                    <a:pt x="146594" y="945"/>
                    <a:pt x="148866" y="0"/>
                    <a:pt x="151306" y="0"/>
                  </a:cubicBezTo>
                  <a:cubicBezTo>
                    <a:pt x="153746" y="0"/>
                    <a:pt x="156018" y="945"/>
                    <a:pt x="157680" y="2679"/>
                  </a:cubicBezTo>
                  <a:lnTo>
                    <a:pt x="172834" y="17832"/>
                  </a:lnTo>
                  <a:cubicBezTo>
                    <a:pt x="176326" y="21325"/>
                    <a:pt x="176326" y="26982"/>
                    <a:pt x="172834" y="30510"/>
                  </a:cubicBezTo>
                  <a:cubicBezTo>
                    <a:pt x="169377" y="33966"/>
                    <a:pt x="163780" y="34002"/>
                    <a:pt x="160252" y="30618"/>
                  </a:cubicBezTo>
                  <a:lnTo>
                    <a:pt x="160252" y="41298"/>
                  </a:lnTo>
                  <a:lnTo>
                    <a:pt x="179986" y="60996"/>
                  </a:lnTo>
                  <a:cubicBezTo>
                    <a:pt x="183478" y="64524"/>
                    <a:pt x="183478" y="70181"/>
                    <a:pt x="179986" y="73673"/>
                  </a:cubicBezTo>
                  <a:cubicBezTo>
                    <a:pt x="176458" y="77202"/>
                    <a:pt x="170801" y="77202"/>
                    <a:pt x="167272" y="73673"/>
                  </a:cubicBezTo>
                  <a:lnTo>
                    <a:pt x="160252" y="66653"/>
                  </a:lnTo>
                  <a:lnTo>
                    <a:pt x="160252" y="82488"/>
                  </a:lnTo>
                  <a:lnTo>
                    <a:pt x="187102" y="109338"/>
                  </a:lnTo>
                  <a:cubicBezTo>
                    <a:pt x="190630" y="112830"/>
                    <a:pt x="190630" y="118523"/>
                    <a:pt x="187102" y="122016"/>
                  </a:cubicBezTo>
                  <a:cubicBezTo>
                    <a:pt x="183610" y="125508"/>
                    <a:pt x="177917" y="125508"/>
                    <a:pt x="174424" y="122016"/>
                  </a:cubicBezTo>
                  <a:lnTo>
                    <a:pt x="160252" y="107843"/>
                  </a:lnTo>
                  <a:lnTo>
                    <a:pt x="160252" y="149308"/>
                  </a:lnTo>
                  <a:cubicBezTo>
                    <a:pt x="160252" y="154260"/>
                    <a:pt x="156245" y="158290"/>
                    <a:pt x="151306" y="158290"/>
                  </a:cubicBezTo>
                  <a:cubicBezTo>
                    <a:pt x="146366" y="158290"/>
                    <a:pt x="142324" y="154260"/>
                    <a:pt x="142324" y="149308"/>
                  </a:cubicBezTo>
                  <a:lnTo>
                    <a:pt x="142324" y="107843"/>
                  </a:lnTo>
                  <a:lnTo>
                    <a:pt x="128151" y="122016"/>
                  </a:lnTo>
                  <a:close/>
                </a:path>
              </a:pathLst>
            </a:custGeom>
            <a:solidFill>
              <a:srgbClr val="005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68"/>
            <p:cNvSpPr/>
            <p:nvPr/>
          </p:nvSpPr>
          <p:spPr>
            <a:xfrm>
              <a:off x="2664216" y="1705112"/>
              <a:ext cx="17927" cy="98143"/>
            </a:xfrm>
            <a:custGeom>
              <a:rect b="b" l="l" r="r" t="t"/>
              <a:pathLst>
                <a:path extrusionOk="0" h="98143" w="17927">
                  <a:moveTo>
                    <a:pt x="17928" y="89162"/>
                  </a:moveTo>
                  <a:cubicBezTo>
                    <a:pt x="17928" y="94113"/>
                    <a:pt x="13897" y="98144"/>
                    <a:pt x="8946" y="98144"/>
                  </a:cubicBezTo>
                  <a:cubicBezTo>
                    <a:pt x="3994" y="98144"/>
                    <a:pt x="0" y="94113"/>
                    <a:pt x="0" y="89162"/>
                  </a:cubicBezTo>
                  <a:lnTo>
                    <a:pt x="0" y="8982"/>
                  </a:lnTo>
                  <a:cubicBezTo>
                    <a:pt x="0" y="3995"/>
                    <a:pt x="4006" y="0"/>
                    <a:pt x="8946" y="0"/>
                  </a:cubicBezTo>
                  <a:cubicBezTo>
                    <a:pt x="13885" y="0"/>
                    <a:pt x="17928" y="4007"/>
                    <a:pt x="17928" y="8982"/>
                  </a:cubicBezTo>
                  <a:lnTo>
                    <a:pt x="17928" y="89162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68"/>
            <p:cNvSpPr/>
            <p:nvPr/>
          </p:nvSpPr>
          <p:spPr>
            <a:xfrm>
              <a:off x="2783481" y="1701453"/>
              <a:ext cx="17927" cy="114181"/>
            </a:xfrm>
            <a:custGeom>
              <a:rect b="b" l="l" r="r" t="t"/>
              <a:pathLst>
                <a:path extrusionOk="0" h="114181" w="17927">
                  <a:moveTo>
                    <a:pt x="17928" y="105200"/>
                  </a:moveTo>
                  <a:cubicBezTo>
                    <a:pt x="17928" y="110151"/>
                    <a:pt x="13897" y="114182"/>
                    <a:pt x="8946" y="114182"/>
                  </a:cubicBezTo>
                  <a:cubicBezTo>
                    <a:pt x="3994" y="114182"/>
                    <a:pt x="0" y="110151"/>
                    <a:pt x="0" y="105200"/>
                  </a:cubicBezTo>
                  <a:lnTo>
                    <a:pt x="0" y="8946"/>
                  </a:lnTo>
                  <a:cubicBezTo>
                    <a:pt x="0" y="3995"/>
                    <a:pt x="4006" y="0"/>
                    <a:pt x="8946" y="0"/>
                  </a:cubicBezTo>
                  <a:cubicBezTo>
                    <a:pt x="13885" y="0"/>
                    <a:pt x="17928" y="4007"/>
                    <a:pt x="17928" y="8946"/>
                  </a:cubicBezTo>
                  <a:lnTo>
                    <a:pt x="17928" y="105200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6" name="Google Shape;1806;p68"/>
            <p:cNvGrpSpPr/>
            <p:nvPr/>
          </p:nvGrpSpPr>
          <p:grpSpPr>
            <a:xfrm>
              <a:off x="2573320" y="1356934"/>
              <a:ext cx="612351" cy="612349"/>
              <a:chOff x="2573320" y="1356934"/>
              <a:chExt cx="612351" cy="612349"/>
            </a:xfrm>
          </p:grpSpPr>
          <p:sp>
            <p:nvSpPr>
              <p:cNvPr id="1807" name="Google Shape;1807;p68"/>
              <p:cNvSpPr/>
              <p:nvPr/>
            </p:nvSpPr>
            <p:spPr>
              <a:xfrm>
                <a:off x="2692047" y="1356934"/>
                <a:ext cx="200796" cy="353465"/>
              </a:xfrm>
              <a:custGeom>
                <a:rect b="b" l="l" r="r" t="t"/>
                <a:pathLst>
                  <a:path extrusionOk="0" h="353465" w="200796">
                    <a:moveTo>
                      <a:pt x="100380" y="0"/>
                    </a:moveTo>
                    <a:cubicBezTo>
                      <a:pt x="155851" y="0"/>
                      <a:pt x="200796" y="199241"/>
                      <a:pt x="200796" y="254102"/>
                    </a:cubicBezTo>
                    <a:cubicBezTo>
                      <a:pt x="200796" y="308962"/>
                      <a:pt x="155839" y="353465"/>
                      <a:pt x="100380" y="353465"/>
                    </a:cubicBezTo>
                    <a:cubicBezTo>
                      <a:pt x="44922" y="353465"/>
                      <a:pt x="0" y="308986"/>
                      <a:pt x="0" y="254102"/>
                    </a:cubicBezTo>
                    <a:cubicBezTo>
                      <a:pt x="0" y="199241"/>
                      <a:pt x="44946" y="0"/>
                      <a:pt x="100380" y="0"/>
                    </a:cubicBez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68"/>
              <p:cNvSpPr/>
              <p:nvPr/>
            </p:nvSpPr>
            <p:spPr>
              <a:xfrm>
                <a:off x="2573320" y="1438405"/>
                <a:ext cx="199683" cy="275701"/>
              </a:xfrm>
              <a:custGeom>
                <a:rect b="b" l="l" r="r" t="t"/>
                <a:pathLst>
                  <a:path extrusionOk="0" h="275701" w="199683">
                    <a:moveTo>
                      <a:pt x="99842" y="0"/>
                    </a:moveTo>
                    <a:cubicBezTo>
                      <a:pt x="139573" y="0"/>
                      <a:pt x="171781" y="31802"/>
                      <a:pt x="171781" y="71030"/>
                    </a:cubicBezTo>
                    <a:cubicBezTo>
                      <a:pt x="171781" y="79510"/>
                      <a:pt x="170262" y="87607"/>
                      <a:pt x="167511" y="95166"/>
                    </a:cubicBezTo>
                    <a:cubicBezTo>
                      <a:pt x="165370" y="101026"/>
                      <a:pt x="165203" y="102246"/>
                      <a:pt x="169915" y="106898"/>
                    </a:cubicBezTo>
                    <a:cubicBezTo>
                      <a:pt x="188286" y="124766"/>
                      <a:pt x="199684" y="149619"/>
                      <a:pt x="199684" y="177115"/>
                    </a:cubicBezTo>
                    <a:cubicBezTo>
                      <a:pt x="199684" y="231557"/>
                      <a:pt x="155001" y="275701"/>
                      <a:pt x="99842" y="275701"/>
                    </a:cubicBezTo>
                    <a:cubicBezTo>
                      <a:pt x="44682" y="275701"/>
                      <a:pt x="0" y="231557"/>
                      <a:pt x="0" y="177115"/>
                    </a:cubicBezTo>
                    <a:cubicBezTo>
                      <a:pt x="0" y="149787"/>
                      <a:pt x="11254" y="125113"/>
                      <a:pt x="29397" y="107245"/>
                    </a:cubicBezTo>
                    <a:cubicBezTo>
                      <a:pt x="34684" y="102054"/>
                      <a:pt x="34588" y="101791"/>
                      <a:pt x="32076" y="94867"/>
                    </a:cubicBezTo>
                    <a:cubicBezTo>
                      <a:pt x="29397" y="87404"/>
                      <a:pt x="27938" y="79402"/>
                      <a:pt x="27938" y="71030"/>
                    </a:cubicBezTo>
                    <a:cubicBezTo>
                      <a:pt x="27938" y="31802"/>
                      <a:pt x="60111" y="0"/>
                      <a:pt x="99842" y="0"/>
                    </a:cubicBezTo>
                    <a:lnTo>
                      <a:pt x="99842" y="0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68"/>
              <p:cNvSpPr/>
              <p:nvPr/>
            </p:nvSpPr>
            <p:spPr>
              <a:xfrm>
                <a:off x="2792439" y="1683118"/>
                <a:ext cx="393232" cy="220434"/>
              </a:xfrm>
              <a:custGeom>
                <a:rect b="b" l="l" r="r" t="t"/>
                <a:pathLst>
                  <a:path extrusionOk="0" h="220434" w="393232">
                    <a:moveTo>
                      <a:pt x="393232" y="202530"/>
                    </a:moveTo>
                    <a:lnTo>
                      <a:pt x="393232" y="11589"/>
                    </a:lnTo>
                    <a:cubicBezTo>
                      <a:pt x="393232" y="4330"/>
                      <a:pt x="387671" y="2033"/>
                      <a:pt x="381643" y="1591"/>
                    </a:cubicBezTo>
                    <a:cubicBezTo>
                      <a:pt x="366418" y="538"/>
                      <a:pt x="350965" y="0"/>
                      <a:pt x="335262" y="0"/>
                    </a:cubicBezTo>
                    <a:cubicBezTo>
                      <a:pt x="189075" y="0"/>
                      <a:pt x="62347" y="47768"/>
                      <a:pt x="0" y="117579"/>
                    </a:cubicBezTo>
                    <a:lnTo>
                      <a:pt x="0" y="220434"/>
                    </a:lnTo>
                    <a:lnTo>
                      <a:pt x="393232" y="220434"/>
                    </a:lnTo>
                    <a:lnTo>
                      <a:pt x="393232" y="202530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68"/>
              <p:cNvSpPr/>
              <p:nvPr/>
            </p:nvSpPr>
            <p:spPr>
              <a:xfrm>
                <a:off x="2573320" y="1785445"/>
                <a:ext cx="612350" cy="183827"/>
              </a:xfrm>
              <a:custGeom>
                <a:rect b="b" l="l" r="r" t="t"/>
                <a:pathLst>
                  <a:path extrusionOk="0" h="183827" w="612350">
                    <a:moveTo>
                      <a:pt x="0" y="174821"/>
                    </a:moveTo>
                    <a:lnTo>
                      <a:pt x="0" y="48022"/>
                    </a:lnTo>
                    <a:cubicBezTo>
                      <a:pt x="0" y="41145"/>
                      <a:pt x="1997" y="37174"/>
                      <a:pt x="7188" y="33478"/>
                    </a:cubicBezTo>
                    <a:cubicBezTo>
                      <a:pt x="7869" y="33000"/>
                      <a:pt x="8683" y="32498"/>
                      <a:pt x="9460" y="31983"/>
                    </a:cubicBezTo>
                    <a:cubicBezTo>
                      <a:pt x="25774" y="21578"/>
                      <a:pt x="64141" y="2861"/>
                      <a:pt x="132361" y="182"/>
                    </a:cubicBezTo>
                    <a:cubicBezTo>
                      <a:pt x="227658" y="-3586"/>
                      <a:pt x="265906" y="52220"/>
                      <a:pt x="363069" y="75685"/>
                    </a:cubicBezTo>
                    <a:cubicBezTo>
                      <a:pt x="460232" y="99151"/>
                      <a:pt x="612351" y="100191"/>
                      <a:pt x="612351" y="100191"/>
                    </a:cubicBezTo>
                    <a:lnTo>
                      <a:pt x="612351" y="174809"/>
                    </a:lnTo>
                    <a:cubicBezTo>
                      <a:pt x="612351" y="183313"/>
                      <a:pt x="609432" y="183827"/>
                      <a:pt x="603333" y="183827"/>
                    </a:cubicBezTo>
                    <a:lnTo>
                      <a:pt x="9053" y="183827"/>
                    </a:lnTo>
                    <a:cubicBezTo>
                      <a:pt x="1531" y="183827"/>
                      <a:pt x="0" y="181555"/>
                      <a:pt x="0" y="174809"/>
                    </a:cubicBezTo>
                    <a:lnTo>
                      <a:pt x="0" y="174809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68"/>
              <p:cNvSpPr/>
              <p:nvPr/>
            </p:nvSpPr>
            <p:spPr>
              <a:xfrm>
                <a:off x="2777477" y="1356934"/>
                <a:ext cx="115365" cy="353465"/>
              </a:xfrm>
              <a:custGeom>
                <a:rect b="b" l="l" r="r" t="t"/>
                <a:pathLst>
                  <a:path extrusionOk="0" h="353465" w="115365">
                    <a:moveTo>
                      <a:pt x="0" y="4748"/>
                    </a:moveTo>
                    <a:cubicBezTo>
                      <a:pt x="48378" y="35294"/>
                      <a:pt x="85466" y="204264"/>
                      <a:pt x="85466" y="254102"/>
                    </a:cubicBezTo>
                    <a:cubicBezTo>
                      <a:pt x="85466" y="296440"/>
                      <a:pt x="58711" y="332583"/>
                      <a:pt x="21049" y="346887"/>
                    </a:cubicBezTo>
                    <a:cubicBezTo>
                      <a:pt x="16301" y="348717"/>
                      <a:pt x="11350" y="350176"/>
                      <a:pt x="6267" y="351265"/>
                    </a:cubicBezTo>
                    <a:cubicBezTo>
                      <a:pt x="4198" y="351707"/>
                      <a:pt x="2093" y="352078"/>
                      <a:pt x="0" y="352377"/>
                    </a:cubicBezTo>
                    <a:cubicBezTo>
                      <a:pt x="1997" y="352688"/>
                      <a:pt x="4006" y="352915"/>
                      <a:pt x="6004" y="353094"/>
                    </a:cubicBezTo>
                    <a:cubicBezTo>
                      <a:pt x="8958" y="353334"/>
                      <a:pt x="11936" y="353465"/>
                      <a:pt x="14950" y="353465"/>
                    </a:cubicBezTo>
                    <a:cubicBezTo>
                      <a:pt x="17964" y="353465"/>
                      <a:pt x="20990" y="353334"/>
                      <a:pt x="23932" y="353094"/>
                    </a:cubicBezTo>
                    <a:cubicBezTo>
                      <a:pt x="75156" y="348585"/>
                      <a:pt x="115366" y="306008"/>
                      <a:pt x="115366" y="254102"/>
                    </a:cubicBezTo>
                    <a:cubicBezTo>
                      <a:pt x="115366" y="199241"/>
                      <a:pt x="70420" y="0"/>
                      <a:pt x="14950" y="0"/>
                    </a:cubicBezTo>
                    <a:cubicBezTo>
                      <a:pt x="9867" y="0"/>
                      <a:pt x="4879" y="1662"/>
                      <a:pt x="0" y="4748"/>
                    </a:cubicBezTo>
                    <a:lnTo>
                      <a:pt x="0" y="4748"/>
                    </a:lnTo>
                    <a:close/>
                  </a:path>
                </a:pathLst>
              </a:custGeom>
              <a:solidFill>
                <a:srgbClr val="0C3F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68"/>
              <p:cNvSpPr/>
              <p:nvPr/>
            </p:nvSpPr>
            <p:spPr>
              <a:xfrm>
                <a:off x="2658212" y="1438393"/>
                <a:ext cx="114791" cy="275713"/>
              </a:xfrm>
              <a:custGeom>
                <a:rect b="b" l="l" r="r" t="t"/>
                <a:pathLst>
                  <a:path extrusionOk="0" h="275713" w="114791">
                    <a:moveTo>
                      <a:pt x="114792" y="177115"/>
                    </a:moveTo>
                    <a:cubicBezTo>
                      <a:pt x="114792" y="149619"/>
                      <a:pt x="103406" y="124766"/>
                      <a:pt x="85023" y="106898"/>
                    </a:cubicBezTo>
                    <a:cubicBezTo>
                      <a:pt x="80311" y="102258"/>
                      <a:pt x="80478" y="101038"/>
                      <a:pt x="82619" y="95166"/>
                    </a:cubicBezTo>
                    <a:cubicBezTo>
                      <a:pt x="92211" y="68889"/>
                      <a:pt x="85191" y="39289"/>
                      <a:pt x="64895" y="19937"/>
                    </a:cubicBezTo>
                    <a:cubicBezTo>
                      <a:pt x="51978" y="7595"/>
                      <a:pt x="34349" y="0"/>
                      <a:pt x="14950" y="0"/>
                    </a:cubicBezTo>
                    <a:cubicBezTo>
                      <a:pt x="9831" y="0"/>
                      <a:pt x="4808" y="538"/>
                      <a:pt x="0" y="1531"/>
                    </a:cubicBezTo>
                    <a:cubicBezTo>
                      <a:pt x="26814" y="7164"/>
                      <a:pt x="48103" y="27496"/>
                      <a:pt x="54788" y="53569"/>
                    </a:cubicBezTo>
                    <a:cubicBezTo>
                      <a:pt x="58281" y="67227"/>
                      <a:pt x="57563" y="81914"/>
                      <a:pt x="52719" y="95166"/>
                    </a:cubicBezTo>
                    <a:cubicBezTo>
                      <a:pt x="50578" y="101026"/>
                      <a:pt x="50411" y="102246"/>
                      <a:pt x="55159" y="106898"/>
                    </a:cubicBezTo>
                    <a:cubicBezTo>
                      <a:pt x="73494" y="124766"/>
                      <a:pt x="84892" y="149619"/>
                      <a:pt x="84892" y="177115"/>
                    </a:cubicBezTo>
                    <a:cubicBezTo>
                      <a:pt x="84892" y="226211"/>
                      <a:pt x="48378" y="267437"/>
                      <a:pt x="0" y="274589"/>
                    </a:cubicBezTo>
                    <a:cubicBezTo>
                      <a:pt x="1961" y="274900"/>
                      <a:pt x="3971" y="275127"/>
                      <a:pt x="6004" y="275307"/>
                    </a:cubicBezTo>
                    <a:cubicBezTo>
                      <a:pt x="8958" y="275582"/>
                      <a:pt x="11936" y="275713"/>
                      <a:pt x="14950" y="275713"/>
                    </a:cubicBezTo>
                    <a:cubicBezTo>
                      <a:pt x="69427" y="275713"/>
                      <a:pt x="114792" y="232215"/>
                      <a:pt x="114792" y="177127"/>
                    </a:cubicBezTo>
                    <a:lnTo>
                      <a:pt x="114792" y="177127"/>
                    </a:lnTo>
                    <a:close/>
                  </a:path>
                </a:pathLst>
              </a:custGeom>
              <a:solidFill>
                <a:srgbClr val="78C2A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68"/>
              <p:cNvSpPr/>
              <p:nvPr/>
            </p:nvSpPr>
            <p:spPr>
              <a:xfrm>
                <a:off x="2573320" y="1939384"/>
                <a:ext cx="612350" cy="29899"/>
              </a:xfrm>
              <a:custGeom>
                <a:rect b="b" l="l" r="r" t="t"/>
                <a:pathLst>
                  <a:path extrusionOk="0" h="29899" w="612350">
                    <a:moveTo>
                      <a:pt x="0" y="0"/>
                    </a:moveTo>
                    <a:lnTo>
                      <a:pt x="0" y="20882"/>
                    </a:lnTo>
                    <a:cubicBezTo>
                      <a:pt x="0" y="27628"/>
                      <a:pt x="1531" y="29900"/>
                      <a:pt x="9053" y="29900"/>
                    </a:cubicBezTo>
                    <a:lnTo>
                      <a:pt x="603333" y="29900"/>
                    </a:lnTo>
                    <a:cubicBezTo>
                      <a:pt x="609432" y="29900"/>
                      <a:pt x="612351" y="29398"/>
                      <a:pt x="612351" y="20882"/>
                    </a:cubicBezTo>
                    <a:lnTo>
                      <a:pt x="6123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68"/>
              <p:cNvSpPr/>
              <p:nvPr/>
            </p:nvSpPr>
            <p:spPr>
              <a:xfrm>
                <a:off x="2792427" y="1780006"/>
                <a:ext cx="393232" cy="105630"/>
              </a:xfrm>
              <a:custGeom>
                <a:rect b="b" l="l" r="r" t="t"/>
                <a:pathLst>
                  <a:path extrusionOk="0" h="105630" w="393232">
                    <a:moveTo>
                      <a:pt x="143950" y="81125"/>
                    </a:moveTo>
                    <a:cubicBezTo>
                      <a:pt x="241113" y="104590"/>
                      <a:pt x="393232" y="105631"/>
                      <a:pt x="393232" y="105631"/>
                    </a:cubicBezTo>
                    <a:lnTo>
                      <a:pt x="393232" y="75731"/>
                    </a:lnTo>
                    <a:cubicBezTo>
                      <a:pt x="393232" y="75731"/>
                      <a:pt x="241113" y="74714"/>
                      <a:pt x="143950" y="51225"/>
                    </a:cubicBezTo>
                    <a:cubicBezTo>
                      <a:pt x="92116" y="38714"/>
                      <a:pt x="57025" y="16983"/>
                      <a:pt x="21085" y="0"/>
                    </a:cubicBezTo>
                    <a:cubicBezTo>
                      <a:pt x="16851" y="3660"/>
                      <a:pt x="12809" y="7391"/>
                      <a:pt x="8982" y="11218"/>
                    </a:cubicBezTo>
                    <a:cubicBezTo>
                      <a:pt x="5860" y="14304"/>
                      <a:pt x="2882" y="17462"/>
                      <a:pt x="0" y="20679"/>
                    </a:cubicBezTo>
                    <a:cubicBezTo>
                      <a:pt x="3014" y="21863"/>
                      <a:pt x="6004" y="23119"/>
                      <a:pt x="8982" y="24410"/>
                    </a:cubicBezTo>
                    <a:cubicBezTo>
                      <a:pt x="49395" y="41908"/>
                      <a:pt x="86279" y="67191"/>
                      <a:pt x="143950" y="81136"/>
                    </a:cubicBezTo>
                    <a:lnTo>
                      <a:pt x="143950" y="81136"/>
                    </a:lnTo>
                    <a:close/>
                  </a:path>
                </a:pathLst>
              </a:custGeom>
              <a:solidFill>
                <a:srgbClr val="78C2A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68"/>
              <p:cNvSpPr/>
              <p:nvPr/>
            </p:nvSpPr>
            <p:spPr>
              <a:xfrm>
                <a:off x="2931450" y="1466032"/>
                <a:ext cx="254221" cy="39192"/>
              </a:xfrm>
              <a:custGeom>
                <a:rect b="b" l="l" r="r" t="t"/>
                <a:pathLst>
                  <a:path extrusionOk="0" h="39192" w="254221">
                    <a:moveTo>
                      <a:pt x="22425" y="39193"/>
                    </a:moveTo>
                    <a:lnTo>
                      <a:pt x="231772" y="39193"/>
                    </a:lnTo>
                    <a:cubicBezTo>
                      <a:pt x="237944" y="39193"/>
                      <a:pt x="243541" y="36478"/>
                      <a:pt x="247643" y="32077"/>
                    </a:cubicBezTo>
                    <a:cubicBezTo>
                      <a:pt x="251710" y="27663"/>
                      <a:pt x="254221" y="21600"/>
                      <a:pt x="254221" y="14950"/>
                    </a:cubicBezTo>
                    <a:cubicBezTo>
                      <a:pt x="254221" y="9317"/>
                      <a:pt x="252427" y="4138"/>
                      <a:pt x="249413" y="0"/>
                    </a:cubicBezTo>
                    <a:cubicBezTo>
                      <a:pt x="248875" y="742"/>
                      <a:pt x="248265" y="1495"/>
                      <a:pt x="247655" y="2165"/>
                    </a:cubicBezTo>
                    <a:cubicBezTo>
                      <a:pt x="243553" y="6566"/>
                      <a:pt x="237956" y="9281"/>
                      <a:pt x="231784" y="9281"/>
                    </a:cubicBezTo>
                    <a:lnTo>
                      <a:pt x="22437" y="9281"/>
                    </a:lnTo>
                    <a:cubicBezTo>
                      <a:pt x="16265" y="9281"/>
                      <a:pt x="10668" y="6566"/>
                      <a:pt x="6602" y="2165"/>
                    </a:cubicBezTo>
                    <a:cubicBezTo>
                      <a:pt x="5956" y="1483"/>
                      <a:pt x="5346" y="742"/>
                      <a:pt x="4808" y="0"/>
                    </a:cubicBezTo>
                    <a:cubicBezTo>
                      <a:pt x="1794" y="4138"/>
                      <a:pt x="0" y="9317"/>
                      <a:pt x="0" y="14950"/>
                    </a:cubicBezTo>
                    <a:cubicBezTo>
                      <a:pt x="0" y="21600"/>
                      <a:pt x="2511" y="27663"/>
                      <a:pt x="6614" y="32077"/>
                    </a:cubicBezTo>
                    <a:cubicBezTo>
                      <a:pt x="10680" y="36478"/>
                      <a:pt x="16277" y="39193"/>
                      <a:pt x="22449" y="39193"/>
                    </a:cubicBezTo>
                    <a:close/>
                  </a:path>
                </a:pathLst>
              </a:custGeom>
              <a:solidFill>
                <a:srgbClr val="6BA0B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16" name="Google Shape;1816;p68"/>
          <p:cNvGrpSpPr/>
          <p:nvPr/>
        </p:nvGrpSpPr>
        <p:grpSpPr>
          <a:xfrm>
            <a:off x="830580" y="4146936"/>
            <a:ext cx="459254" cy="366997"/>
            <a:chOff x="11579900" y="2301305"/>
            <a:chExt cx="612339" cy="489330"/>
          </a:xfrm>
        </p:grpSpPr>
        <p:sp>
          <p:nvSpPr>
            <p:cNvPr id="1817" name="Google Shape;1817;p68"/>
            <p:cNvSpPr/>
            <p:nvPr/>
          </p:nvSpPr>
          <p:spPr>
            <a:xfrm>
              <a:off x="11705587" y="2301305"/>
              <a:ext cx="293019" cy="293820"/>
            </a:xfrm>
            <a:custGeom>
              <a:rect b="b" l="l" r="r" t="t"/>
              <a:pathLst>
                <a:path extrusionOk="0" h="293820" w="293019">
                  <a:moveTo>
                    <a:pt x="146510" y="293821"/>
                  </a:moveTo>
                  <a:cubicBezTo>
                    <a:pt x="227203" y="293821"/>
                    <a:pt x="293019" y="227850"/>
                    <a:pt x="293019" y="146928"/>
                  </a:cubicBezTo>
                  <a:cubicBezTo>
                    <a:pt x="293019" y="66007"/>
                    <a:pt x="227203" y="0"/>
                    <a:pt x="146521" y="0"/>
                  </a:cubicBezTo>
                  <a:cubicBezTo>
                    <a:pt x="65839" y="0"/>
                    <a:pt x="0" y="66007"/>
                    <a:pt x="0" y="146928"/>
                  </a:cubicBezTo>
                  <a:cubicBezTo>
                    <a:pt x="0" y="227850"/>
                    <a:pt x="65804" y="293821"/>
                    <a:pt x="146521" y="293821"/>
                  </a:cubicBezTo>
                  <a:lnTo>
                    <a:pt x="146521" y="293821"/>
                  </a:ln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68"/>
            <p:cNvSpPr/>
            <p:nvPr/>
          </p:nvSpPr>
          <p:spPr>
            <a:xfrm>
              <a:off x="11734745" y="2330320"/>
              <a:ext cx="263861" cy="264829"/>
            </a:xfrm>
            <a:custGeom>
              <a:rect b="b" l="l" r="r" t="t"/>
              <a:pathLst>
                <a:path extrusionOk="0" h="264829" w="263861">
                  <a:moveTo>
                    <a:pt x="117351" y="264806"/>
                  </a:moveTo>
                  <a:cubicBezTo>
                    <a:pt x="198273" y="264806"/>
                    <a:pt x="263861" y="199038"/>
                    <a:pt x="263861" y="117913"/>
                  </a:cubicBezTo>
                  <a:cubicBezTo>
                    <a:pt x="263861" y="69631"/>
                    <a:pt x="240659" y="26790"/>
                    <a:pt x="204791" y="0"/>
                  </a:cubicBezTo>
                  <a:cubicBezTo>
                    <a:pt x="223138" y="24542"/>
                    <a:pt x="233961" y="54992"/>
                    <a:pt x="233961" y="88014"/>
                  </a:cubicBezTo>
                  <a:cubicBezTo>
                    <a:pt x="233961" y="169138"/>
                    <a:pt x="168385" y="234918"/>
                    <a:pt x="87463" y="234918"/>
                  </a:cubicBezTo>
                  <a:cubicBezTo>
                    <a:pt x="54682" y="234918"/>
                    <a:pt x="24410" y="224142"/>
                    <a:pt x="0" y="205903"/>
                  </a:cubicBezTo>
                  <a:cubicBezTo>
                    <a:pt x="26755" y="241663"/>
                    <a:pt x="69368" y="264830"/>
                    <a:pt x="117376" y="264830"/>
                  </a:cubicBezTo>
                  <a:lnTo>
                    <a:pt x="117376" y="264830"/>
                  </a:lnTo>
                  <a:close/>
                </a:path>
              </a:pathLst>
            </a:custGeom>
            <a:solidFill>
              <a:srgbClr val="005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68"/>
            <p:cNvSpPr/>
            <p:nvPr/>
          </p:nvSpPr>
          <p:spPr>
            <a:xfrm>
              <a:off x="11907628" y="2533078"/>
              <a:ext cx="253394" cy="181648"/>
            </a:xfrm>
            <a:custGeom>
              <a:rect b="b" l="l" r="r" t="t"/>
              <a:pathLst>
                <a:path extrusionOk="0" h="181648" w="253394">
                  <a:moveTo>
                    <a:pt x="0" y="8982"/>
                  </a:moveTo>
                  <a:cubicBezTo>
                    <a:pt x="0" y="4031"/>
                    <a:pt x="4006" y="0"/>
                    <a:pt x="8945" y="0"/>
                  </a:cubicBezTo>
                  <a:cubicBezTo>
                    <a:pt x="13885" y="0"/>
                    <a:pt x="17927" y="4031"/>
                    <a:pt x="17927" y="8982"/>
                  </a:cubicBezTo>
                  <a:lnTo>
                    <a:pt x="17927" y="97031"/>
                  </a:lnTo>
                  <a:cubicBezTo>
                    <a:pt x="17927" y="101983"/>
                    <a:pt x="13896" y="106013"/>
                    <a:pt x="8945" y="106013"/>
                  </a:cubicBezTo>
                  <a:cubicBezTo>
                    <a:pt x="3994" y="106013"/>
                    <a:pt x="0" y="101983"/>
                    <a:pt x="0" y="97031"/>
                  </a:cubicBezTo>
                  <a:lnTo>
                    <a:pt x="0" y="8982"/>
                  </a:lnTo>
                  <a:close/>
                  <a:moveTo>
                    <a:pt x="0" y="129407"/>
                  </a:moveTo>
                  <a:cubicBezTo>
                    <a:pt x="0" y="124420"/>
                    <a:pt x="4006" y="120425"/>
                    <a:pt x="8945" y="120425"/>
                  </a:cubicBezTo>
                  <a:cubicBezTo>
                    <a:pt x="13885" y="120425"/>
                    <a:pt x="17927" y="124432"/>
                    <a:pt x="17927" y="129407"/>
                  </a:cubicBezTo>
                  <a:lnTo>
                    <a:pt x="17927" y="172666"/>
                  </a:lnTo>
                  <a:cubicBezTo>
                    <a:pt x="17927" y="177618"/>
                    <a:pt x="13896" y="181648"/>
                    <a:pt x="8945" y="181648"/>
                  </a:cubicBezTo>
                  <a:cubicBezTo>
                    <a:pt x="3994" y="181648"/>
                    <a:pt x="0" y="177618"/>
                    <a:pt x="0" y="172666"/>
                  </a:cubicBezTo>
                  <a:lnTo>
                    <a:pt x="0" y="129407"/>
                  </a:lnTo>
                  <a:close/>
                  <a:moveTo>
                    <a:pt x="235455" y="8982"/>
                  </a:moveTo>
                  <a:cubicBezTo>
                    <a:pt x="235455" y="4031"/>
                    <a:pt x="239522" y="0"/>
                    <a:pt x="244425" y="0"/>
                  </a:cubicBezTo>
                  <a:cubicBezTo>
                    <a:pt x="249448" y="0"/>
                    <a:pt x="253395" y="4031"/>
                    <a:pt x="253395" y="8982"/>
                  </a:cubicBezTo>
                  <a:lnTo>
                    <a:pt x="253395" y="97031"/>
                  </a:lnTo>
                  <a:cubicBezTo>
                    <a:pt x="253395" y="101983"/>
                    <a:pt x="249329" y="106013"/>
                    <a:pt x="244425" y="106013"/>
                  </a:cubicBezTo>
                  <a:cubicBezTo>
                    <a:pt x="239522" y="106013"/>
                    <a:pt x="235455" y="101983"/>
                    <a:pt x="235455" y="97031"/>
                  </a:cubicBezTo>
                  <a:lnTo>
                    <a:pt x="235455" y="8982"/>
                  </a:lnTo>
                  <a:close/>
                  <a:moveTo>
                    <a:pt x="235455" y="129407"/>
                  </a:moveTo>
                  <a:cubicBezTo>
                    <a:pt x="235455" y="124420"/>
                    <a:pt x="239522" y="120425"/>
                    <a:pt x="244425" y="120425"/>
                  </a:cubicBezTo>
                  <a:cubicBezTo>
                    <a:pt x="249448" y="120425"/>
                    <a:pt x="253395" y="124432"/>
                    <a:pt x="253395" y="129407"/>
                  </a:cubicBezTo>
                  <a:lnTo>
                    <a:pt x="253395" y="172666"/>
                  </a:lnTo>
                  <a:cubicBezTo>
                    <a:pt x="253395" y="177618"/>
                    <a:pt x="249329" y="181648"/>
                    <a:pt x="244425" y="181648"/>
                  </a:cubicBezTo>
                  <a:cubicBezTo>
                    <a:pt x="239522" y="181648"/>
                    <a:pt x="235455" y="177618"/>
                    <a:pt x="235455" y="172666"/>
                  </a:cubicBezTo>
                  <a:lnTo>
                    <a:pt x="235455" y="129407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20" name="Google Shape;1820;p68"/>
            <p:cNvGrpSpPr/>
            <p:nvPr/>
          </p:nvGrpSpPr>
          <p:grpSpPr>
            <a:xfrm>
              <a:off x="11885322" y="2553828"/>
              <a:ext cx="298066" cy="108656"/>
              <a:chOff x="11885322" y="2553828"/>
              <a:chExt cx="298066" cy="108656"/>
            </a:xfrm>
          </p:grpSpPr>
          <p:sp>
            <p:nvSpPr>
              <p:cNvPr id="1821" name="Google Shape;1821;p68"/>
              <p:cNvSpPr/>
              <p:nvPr/>
            </p:nvSpPr>
            <p:spPr>
              <a:xfrm>
                <a:off x="11907628" y="2553828"/>
                <a:ext cx="253394" cy="43940"/>
              </a:xfrm>
              <a:custGeom>
                <a:rect b="b" l="l" r="r" t="t"/>
                <a:pathLst>
                  <a:path extrusionOk="0" h="43940" w="253394">
                    <a:moveTo>
                      <a:pt x="0" y="0"/>
                    </a:moveTo>
                    <a:lnTo>
                      <a:pt x="253395" y="0"/>
                    </a:lnTo>
                    <a:lnTo>
                      <a:pt x="253395" y="43941"/>
                    </a:lnTo>
                    <a:lnTo>
                      <a:pt x="0" y="439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330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68"/>
              <p:cNvSpPr/>
              <p:nvPr/>
            </p:nvSpPr>
            <p:spPr>
              <a:xfrm>
                <a:off x="11885322" y="2630097"/>
                <a:ext cx="298066" cy="32387"/>
              </a:xfrm>
              <a:custGeom>
                <a:rect b="b" l="l" r="r" t="t"/>
                <a:pathLst>
                  <a:path extrusionOk="0" h="32387" w="298066">
                    <a:moveTo>
                      <a:pt x="5968" y="32388"/>
                    </a:moveTo>
                    <a:lnTo>
                      <a:pt x="291967" y="32388"/>
                    </a:lnTo>
                    <a:cubicBezTo>
                      <a:pt x="295316" y="32388"/>
                      <a:pt x="298066" y="29673"/>
                      <a:pt x="298066" y="26384"/>
                    </a:cubicBezTo>
                    <a:lnTo>
                      <a:pt x="298066" y="6004"/>
                    </a:lnTo>
                    <a:cubicBezTo>
                      <a:pt x="298066" y="2715"/>
                      <a:pt x="295316" y="0"/>
                      <a:pt x="291967" y="0"/>
                    </a:cubicBezTo>
                    <a:lnTo>
                      <a:pt x="5968" y="0"/>
                    </a:lnTo>
                    <a:cubicBezTo>
                      <a:pt x="2679" y="0"/>
                      <a:pt x="0" y="2715"/>
                      <a:pt x="0" y="6004"/>
                    </a:cubicBezTo>
                    <a:lnTo>
                      <a:pt x="0" y="26384"/>
                    </a:lnTo>
                    <a:cubicBezTo>
                      <a:pt x="0" y="29673"/>
                      <a:pt x="2679" y="32388"/>
                      <a:pt x="5968" y="32388"/>
                    </a:cubicBezTo>
                    <a:lnTo>
                      <a:pt x="5968" y="32388"/>
                    </a:lnTo>
                    <a:close/>
                  </a:path>
                </a:pathLst>
              </a:custGeom>
              <a:solidFill>
                <a:srgbClr val="A5513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68"/>
              <p:cNvSpPr/>
              <p:nvPr/>
            </p:nvSpPr>
            <p:spPr>
              <a:xfrm>
                <a:off x="11907628" y="2575559"/>
                <a:ext cx="253156" cy="22006"/>
              </a:xfrm>
              <a:custGeom>
                <a:rect b="b" l="l" r="r" t="t"/>
                <a:pathLst>
                  <a:path extrusionOk="0" h="22006" w="253156">
                    <a:moveTo>
                      <a:pt x="0" y="0"/>
                    </a:moveTo>
                    <a:lnTo>
                      <a:pt x="253157" y="0"/>
                    </a:lnTo>
                    <a:lnTo>
                      <a:pt x="253157" y="22006"/>
                    </a:lnTo>
                    <a:lnTo>
                      <a:pt x="0" y="22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5513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4" name="Google Shape;1824;p68"/>
            <p:cNvSpPr/>
            <p:nvPr/>
          </p:nvSpPr>
          <p:spPr>
            <a:xfrm>
              <a:off x="11843115" y="2439240"/>
              <a:ext cx="65122" cy="269793"/>
            </a:xfrm>
            <a:custGeom>
              <a:rect b="b" l="l" r="r" t="t"/>
              <a:pathLst>
                <a:path extrusionOk="0" h="269793" w="65122">
                  <a:moveTo>
                    <a:pt x="0" y="8982"/>
                  </a:moveTo>
                  <a:cubicBezTo>
                    <a:pt x="0" y="4031"/>
                    <a:pt x="4031" y="0"/>
                    <a:pt x="8982" y="0"/>
                  </a:cubicBezTo>
                  <a:cubicBezTo>
                    <a:pt x="13934" y="0"/>
                    <a:pt x="17928" y="4031"/>
                    <a:pt x="17928" y="8982"/>
                  </a:cubicBezTo>
                  <a:lnTo>
                    <a:pt x="17928" y="60003"/>
                  </a:lnTo>
                  <a:lnTo>
                    <a:pt x="50638" y="34098"/>
                  </a:lnTo>
                  <a:cubicBezTo>
                    <a:pt x="54537" y="31048"/>
                    <a:pt x="60135" y="31694"/>
                    <a:pt x="63185" y="35557"/>
                  </a:cubicBezTo>
                  <a:cubicBezTo>
                    <a:pt x="66270" y="39456"/>
                    <a:pt x="65588" y="45053"/>
                    <a:pt x="61726" y="48103"/>
                  </a:cubicBezTo>
                  <a:lnTo>
                    <a:pt x="17928" y="82787"/>
                  </a:lnTo>
                  <a:lnTo>
                    <a:pt x="17928" y="260847"/>
                  </a:lnTo>
                  <a:cubicBezTo>
                    <a:pt x="17928" y="265799"/>
                    <a:pt x="13921" y="269793"/>
                    <a:pt x="8982" y="269793"/>
                  </a:cubicBezTo>
                  <a:cubicBezTo>
                    <a:pt x="4042" y="269793"/>
                    <a:pt x="0" y="265787"/>
                    <a:pt x="0" y="260847"/>
                  </a:cubicBezTo>
                  <a:lnTo>
                    <a:pt x="0" y="8982"/>
                  </a:lnTo>
                  <a:lnTo>
                    <a:pt x="0" y="8982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68"/>
            <p:cNvSpPr/>
            <p:nvPr/>
          </p:nvSpPr>
          <p:spPr>
            <a:xfrm>
              <a:off x="11588906" y="2402283"/>
              <a:ext cx="219417" cy="219417"/>
            </a:xfrm>
            <a:custGeom>
              <a:rect b="b" l="l" r="r" t="t"/>
              <a:pathLst>
                <a:path extrusionOk="0" h="219417" w="219417">
                  <a:moveTo>
                    <a:pt x="109708" y="219418"/>
                  </a:moveTo>
                  <a:cubicBezTo>
                    <a:pt x="170119" y="219418"/>
                    <a:pt x="219418" y="170155"/>
                    <a:pt x="219418" y="109709"/>
                  </a:cubicBezTo>
                  <a:cubicBezTo>
                    <a:pt x="219418" y="49263"/>
                    <a:pt x="170119" y="0"/>
                    <a:pt x="109708" y="0"/>
                  </a:cubicBezTo>
                  <a:cubicBezTo>
                    <a:pt x="49299" y="0"/>
                    <a:pt x="0" y="49299"/>
                    <a:pt x="0" y="109709"/>
                  </a:cubicBezTo>
                  <a:cubicBezTo>
                    <a:pt x="0" y="170119"/>
                    <a:pt x="49262" y="219418"/>
                    <a:pt x="109708" y="219418"/>
                  </a:cubicBezTo>
                  <a:close/>
                </a:path>
              </a:pathLst>
            </a:custGeom>
            <a:solidFill>
              <a:srgbClr val="33A89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68"/>
            <p:cNvSpPr/>
            <p:nvPr/>
          </p:nvSpPr>
          <p:spPr>
            <a:xfrm>
              <a:off x="11607515" y="2420929"/>
              <a:ext cx="200808" cy="200772"/>
            </a:xfrm>
            <a:custGeom>
              <a:rect b="b" l="l" r="r" t="t"/>
              <a:pathLst>
                <a:path extrusionOk="0" h="200772" w="200808">
                  <a:moveTo>
                    <a:pt x="91099" y="200772"/>
                  </a:moveTo>
                  <a:cubicBezTo>
                    <a:pt x="151688" y="200772"/>
                    <a:pt x="200808" y="151676"/>
                    <a:pt x="200808" y="91063"/>
                  </a:cubicBezTo>
                  <a:cubicBezTo>
                    <a:pt x="200808" y="53126"/>
                    <a:pt x="181552" y="19698"/>
                    <a:pt x="152263" y="0"/>
                  </a:cubicBezTo>
                  <a:cubicBezTo>
                    <a:pt x="164032" y="17462"/>
                    <a:pt x="170909" y="38511"/>
                    <a:pt x="170909" y="61163"/>
                  </a:cubicBezTo>
                  <a:cubicBezTo>
                    <a:pt x="170909" y="121776"/>
                    <a:pt x="121789" y="170872"/>
                    <a:pt x="61199" y="170872"/>
                  </a:cubicBezTo>
                  <a:cubicBezTo>
                    <a:pt x="38548" y="170872"/>
                    <a:pt x="17497" y="164019"/>
                    <a:pt x="0" y="152262"/>
                  </a:cubicBezTo>
                  <a:cubicBezTo>
                    <a:pt x="19698" y="181517"/>
                    <a:pt x="53162" y="200772"/>
                    <a:pt x="91099" y="200772"/>
                  </a:cubicBezTo>
                  <a:lnTo>
                    <a:pt x="91099" y="200772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68"/>
            <p:cNvSpPr/>
            <p:nvPr/>
          </p:nvSpPr>
          <p:spPr>
            <a:xfrm>
              <a:off x="11689644" y="2503046"/>
              <a:ext cx="53162" cy="205986"/>
            </a:xfrm>
            <a:custGeom>
              <a:rect b="b" l="l" r="r" t="t"/>
              <a:pathLst>
                <a:path extrusionOk="0" h="205986" w="53162">
                  <a:moveTo>
                    <a:pt x="17928" y="42374"/>
                  </a:moveTo>
                  <a:lnTo>
                    <a:pt x="38678" y="25965"/>
                  </a:lnTo>
                  <a:cubicBezTo>
                    <a:pt x="42578" y="22879"/>
                    <a:pt x="48175" y="23561"/>
                    <a:pt x="51225" y="27424"/>
                  </a:cubicBezTo>
                  <a:cubicBezTo>
                    <a:pt x="54310" y="31287"/>
                    <a:pt x="53628" y="36920"/>
                    <a:pt x="49766" y="39970"/>
                  </a:cubicBezTo>
                  <a:lnTo>
                    <a:pt x="17928" y="65158"/>
                  </a:lnTo>
                  <a:lnTo>
                    <a:pt x="17928" y="197041"/>
                  </a:lnTo>
                  <a:cubicBezTo>
                    <a:pt x="17928" y="201992"/>
                    <a:pt x="13922" y="205987"/>
                    <a:pt x="8983" y="205987"/>
                  </a:cubicBezTo>
                  <a:cubicBezTo>
                    <a:pt x="4042" y="205987"/>
                    <a:pt x="0" y="201980"/>
                    <a:pt x="0" y="197041"/>
                  </a:cubicBezTo>
                  <a:lnTo>
                    <a:pt x="0" y="8946"/>
                  </a:lnTo>
                  <a:cubicBezTo>
                    <a:pt x="0" y="3995"/>
                    <a:pt x="4031" y="0"/>
                    <a:pt x="8983" y="0"/>
                  </a:cubicBezTo>
                  <a:cubicBezTo>
                    <a:pt x="13934" y="0"/>
                    <a:pt x="17928" y="4007"/>
                    <a:pt x="17928" y="8946"/>
                  </a:cubicBezTo>
                  <a:lnTo>
                    <a:pt x="17928" y="42374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68"/>
            <p:cNvSpPr/>
            <p:nvPr/>
          </p:nvSpPr>
          <p:spPr>
            <a:xfrm>
              <a:off x="11579936" y="2700087"/>
              <a:ext cx="612302" cy="90548"/>
            </a:xfrm>
            <a:custGeom>
              <a:rect b="b" l="l" r="r" t="t"/>
              <a:pathLst>
                <a:path extrusionOk="0" h="90548" w="612302">
                  <a:moveTo>
                    <a:pt x="45256" y="90549"/>
                  </a:moveTo>
                  <a:lnTo>
                    <a:pt x="567094" y="90549"/>
                  </a:lnTo>
                  <a:cubicBezTo>
                    <a:pt x="591971" y="90549"/>
                    <a:pt x="612303" y="70169"/>
                    <a:pt x="612303" y="45257"/>
                  </a:cubicBezTo>
                  <a:cubicBezTo>
                    <a:pt x="612303" y="20344"/>
                    <a:pt x="591971" y="0"/>
                    <a:pt x="567094" y="0"/>
                  </a:cubicBezTo>
                  <a:lnTo>
                    <a:pt x="45256" y="0"/>
                  </a:lnTo>
                  <a:cubicBezTo>
                    <a:pt x="20367" y="0"/>
                    <a:pt x="0" y="20380"/>
                    <a:pt x="0" y="45257"/>
                  </a:cubicBezTo>
                  <a:cubicBezTo>
                    <a:pt x="0" y="70133"/>
                    <a:pt x="20380" y="90549"/>
                    <a:pt x="45256" y="90549"/>
                  </a:cubicBezTo>
                  <a:lnTo>
                    <a:pt x="45256" y="90549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68"/>
            <p:cNvSpPr/>
            <p:nvPr/>
          </p:nvSpPr>
          <p:spPr>
            <a:xfrm>
              <a:off x="11579900" y="2730393"/>
              <a:ext cx="612339" cy="60242"/>
            </a:xfrm>
            <a:custGeom>
              <a:rect b="b" l="l" r="r" t="t"/>
              <a:pathLst>
                <a:path extrusionOk="0" h="60242" w="612339">
                  <a:moveTo>
                    <a:pt x="25" y="14950"/>
                  </a:moveTo>
                  <a:cubicBezTo>
                    <a:pt x="25" y="39863"/>
                    <a:pt x="20403" y="60242"/>
                    <a:pt x="45281" y="60242"/>
                  </a:cubicBezTo>
                  <a:lnTo>
                    <a:pt x="567131" y="60242"/>
                  </a:lnTo>
                  <a:cubicBezTo>
                    <a:pt x="592007" y="60242"/>
                    <a:pt x="612339" y="39863"/>
                    <a:pt x="612339" y="14950"/>
                  </a:cubicBezTo>
                  <a:cubicBezTo>
                    <a:pt x="612339" y="9735"/>
                    <a:pt x="611502" y="4676"/>
                    <a:pt x="609827" y="0"/>
                  </a:cubicBezTo>
                  <a:cubicBezTo>
                    <a:pt x="603609" y="17629"/>
                    <a:pt x="586744" y="30342"/>
                    <a:pt x="567131" y="30342"/>
                  </a:cubicBezTo>
                  <a:lnTo>
                    <a:pt x="45268" y="30342"/>
                  </a:lnTo>
                  <a:cubicBezTo>
                    <a:pt x="25606" y="30342"/>
                    <a:pt x="8790" y="17629"/>
                    <a:pt x="2547" y="0"/>
                  </a:cubicBezTo>
                  <a:cubicBezTo>
                    <a:pt x="922" y="4676"/>
                    <a:pt x="0" y="9735"/>
                    <a:pt x="0" y="14950"/>
                  </a:cubicBezTo>
                  <a:lnTo>
                    <a:pt x="0" y="14950"/>
                  </a:ln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30" name="Google Shape;1830;p68"/>
          <p:cNvSpPr txBox="1"/>
          <p:nvPr/>
        </p:nvSpPr>
        <p:spPr>
          <a:xfrm>
            <a:off x="1624400" y="1711475"/>
            <a:ext cx="6525000" cy="2696700"/>
          </a:xfrm>
          <a:prstGeom prst="rect">
            <a:avLst/>
          </a:prstGeom>
          <a:solidFill>
            <a:srgbClr val="D7ECFF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Explain how basic electronic components work together in a circuit.</a:t>
            </a:r>
            <a:endParaRPr sz="1600"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Describe how a microcontroller reads, processes, and follows code instructions.</a:t>
            </a:r>
            <a:endParaRPr sz="1600"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Build and assemble a simple rainfall and water-level sensor.</a:t>
            </a:r>
            <a:endParaRPr sz="1600"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Test and evaluate how well the OWLR (Open Water Level + Rain) sensor works.</a:t>
            </a:r>
            <a:endParaRPr sz="1600"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600"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Explore and interpret real-world data collected by the OWLR sensor.</a:t>
            </a:r>
            <a:endParaRPr sz="1600"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831" name="Google Shape;1831;p68"/>
          <p:cNvSpPr txBox="1"/>
          <p:nvPr/>
        </p:nvSpPr>
        <p:spPr>
          <a:xfrm>
            <a:off x="1624400" y="125342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can: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6" name="Google Shape;1836;p69"/>
          <p:cNvGrpSpPr/>
          <p:nvPr/>
        </p:nvGrpSpPr>
        <p:grpSpPr>
          <a:xfrm>
            <a:off x="1327998" y="1951131"/>
            <a:ext cx="1167624" cy="1241238"/>
            <a:chOff x="1304809" y="3122643"/>
            <a:chExt cx="576064" cy="612352"/>
          </a:xfrm>
        </p:grpSpPr>
        <p:grpSp>
          <p:nvGrpSpPr>
            <p:cNvPr id="1837" name="Google Shape;1837;p69"/>
            <p:cNvGrpSpPr/>
            <p:nvPr/>
          </p:nvGrpSpPr>
          <p:grpSpPr>
            <a:xfrm>
              <a:off x="1419305" y="3122643"/>
              <a:ext cx="347086" cy="322536"/>
              <a:chOff x="1419305" y="3122643"/>
              <a:chExt cx="347086" cy="322536"/>
            </a:xfrm>
          </p:grpSpPr>
          <p:sp>
            <p:nvSpPr>
              <p:cNvPr id="1838" name="Google Shape;1838;p69"/>
              <p:cNvSpPr/>
              <p:nvPr/>
            </p:nvSpPr>
            <p:spPr>
              <a:xfrm>
                <a:off x="1419305" y="3342499"/>
                <a:ext cx="131036" cy="102677"/>
              </a:xfrm>
              <a:custGeom>
                <a:rect b="b" l="l" r="r" t="t"/>
                <a:pathLst>
                  <a:path extrusionOk="0" h="102677" w="131036">
                    <a:moveTo>
                      <a:pt x="130611" y="88965"/>
                    </a:moveTo>
                    <a:cubicBezTo>
                      <a:pt x="107529" y="106151"/>
                      <a:pt x="72737" y="107742"/>
                      <a:pt x="43005" y="90555"/>
                    </a:cubicBezTo>
                    <a:cubicBezTo>
                      <a:pt x="18463" y="76120"/>
                      <a:pt x="1097" y="51566"/>
                      <a:pt x="20" y="22587"/>
                    </a:cubicBezTo>
                    <a:cubicBezTo>
                      <a:pt x="-386" y="11847"/>
                      <a:pt x="5343" y="9646"/>
                      <a:pt x="14396" y="5879"/>
                    </a:cubicBezTo>
                    <a:cubicBezTo>
                      <a:pt x="38675" y="-4311"/>
                      <a:pt x="65657" y="-639"/>
                      <a:pt x="88201" y="12158"/>
                    </a:cubicBezTo>
                    <a:cubicBezTo>
                      <a:pt x="117934" y="29344"/>
                      <a:pt x="133900" y="60321"/>
                      <a:pt x="130611" y="88953"/>
                    </a:cubicBezTo>
                    <a:lnTo>
                      <a:pt x="130611" y="88953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69"/>
              <p:cNvSpPr/>
              <p:nvPr/>
            </p:nvSpPr>
            <p:spPr>
              <a:xfrm>
                <a:off x="1448448" y="3342497"/>
                <a:ext cx="101893" cy="102682"/>
              </a:xfrm>
              <a:custGeom>
                <a:rect b="b" l="l" r="r" t="t"/>
                <a:pathLst>
                  <a:path extrusionOk="0" h="102682" w="101893">
                    <a:moveTo>
                      <a:pt x="101469" y="88966"/>
                    </a:moveTo>
                    <a:cubicBezTo>
                      <a:pt x="85741" y="100651"/>
                      <a:pt x="64656" y="105136"/>
                      <a:pt x="43355" y="101393"/>
                    </a:cubicBezTo>
                    <a:cubicBezTo>
                      <a:pt x="51225" y="99826"/>
                      <a:pt x="58640" y="97051"/>
                      <a:pt x="65290" y="93069"/>
                    </a:cubicBezTo>
                    <a:cubicBezTo>
                      <a:pt x="69763" y="90426"/>
                      <a:pt x="71903" y="88081"/>
                      <a:pt x="71975" y="82807"/>
                    </a:cubicBezTo>
                    <a:cubicBezTo>
                      <a:pt x="72310" y="55969"/>
                      <a:pt x="56750" y="28126"/>
                      <a:pt x="29158" y="12159"/>
                    </a:cubicBezTo>
                    <a:cubicBezTo>
                      <a:pt x="20009" y="6957"/>
                      <a:pt x="10142" y="3261"/>
                      <a:pt x="0" y="1395"/>
                    </a:cubicBezTo>
                    <a:cubicBezTo>
                      <a:pt x="20069" y="-2480"/>
                      <a:pt x="40987" y="1910"/>
                      <a:pt x="59058" y="12159"/>
                    </a:cubicBezTo>
                    <a:cubicBezTo>
                      <a:pt x="88791" y="29346"/>
                      <a:pt x="104758" y="60322"/>
                      <a:pt x="101469" y="88954"/>
                    </a:cubicBez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69"/>
              <p:cNvSpPr/>
              <p:nvPr/>
            </p:nvSpPr>
            <p:spPr>
              <a:xfrm>
                <a:off x="1455713" y="3233089"/>
                <a:ext cx="103541" cy="81134"/>
              </a:xfrm>
              <a:custGeom>
                <a:rect b="b" l="l" r="r" t="t"/>
                <a:pathLst>
                  <a:path extrusionOk="0" h="81134" w="103541">
                    <a:moveTo>
                      <a:pt x="103222" y="70295"/>
                    </a:moveTo>
                    <a:cubicBezTo>
                      <a:pt x="84947" y="83881"/>
                      <a:pt x="57487" y="85137"/>
                      <a:pt x="33961" y="71550"/>
                    </a:cubicBezTo>
                    <a:cubicBezTo>
                      <a:pt x="15316" y="60511"/>
                      <a:pt x="1550" y="41758"/>
                      <a:pt x="55" y="19680"/>
                    </a:cubicBezTo>
                    <a:cubicBezTo>
                      <a:pt x="-687" y="8772"/>
                      <a:pt x="6190" y="6129"/>
                      <a:pt x="15411" y="3103"/>
                    </a:cubicBezTo>
                    <a:cubicBezTo>
                      <a:pt x="33782" y="-2948"/>
                      <a:pt x="53038" y="185"/>
                      <a:pt x="69686" y="9598"/>
                    </a:cubicBezTo>
                    <a:cubicBezTo>
                      <a:pt x="93175" y="23184"/>
                      <a:pt x="105793" y="47666"/>
                      <a:pt x="103210" y="70295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69"/>
              <p:cNvSpPr/>
              <p:nvPr/>
            </p:nvSpPr>
            <p:spPr>
              <a:xfrm>
                <a:off x="1475753" y="3233079"/>
                <a:ext cx="83525" cy="81145"/>
              </a:xfrm>
              <a:custGeom>
                <a:rect b="b" l="l" r="r" t="t"/>
                <a:pathLst>
                  <a:path extrusionOk="0" h="81145" w="83525">
                    <a:moveTo>
                      <a:pt x="83182" y="70304"/>
                    </a:moveTo>
                    <a:cubicBezTo>
                      <a:pt x="69858" y="80183"/>
                      <a:pt x="51691" y="83556"/>
                      <a:pt x="33679" y="79406"/>
                    </a:cubicBezTo>
                    <a:cubicBezTo>
                      <a:pt x="37483" y="78461"/>
                      <a:pt x="41142" y="77158"/>
                      <a:pt x="44599" y="75531"/>
                    </a:cubicBezTo>
                    <a:cubicBezTo>
                      <a:pt x="54944" y="70568"/>
                      <a:pt x="54741" y="68463"/>
                      <a:pt x="53078" y="56778"/>
                    </a:cubicBezTo>
                    <a:cubicBezTo>
                      <a:pt x="50471" y="38431"/>
                      <a:pt x="38607" y="20503"/>
                      <a:pt x="19758" y="9596"/>
                    </a:cubicBezTo>
                    <a:cubicBezTo>
                      <a:pt x="13455" y="6067"/>
                      <a:pt x="6805" y="3377"/>
                      <a:pt x="0" y="1786"/>
                    </a:cubicBezTo>
                    <a:cubicBezTo>
                      <a:pt x="16947" y="-2388"/>
                      <a:pt x="34409" y="973"/>
                      <a:pt x="49670" y="9596"/>
                    </a:cubicBezTo>
                    <a:cubicBezTo>
                      <a:pt x="73159" y="23182"/>
                      <a:pt x="85777" y="47676"/>
                      <a:pt x="83194" y="70293"/>
                    </a:cubicBezTo>
                    <a:lnTo>
                      <a:pt x="83194" y="70293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69"/>
              <p:cNvSpPr/>
              <p:nvPr/>
            </p:nvSpPr>
            <p:spPr>
              <a:xfrm>
                <a:off x="1635329" y="3342489"/>
                <a:ext cx="131062" cy="102687"/>
              </a:xfrm>
              <a:custGeom>
                <a:rect b="b" l="l" r="r" t="t"/>
                <a:pathLst>
                  <a:path extrusionOk="0" h="102687" w="131062">
                    <a:moveTo>
                      <a:pt x="425" y="88975"/>
                    </a:moveTo>
                    <a:cubicBezTo>
                      <a:pt x="23544" y="106161"/>
                      <a:pt x="58299" y="107752"/>
                      <a:pt x="88032" y="90565"/>
                    </a:cubicBezTo>
                    <a:cubicBezTo>
                      <a:pt x="112203" y="76369"/>
                      <a:pt x="130238" y="51265"/>
                      <a:pt x="131052" y="22561"/>
                    </a:cubicBezTo>
                    <a:cubicBezTo>
                      <a:pt x="131363" y="11654"/>
                      <a:pt x="124605" y="9082"/>
                      <a:pt x="115731" y="5470"/>
                    </a:cubicBezTo>
                    <a:cubicBezTo>
                      <a:pt x="91691" y="-4205"/>
                      <a:pt x="65081" y="-474"/>
                      <a:pt x="42871" y="12168"/>
                    </a:cubicBezTo>
                    <a:cubicBezTo>
                      <a:pt x="13102" y="29354"/>
                      <a:pt x="-2864" y="60331"/>
                      <a:pt x="425" y="88963"/>
                    </a:cubicBezTo>
                    <a:lnTo>
                      <a:pt x="425" y="88963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69"/>
              <p:cNvSpPr/>
              <p:nvPr/>
            </p:nvSpPr>
            <p:spPr>
              <a:xfrm>
                <a:off x="1626422" y="3233084"/>
                <a:ext cx="103560" cy="81139"/>
              </a:xfrm>
              <a:custGeom>
                <a:rect b="b" l="l" r="r" t="t"/>
                <a:pathLst>
                  <a:path extrusionOk="0" h="81139" w="103560">
                    <a:moveTo>
                      <a:pt x="350" y="70300"/>
                    </a:moveTo>
                    <a:cubicBezTo>
                      <a:pt x="18589" y="83886"/>
                      <a:pt x="46085" y="85142"/>
                      <a:pt x="69574" y="71556"/>
                    </a:cubicBezTo>
                    <a:cubicBezTo>
                      <a:pt x="88423" y="60421"/>
                      <a:pt x="102560" y="41117"/>
                      <a:pt x="103540" y="18704"/>
                    </a:cubicBezTo>
                    <a:cubicBezTo>
                      <a:pt x="103947" y="9089"/>
                      <a:pt x="98110" y="6744"/>
                      <a:pt x="90014" y="3790"/>
                    </a:cubicBezTo>
                    <a:cubicBezTo>
                      <a:pt x="71201" y="-3170"/>
                      <a:pt x="51096" y="-145"/>
                      <a:pt x="33873" y="9603"/>
                    </a:cubicBezTo>
                    <a:cubicBezTo>
                      <a:pt x="10348" y="23189"/>
                      <a:pt x="-2270" y="47683"/>
                      <a:pt x="338" y="70300"/>
                    </a:cubicBezTo>
                    <a:lnTo>
                      <a:pt x="338" y="70300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69"/>
              <p:cNvSpPr/>
              <p:nvPr/>
            </p:nvSpPr>
            <p:spPr>
              <a:xfrm>
                <a:off x="1646350" y="3233085"/>
                <a:ext cx="83632" cy="81142"/>
              </a:xfrm>
              <a:custGeom>
                <a:rect b="b" l="l" r="r" t="t"/>
                <a:pathLst>
                  <a:path extrusionOk="0" h="81142" w="83632">
                    <a:moveTo>
                      <a:pt x="12" y="79401"/>
                    </a:moveTo>
                    <a:cubicBezTo>
                      <a:pt x="15572" y="83204"/>
                      <a:pt x="33548" y="80860"/>
                      <a:pt x="49646" y="71555"/>
                    </a:cubicBezTo>
                    <a:cubicBezTo>
                      <a:pt x="68495" y="60420"/>
                      <a:pt x="82631" y="41117"/>
                      <a:pt x="83612" y="18704"/>
                    </a:cubicBezTo>
                    <a:cubicBezTo>
                      <a:pt x="84019" y="9088"/>
                      <a:pt x="78182" y="6744"/>
                      <a:pt x="70085" y="3790"/>
                    </a:cubicBezTo>
                    <a:cubicBezTo>
                      <a:pt x="58149" y="-623"/>
                      <a:pt x="45639" y="-1030"/>
                      <a:pt x="33703" y="1781"/>
                    </a:cubicBezTo>
                    <a:cubicBezTo>
                      <a:pt x="35868" y="2319"/>
                      <a:pt x="38045" y="2965"/>
                      <a:pt x="40174" y="3790"/>
                    </a:cubicBezTo>
                    <a:cubicBezTo>
                      <a:pt x="48270" y="6744"/>
                      <a:pt x="54107" y="9088"/>
                      <a:pt x="53700" y="18704"/>
                    </a:cubicBezTo>
                    <a:cubicBezTo>
                      <a:pt x="52720" y="41117"/>
                      <a:pt x="38583" y="60420"/>
                      <a:pt x="19734" y="71555"/>
                    </a:cubicBezTo>
                    <a:cubicBezTo>
                      <a:pt x="13359" y="75263"/>
                      <a:pt x="6686" y="77846"/>
                      <a:pt x="0" y="79401"/>
                    </a:cubicBezTo>
                    <a:lnTo>
                      <a:pt x="0" y="79401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69"/>
              <p:cNvSpPr/>
              <p:nvPr/>
            </p:nvSpPr>
            <p:spPr>
              <a:xfrm>
                <a:off x="1557129" y="3122643"/>
                <a:ext cx="71401" cy="117735"/>
              </a:xfrm>
              <a:custGeom>
                <a:rect b="b" l="l" r="r" t="t"/>
                <a:pathLst>
                  <a:path extrusionOk="0" h="117735" w="71401">
                    <a:moveTo>
                      <a:pt x="0" y="58295"/>
                    </a:moveTo>
                    <a:cubicBezTo>
                      <a:pt x="0" y="85468"/>
                      <a:pt x="14842" y="108670"/>
                      <a:pt x="35701" y="117736"/>
                    </a:cubicBezTo>
                    <a:cubicBezTo>
                      <a:pt x="56547" y="108670"/>
                      <a:pt x="71401" y="85468"/>
                      <a:pt x="71401" y="58295"/>
                    </a:cubicBezTo>
                    <a:cubicBezTo>
                      <a:pt x="71198" y="36456"/>
                      <a:pt x="61941" y="15358"/>
                      <a:pt x="43534" y="2896"/>
                    </a:cubicBezTo>
                    <a:cubicBezTo>
                      <a:pt x="34720" y="-3048"/>
                      <a:pt x="29493" y="1030"/>
                      <a:pt x="22281" y="7274"/>
                    </a:cubicBezTo>
                    <a:cubicBezTo>
                      <a:pt x="7367" y="20142"/>
                      <a:pt x="179" y="38800"/>
                      <a:pt x="12" y="58295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69"/>
              <p:cNvSpPr/>
              <p:nvPr/>
            </p:nvSpPr>
            <p:spPr>
              <a:xfrm>
                <a:off x="1577879" y="3122643"/>
                <a:ext cx="50650" cy="117735"/>
              </a:xfrm>
              <a:custGeom>
                <a:rect b="b" l="l" r="r" t="t"/>
                <a:pathLst>
                  <a:path extrusionOk="0" h="117735" w="50650">
                    <a:moveTo>
                      <a:pt x="0" y="107917"/>
                    </a:moveTo>
                    <a:cubicBezTo>
                      <a:pt x="4473" y="112031"/>
                      <a:pt x="9532" y="115356"/>
                      <a:pt x="14950" y="117736"/>
                    </a:cubicBezTo>
                    <a:cubicBezTo>
                      <a:pt x="35796" y="108670"/>
                      <a:pt x="50650" y="85468"/>
                      <a:pt x="50650" y="58295"/>
                    </a:cubicBezTo>
                    <a:cubicBezTo>
                      <a:pt x="50447" y="36456"/>
                      <a:pt x="41190" y="15358"/>
                      <a:pt x="22784" y="2896"/>
                    </a:cubicBezTo>
                    <a:cubicBezTo>
                      <a:pt x="13969" y="-3048"/>
                      <a:pt x="8743" y="1030"/>
                      <a:pt x="1531" y="7274"/>
                    </a:cubicBezTo>
                    <a:cubicBezTo>
                      <a:pt x="1017" y="7716"/>
                      <a:pt x="550" y="8159"/>
                      <a:pt x="72" y="8601"/>
                    </a:cubicBezTo>
                    <a:cubicBezTo>
                      <a:pt x="13706" y="21231"/>
                      <a:pt x="20583" y="39470"/>
                      <a:pt x="20751" y="58295"/>
                    </a:cubicBezTo>
                    <a:cubicBezTo>
                      <a:pt x="20751" y="78364"/>
                      <a:pt x="12642" y="96268"/>
                      <a:pt x="0" y="107917"/>
                    </a:cubicBezTo>
                    <a:lnTo>
                      <a:pt x="0" y="107917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7" name="Google Shape;1847;p69"/>
            <p:cNvSpPr/>
            <p:nvPr/>
          </p:nvSpPr>
          <p:spPr>
            <a:xfrm>
              <a:off x="1458020" y="3171932"/>
              <a:ext cx="269620" cy="324402"/>
            </a:xfrm>
            <a:custGeom>
              <a:rect b="b" l="l" r="r" t="t"/>
              <a:pathLst>
                <a:path extrusionOk="0" h="324402" w="269620">
                  <a:moveTo>
                    <a:pt x="125863" y="9006"/>
                  </a:moveTo>
                  <a:cubicBezTo>
                    <a:pt x="125863" y="4019"/>
                    <a:pt x="129870" y="0"/>
                    <a:pt x="134810" y="0"/>
                  </a:cubicBezTo>
                  <a:cubicBezTo>
                    <a:pt x="139749" y="0"/>
                    <a:pt x="143791" y="4007"/>
                    <a:pt x="143791" y="9006"/>
                  </a:cubicBezTo>
                  <a:lnTo>
                    <a:pt x="143791" y="135566"/>
                  </a:lnTo>
                  <a:lnTo>
                    <a:pt x="229831" y="85801"/>
                  </a:lnTo>
                  <a:cubicBezTo>
                    <a:pt x="234101" y="83325"/>
                    <a:pt x="239567" y="84820"/>
                    <a:pt x="242007" y="89090"/>
                  </a:cubicBezTo>
                  <a:cubicBezTo>
                    <a:pt x="244482" y="93371"/>
                    <a:pt x="242987" y="98837"/>
                    <a:pt x="238718" y="101313"/>
                  </a:cubicBezTo>
                  <a:lnTo>
                    <a:pt x="143791" y="156197"/>
                  </a:lnTo>
                  <a:lnTo>
                    <a:pt x="143791" y="268800"/>
                  </a:lnTo>
                  <a:lnTo>
                    <a:pt x="256179" y="203786"/>
                  </a:lnTo>
                  <a:cubicBezTo>
                    <a:pt x="260449" y="201310"/>
                    <a:pt x="265939" y="202769"/>
                    <a:pt x="268414" y="207051"/>
                  </a:cubicBezTo>
                  <a:cubicBezTo>
                    <a:pt x="270890" y="211369"/>
                    <a:pt x="269431" y="216834"/>
                    <a:pt x="265161" y="219310"/>
                  </a:cubicBezTo>
                  <a:lnTo>
                    <a:pt x="143791" y="289515"/>
                  </a:lnTo>
                  <a:lnTo>
                    <a:pt x="143791" y="315432"/>
                  </a:lnTo>
                  <a:cubicBezTo>
                    <a:pt x="143791" y="320396"/>
                    <a:pt x="139761" y="324402"/>
                    <a:pt x="134810" y="324402"/>
                  </a:cubicBezTo>
                  <a:cubicBezTo>
                    <a:pt x="129858" y="324402"/>
                    <a:pt x="125863" y="320396"/>
                    <a:pt x="125863" y="315432"/>
                  </a:cubicBezTo>
                  <a:lnTo>
                    <a:pt x="125863" y="289515"/>
                  </a:lnTo>
                  <a:lnTo>
                    <a:pt x="4494" y="219310"/>
                  </a:lnTo>
                  <a:cubicBezTo>
                    <a:pt x="188" y="216834"/>
                    <a:pt x="-1271" y="211357"/>
                    <a:pt x="1205" y="207051"/>
                  </a:cubicBezTo>
                  <a:cubicBezTo>
                    <a:pt x="3716" y="202769"/>
                    <a:pt x="9170" y="201310"/>
                    <a:pt x="13440" y="203786"/>
                  </a:cubicBezTo>
                  <a:lnTo>
                    <a:pt x="125863" y="268800"/>
                  </a:lnTo>
                  <a:lnTo>
                    <a:pt x="125863" y="156233"/>
                  </a:lnTo>
                  <a:lnTo>
                    <a:pt x="30865" y="101313"/>
                  </a:lnTo>
                  <a:cubicBezTo>
                    <a:pt x="26596" y="98801"/>
                    <a:pt x="25136" y="93336"/>
                    <a:pt x="27612" y="89054"/>
                  </a:cubicBezTo>
                  <a:cubicBezTo>
                    <a:pt x="30088" y="84772"/>
                    <a:pt x="35577" y="83313"/>
                    <a:pt x="39847" y="85789"/>
                  </a:cubicBezTo>
                  <a:lnTo>
                    <a:pt x="125852" y="135518"/>
                  </a:lnTo>
                  <a:lnTo>
                    <a:pt x="125852" y="8994"/>
                  </a:lnTo>
                  <a:lnTo>
                    <a:pt x="125852" y="8994"/>
                  </a:lnTo>
                  <a:close/>
                </a:path>
              </a:pathLst>
            </a:custGeom>
            <a:solidFill>
              <a:srgbClr val="0C3F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69"/>
            <p:cNvSpPr/>
            <p:nvPr/>
          </p:nvSpPr>
          <p:spPr>
            <a:xfrm>
              <a:off x="1304809" y="3487364"/>
              <a:ext cx="576064" cy="247607"/>
            </a:xfrm>
            <a:custGeom>
              <a:rect b="b" l="l" r="r" t="t"/>
              <a:pathLst>
                <a:path extrusionOk="0" h="247607" w="576064">
                  <a:moveTo>
                    <a:pt x="137265" y="43833"/>
                  </a:moveTo>
                  <a:cubicBezTo>
                    <a:pt x="149093" y="43929"/>
                    <a:pt x="157704" y="45974"/>
                    <a:pt x="168385" y="50997"/>
                  </a:cubicBezTo>
                  <a:cubicBezTo>
                    <a:pt x="176757" y="54944"/>
                    <a:pt x="175979" y="50627"/>
                    <a:pt x="180117" y="44096"/>
                  </a:cubicBezTo>
                  <a:cubicBezTo>
                    <a:pt x="192831" y="23956"/>
                    <a:pt x="221140" y="10979"/>
                    <a:pt x="243386" y="5370"/>
                  </a:cubicBezTo>
                  <a:cubicBezTo>
                    <a:pt x="258132" y="1662"/>
                    <a:pt x="272843" y="72"/>
                    <a:pt x="288032" y="0"/>
                  </a:cubicBezTo>
                  <a:cubicBezTo>
                    <a:pt x="323565" y="132"/>
                    <a:pt x="369599" y="10704"/>
                    <a:pt x="392957" y="39910"/>
                  </a:cubicBezTo>
                  <a:cubicBezTo>
                    <a:pt x="395839" y="43510"/>
                    <a:pt x="396617" y="45484"/>
                    <a:pt x="398817" y="49287"/>
                  </a:cubicBezTo>
                  <a:cubicBezTo>
                    <a:pt x="402142" y="55064"/>
                    <a:pt x="406448" y="51559"/>
                    <a:pt x="411531" y="49287"/>
                  </a:cubicBezTo>
                  <a:cubicBezTo>
                    <a:pt x="420070" y="45448"/>
                    <a:pt x="429495" y="43917"/>
                    <a:pt x="438788" y="43821"/>
                  </a:cubicBezTo>
                  <a:cubicBezTo>
                    <a:pt x="471127" y="44132"/>
                    <a:pt x="500525" y="65182"/>
                    <a:pt x="508801" y="96804"/>
                  </a:cubicBezTo>
                  <a:cubicBezTo>
                    <a:pt x="511995" y="108931"/>
                    <a:pt x="516731" y="106109"/>
                    <a:pt x="527004" y="109230"/>
                  </a:cubicBezTo>
                  <a:cubicBezTo>
                    <a:pt x="555684" y="117961"/>
                    <a:pt x="575789" y="145840"/>
                    <a:pt x="576064" y="175596"/>
                  </a:cubicBezTo>
                  <a:lnTo>
                    <a:pt x="576064" y="176721"/>
                  </a:lnTo>
                  <a:cubicBezTo>
                    <a:pt x="576064" y="215854"/>
                    <a:pt x="544394" y="247607"/>
                    <a:pt x="505309" y="247607"/>
                  </a:cubicBezTo>
                  <a:lnTo>
                    <a:pt x="70755" y="247607"/>
                  </a:lnTo>
                  <a:cubicBezTo>
                    <a:pt x="31670" y="247607"/>
                    <a:pt x="0" y="215854"/>
                    <a:pt x="0" y="176721"/>
                  </a:cubicBezTo>
                  <a:cubicBezTo>
                    <a:pt x="275" y="146019"/>
                    <a:pt x="19662" y="118440"/>
                    <a:pt x="49060" y="109230"/>
                  </a:cubicBezTo>
                  <a:cubicBezTo>
                    <a:pt x="53126" y="107975"/>
                    <a:pt x="61163" y="107257"/>
                    <a:pt x="63771" y="104817"/>
                  </a:cubicBezTo>
                  <a:cubicBezTo>
                    <a:pt x="66414" y="102365"/>
                    <a:pt x="67359" y="95309"/>
                    <a:pt x="68722" y="91542"/>
                  </a:cubicBezTo>
                  <a:cubicBezTo>
                    <a:pt x="79091" y="62706"/>
                    <a:pt x="106862" y="44084"/>
                    <a:pt x="137277" y="43821"/>
                  </a:cubicBezTo>
                  <a:lnTo>
                    <a:pt x="137277" y="43821"/>
                  </a:lnTo>
                  <a:close/>
                </a:path>
              </a:pathLst>
            </a:custGeom>
            <a:solidFill>
              <a:srgbClr val="6330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69"/>
            <p:cNvSpPr/>
            <p:nvPr/>
          </p:nvSpPr>
          <p:spPr>
            <a:xfrm>
              <a:off x="1393696" y="3543528"/>
              <a:ext cx="398279" cy="149786"/>
            </a:xfrm>
            <a:custGeom>
              <a:rect b="b" l="l" r="r" t="t"/>
              <a:pathLst>
                <a:path extrusionOk="0" h="149786" w="398279">
                  <a:moveTo>
                    <a:pt x="162656" y="17964"/>
                  </a:moveTo>
                  <a:cubicBezTo>
                    <a:pt x="157704" y="17964"/>
                    <a:pt x="153710" y="13957"/>
                    <a:pt x="153710" y="8994"/>
                  </a:cubicBezTo>
                  <a:cubicBezTo>
                    <a:pt x="153710" y="4031"/>
                    <a:pt x="157716" y="0"/>
                    <a:pt x="162656" y="0"/>
                  </a:cubicBezTo>
                  <a:lnTo>
                    <a:pt x="235612" y="0"/>
                  </a:lnTo>
                  <a:cubicBezTo>
                    <a:pt x="240563" y="0"/>
                    <a:pt x="244593" y="4007"/>
                    <a:pt x="244593" y="8994"/>
                  </a:cubicBezTo>
                  <a:cubicBezTo>
                    <a:pt x="244593" y="13981"/>
                    <a:pt x="240563" y="17964"/>
                    <a:pt x="235612" y="17964"/>
                  </a:cubicBezTo>
                  <a:lnTo>
                    <a:pt x="162656" y="17964"/>
                  </a:lnTo>
                  <a:close/>
                  <a:moveTo>
                    <a:pt x="8982" y="149787"/>
                  </a:moveTo>
                  <a:cubicBezTo>
                    <a:pt x="4031" y="149787"/>
                    <a:pt x="0" y="145744"/>
                    <a:pt x="0" y="140781"/>
                  </a:cubicBezTo>
                  <a:cubicBezTo>
                    <a:pt x="0" y="135817"/>
                    <a:pt x="4031" y="131811"/>
                    <a:pt x="8982" y="131811"/>
                  </a:cubicBezTo>
                  <a:lnTo>
                    <a:pt x="81938" y="131811"/>
                  </a:lnTo>
                  <a:cubicBezTo>
                    <a:pt x="86889" y="131811"/>
                    <a:pt x="90920" y="135817"/>
                    <a:pt x="90920" y="140781"/>
                  </a:cubicBezTo>
                  <a:cubicBezTo>
                    <a:pt x="90920" y="145744"/>
                    <a:pt x="86889" y="149787"/>
                    <a:pt x="81938" y="149787"/>
                  </a:cubicBezTo>
                  <a:lnTo>
                    <a:pt x="8982" y="149787"/>
                  </a:lnTo>
                  <a:close/>
                  <a:moveTo>
                    <a:pt x="316341" y="149787"/>
                  </a:moveTo>
                  <a:cubicBezTo>
                    <a:pt x="311390" y="149787"/>
                    <a:pt x="307395" y="145744"/>
                    <a:pt x="307395" y="140781"/>
                  </a:cubicBezTo>
                  <a:cubicBezTo>
                    <a:pt x="307395" y="135817"/>
                    <a:pt x="311402" y="131811"/>
                    <a:pt x="316341" y="131811"/>
                  </a:cubicBezTo>
                  <a:lnTo>
                    <a:pt x="389297" y="131811"/>
                  </a:lnTo>
                  <a:cubicBezTo>
                    <a:pt x="394249" y="131811"/>
                    <a:pt x="398279" y="135817"/>
                    <a:pt x="398279" y="140781"/>
                  </a:cubicBezTo>
                  <a:cubicBezTo>
                    <a:pt x="398279" y="145744"/>
                    <a:pt x="394249" y="149787"/>
                    <a:pt x="389297" y="149787"/>
                  </a:cubicBezTo>
                  <a:lnTo>
                    <a:pt x="316341" y="149787"/>
                  </a:lnTo>
                  <a:close/>
                  <a:moveTo>
                    <a:pt x="162656" y="149787"/>
                  </a:moveTo>
                  <a:cubicBezTo>
                    <a:pt x="157704" y="149787"/>
                    <a:pt x="153710" y="145744"/>
                    <a:pt x="153710" y="140781"/>
                  </a:cubicBezTo>
                  <a:cubicBezTo>
                    <a:pt x="153710" y="135817"/>
                    <a:pt x="157716" y="131811"/>
                    <a:pt x="162656" y="131811"/>
                  </a:cubicBezTo>
                  <a:lnTo>
                    <a:pt x="235612" y="131811"/>
                  </a:lnTo>
                  <a:cubicBezTo>
                    <a:pt x="240563" y="131811"/>
                    <a:pt x="244593" y="135817"/>
                    <a:pt x="244593" y="140781"/>
                  </a:cubicBezTo>
                  <a:cubicBezTo>
                    <a:pt x="244593" y="145744"/>
                    <a:pt x="240563" y="149787"/>
                    <a:pt x="235612" y="149787"/>
                  </a:cubicBezTo>
                  <a:lnTo>
                    <a:pt x="162656" y="149787"/>
                  </a:lnTo>
                  <a:close/>
                  <a:moveTo>
                    <a:pt x="85837" y="83851"/>
                  </a:moveTo>
                  <a:cubicBezTo>
                    <a:pt x="80849" y="83851"/>
                    <a:pt x="76855" y="79845"/>
                    <a:pt x="76855" y="74881"/>
                  </a:cubicBezTo>
                  <a:cubicBezTo>
                    <a:pt x="76855" y="69918"/>
                    <a:pt x="80861" y="65887"/>
                    <a:pt x="85837" y="65887"/>
                  </a:cubicBezTo>
                  <a:lnTo>
                    <a:pt x="158792" y="65887"/>
                  </a:lnTo>
                  <a:cubicBezTo>
                    <a:pt x="163744" y="65887"/>
                    <a:pt x="167739" y="69930"/>
                    <a:pt x="167739" y="74881"/>
                  </a:cubicBezTo>
                  <a:cubicBezTo>
                    <a:pt x="167739" y="79833"/>
                    <a:pt x="163732" y="83851"/>
                    <a:pt x="158792" y="83851"/>
                  </a:cubicBezTo>
                  <a:lnTo>
                    <a:pt x="85837" y="83851"/>
                  </a:lnTo>
                  <a:close/>
                  <a:moveTo>
                    <a:pt x="239511" y="83851"/>
                  </a:moveTo>
                  <a:cubicBezTo>
                    <a:pt x="234559" y="83851"/>
                    <a:pt x="230529" y="79845"/>
                    <a:pt x="230529" y="74881"/>
                  </a:cubicBezTo>
                  <a:cubicBezTo>
                    <a:pt x="230529" y="69918"/>
                    <a:pt x="234559" y="65887"/>
                    <a:pt x="239511" y="65887"/>
                  </a:cubicBezTo>
                  <a:lnTo>
                    <a:pt x="312466" y="65887"/>
                  </a:lnTo>
                  <a:cubicBezTo>
                    <a:pt x="317418" y="65887"/>
                    <a:pt x="321412" y="69930"/>
                    <a:pt x="321412" y="74881"/>
                  </a:cubicBezTo>
                  <a:cubicBezTo>
                    <a:pt x="321412" y="79833"/>
                    <a:pt x="317406" y="83851"/>
                    <a:pt x="312466" y="83851"/>
                  </a:cubicBezTo>
                  <a:lnTo>
                    <a:pt x="239511" y="83851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69"/>
            <p:cNvSpPr/>
            <p:nvPr/>
          </p:nvSpPr>
          <p:spPr>
            <a:xfrm>
              <a:off x="1664434" y="3342502"/>
              <a:ext cx="101957" cy="102679"/>
            </a:xfrm>
            <a:custGeom>
              <a:rect b="b" l="l" r="r" t="t"/>
              <a:pathLst>
                <a:path extrusionOk="0" h="102679" w="101957">
                  <a:moveTo>
                    <a:pt x="86626" y="5481"/>
                  </a:moveTo>
                  <a:cubicBezTo>
                    <a:pt x="72453" y="-224"/>
                    <a:pt x="57432" y="-1276"/>
                    <a:pt x="42924" y="1403"/>
                  </a:cubicBezTo>
                  <a:cubicBezTo>
                    <a:pt x="47565" y="2323"/>
                    <a:pt x="52181" y="3639"/>
                    <a:pt x="56726" y="5481"/>
                  </a:cubicBezTo>
                  <a:cubicBezTo>
                    <a:pt x="65612" y="9081"/>
                    <a:pt x="72358" y="11664"/>
                    <a:pt x="72047" y="22572"/>
                  </a:cubicBezTo>
                  <a:cubicBezTo>
                    <a:pt x="71234" y="51276"/>
                    <a:pt x="53198" y="76380"/>
                    <a:pt x="29027" y="90576"/>
                  </a:cubicBezTo>
                  <a:cubicBezTo>
                    <a:pt x="19674" y="95982"/>
                    <a:pt x="9843" y="99546"/>
                    <a:pt x="0" y="101304"/>
                  </a:cubicBezTo>
                  <a:cubicBezTo>
                    <a:pt x="18777" y="104868"/>
                    <a:pt x="39875" y="101579"/>
                    <a:pt x="58927" y="90576"/>
                  </a:cubicBezTo>
                  <a:cubicBezTo>
                    <a:pt x="83098" y="76380"/>
                    <a:pt x="101133" y="51276"/>
                    <a:pt x="101947" y="22572"/>
                  </a:cubicBezTo>
                  <a:cubicBezTo>
                    <a:pt x="102258" y="11664"/>
                    <a:pt x="95500" y="9093"/>
                    <a:pt x="86626" y="5481"/>
                  </a:cubicBezTo>
                  <a:lnTo>
                    <a:pt x="86626" y="5481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69"/>
            <p:cNvSpPr/>
            <p:nvPr/>
          </p:nvSpPr>
          <p:spPr>
            <a:xfrm>
              <a:off x="1312858" y="3601104"/>
              <a:ext cx="568003" cy="133891"/>
            </a:xfrm>
            <a:custGeom>
              <a:rect b="b" l="l" r="r" t="t"/>
              <a:pathLst>
                <a:path extrusionOk="0" h="133891" w="568003">
                  <a:moveTo>
                    <a:pt x="467348" y="103932"/>
                  </a:moveTo>
                  <a:lnTo>
                    <a:pt x="32782" y="103932"/>
                  </a:lnTo>
                  <a:cubicBezTo>
                    <a:pt x="20954" y="103932"/>
                    <a:pt x="9795" y="101014"/>
                    <a:pt x="0" y="95847"/>
                  </a:cubicBezTo>
                  <a:cubicBezTo>
                    <a:pt x="11793" y="118463"/>
                    <a:pt x="35461" y="133892"/>
                    <a:pt x="62682" y="133892"/>
                  </a:cubicBezTo>
                  <a:lnTo>
                    <a:pt x="497248" y="133892"/>
                  </a:lnTo>
                  <a:cubicBezTo>
                    <a:pt x="536333" y="133892"/>
                    <a:pt x="568003" y="102138"/>
                    <a:pt x="568003" y="63005"/>
                  </a:cubicBezTo>
                  <a:lnTo>
                    <a:pt x="568003" y="61881"/>
                  </a:lnTo>
                  <a:cubicBezTo>
                    <a:pt x="567764" y="36071"/>
                    <a:pt x="552647" y="11709"/>
                    <a:pt x="529959" y="0"/>
                  </a:cubicBezTo>
                  <a:cubicBezTo>
                    <a:pt x="535077" y="9747"/>
                    <a:pt x="537996" y="20691"/>
                    <a:pt x="538091" y="31933"/>
                  </a:cubicBezTo>
                  <a:lnTo>
                    <a:pt x="538091" y="33057"/>
                  </a:lnTo>
                  <a:cubicBezTo>
                    <a:pt x="538091" y="72190"/>
                    <a:pt x="506421" y="103944"/>
                    <a:pt x="467336" y="103944"/>
                  </a:cubicBezTo>
                  <a:lnTo>
                    <a:pt x="467336" y="103944"/>
                  </a:lnTo>
                  <a:close/>
                </a:path>
              </a:pathLst>
            </a:custGeom>
            <a:solidFill>
              <a:srgbClr val="A5513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2" name="Google Shape;1852;p69">
            <a:hlinkClick action="ppaction://hlinksldjump" r:id="rId3"/>
          </p:cNvPr>
          <p:cNvSpPr/>
          <p:nvPr/>
        </p:nvSpPr>
        <p:spPr>
          <a:xfrm>
            <a:off x="997400" y="165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853" name="Google Shape;1853;p69"/>
          <p:cNvGrpSpPr/>
          <p:nvPr/>
        </p:nvGrpSpPr>
        <p:grpSpPr>
          <a:xfrm>
            <a:off x="6512016" y="1903338"/>
            <a:ext cx="1167631" cy="1336821"/>
            <a:chOff x="2612070" y="3122645"/>
            <a:chExt cx="534850" cy="612350"/>
          </a:xfrm>
        </p:grpSpPr>
        <p:sp>
          <p:nvSpPr>
            <p:cNvPr id="1854" name="Google Shape;1854;p69"/>
            <p:cNvSpPr/>
            <p:nvPr/>
          </p:nvSpPr>
          <p:spPr>
            <a:xfrm>
              <a:off x="2612070" y="3200145"/>
              <a:ext cx="534850" cy="534850"/>
            </a:xfrm>
            <a:custGeom>
              <a:rect b="b" l="l" r="r" t="t"/>
              <a:pathLst>
                <a:path extrusionOk="0" h="534850" w="534850">
                  <a:moveTo>
                    <a:pt x="267425" y="534850"/>
                  </a:moveTo>
                  <a:cubicBezTo>
                    <a:pt x="414736" y="534850"/>
                    <a:pt x="534850" y="414736"/>
                    <a:pt x="534850" y="267425"/>
                  </a:cubicBezTo>
                  <a:cubicBezTo>
                    <a:pt x="534850" y="120114"/>
                    <a:pt x="414736" y="0"/>
                    <a:pt x="267425" y="0"/>
                  </a:cubicBezTo>
                  <a:cubicBezTo>
                    <a:pt x="120114" y="0"/>
                    <a:pt x="0" y="120114"/>
                    <a:pt x="0" y="267425"/>
                  </a:cubicBezTo>
                  <a:cubicBezTo>
                    <a:pt x="0" y="414736"/>
                    <a:pt x="120150" y="534850"/>
                    <a:pt x="267425" y="534850"/>
                  </a:cubicBezTo>
                  <a:lnTo>
                    <a:pt x="267425" y="534850"/>
                  </a:lnTo>
                  <a:close/>
                </a:path>
              </a:pathLst>
            </a:custGeom>
            <a:solidFill>
              <a:srgbClr val="5DBE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69"/>
            <p:cNvSpPr/>
            <p:nvPr/>
          </p:nvSpPr>
          <p:spPr>
            <a:xfrm>
              <a:off x="2864546" y="3200145"/>
              <a:ext cx="282374" cy="534850"/>
            </a:xfrm>
            <a:custGeom>
              <a:rect b="b" l="l" r="r" t="t"/>
              <a:pathLst>
                <a:path extrusionOk="0" h="534850" w="282374">
                  <a:moveTo>
                    <a:pt x="14950" y="0"/>
                  </a:moveTo>
                  <a:cubicBezTo>
                    <a:pt x="162668" y="0"/>
                    <a:pt x="282375" y="119743"/>
                    <a:pt x="282375" y="267425"/>
                  </a:cubicBezTo>
                  <a:cubicBezTo>
                    <a:pt x="282375" y="415107"/>
                    <a:pt x="162668" y="534850"/>
                    <a:pt x="14950" y="534850"/>
                  </a:cubicBezTo>
                  <a:cubicBezTo>
                    <a:pt x="9927" y="534850"/>
                    <a:pt x="4951" y="534719"/>
                    <a:pt x="0" y="534444"/>
                  </a:cubicBezTo>
                  <a:cubicBezTo>
                    <a:pt x="140757" y="526682"/>
                    <a:pt x="252499" y="410120"/>
                    <a:pt x="252499" y="267425"/>
                  </a:cubicBezTo>
                  <a:cubicBezTo>
                    <a:pt x="252499" y="124731"/>
                    <a:pt x="140757" y="8169"/>
                    <a:pt x="0" y="407"/>
                  </a:cubicBezTo>
                  <a:cubicBezTo>
                    <a:pt x="4951" y="132"/>
                    <a:pt x="9939" y="0"/>
                    <a:pt x="14950" y="0"/>
                  </a:cubicBezTo>
                  <a:lnTo>
                    <a:pt x="14950" y="0"/>
                  </a:lnTo>
                  <a:close/>
                </a:path>
              </a:pathLst>
            </a:custGeom>
            <a:solidFill>
              <a:srgbClr val="0F7F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6" name="Google Shape;1856;p69"/>
            <p:cNvGrpSpPr/>
            <p:nvPr/>
          </p:nvGrpSpPr>
          <p:grpSpPr>
            <a:xfrm>
              <a:off x="2619880" y="3200133"/>
              <a:ext cx="527040" cy="534850"/>
              <a:chOff x="2619880" y="3200133"/>
              <a:chExt cx="527040" cy="534850"/>
            </a:xfrm>
          </p:grpSpPr>
          <p:sp>
            <p:nvSpPr>
              <p:cNvPr id="1857" name="Google Shape;1857;p69"/>
              <p:cNvSpPr/>
              <p:nvPr/>
            </p:nvSpPr>
            <p:spPr>
              <a:xfrm>
                <a:off x="2619880" y="3200133"/>
                <a:ext cx="294645" cy="202877"/>
              </a:xfrm>
              <a:custGeom>
                <a:rect b="b" l="l" r="r" t="t"/>
                <a:pathLst>
                  <a:path extrusionOk="0" h="202877" w="294645">
                    <a:moveTo>
                      <a:pt x="24" y="202877"/>
                    </a:moveTo>
                    <a:lnTo>
                      <a:pt x="85825" y="202877"/>
                    </a:lnTo>
                    <a:cubicBezTo>
                      <a:pt x="97617" y="202877"/>
                      <a:pt x="114648" y="200437"/>
                      <a:pt x="142132" y="173587"/>
                    </a:cubicBezTo>
                    <a:cubicBezTo>
                      <a:pt x="169593" y="146773"/>
                      <a:pt x="183215" y="137552"/>
                      <a:pt x="211393" y="135315"/>
                    </a:cubicBezTo>
                    <a:cubicBezTo>
                      <a:pt x="239534" y="133043"/>
                      <a:pt x="252475" y="120090"/>
                      <a:pt x="263765" y="91374"/>
                    </a:cubicBezTo>
                    <a:cubicBezTo>
                      <a:pt x="270140" y="75097"/>
                      <a:pt x="283906" y="34481"/>
                      <a:pt x="294646" y="2272"/>
                    </a:cubicBezTo>
                    <a:cubicBezTo>
                      <a:pt x="283188" y="777"/>
                      <a:pt x="271491" y="0"/>
                      <a:pt x="259591" y="0"/>
                    </a:cubicBezTo>
                    <a:cubicBezTo>
                      <a:pt x="134155" y="0"/>
                      <a:pt x="28883" y="86351"/>
                      <a:pt x="0" y="202877"/>
                    </a:cubicBezTo>
                    <a:lnTo>
                      <a:pt x="0" y="202877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69"/>
              <p:cNvSpPr/>
              <p:nvPr/>
            </p:nvSpPr>
            <p:spPr>
              <a:xfrm>
                <a:off x="2890140" y="3363626"/>
                <a:ext cx="256780" cy="229452"/>
              </a:xfrm>
              <a:custGeom>
                <a:rect b="b" l="l" r="r" t="t"/>
                <a:pathLst>
                  <a:path extrusionOk="0" h="229452" w="256780">
                    <a:moveTo>
                      <a:pt x="62754" y="103944"/>
                    </a:moveTo>
                    <a:cubicBezTo>
                      <a:pt x="28238" y="104518"/>
                      <a:pt x="0" y="132182"/>
                      <a:pt x="0" y="166698"/>
                    </a:cubicBezTo>
                    <a:cubicBezTo>
                      <a:pt x="0" y="201215"/>
                      <a:pt x="28238" y="229452"/>
                      <a:pt x="62754" y="229452"/>
                    </a:cubicBezTo>
                    <a:lnTo>
                      <a:pt x="225553" y="229452"/>
                    </a:lnTo>
                    <a:cubicBezTo>
                      <a:pt x="245490" y="192017"/>
                      <a:pt x="256781" y="149308"/>
                      <a:pt x="256781" y="103944"/>
                    </a:cubicBezTo>
                    <a:cubicBezTo>
                      <a:pt x="256781" y="67095"/>
                      <a:pt x="249318" y="31969"/>
                      <a:pt x="235827" y="0"/>
                    </a:cubicBezTo>
                    <a:cubicBezTo>
                      <a:pt x="192460" y="13838"/>
                      <a:pt x="153004" y="37865"/>
                      <a:pt x="124013" y="71604"/>
                    </a:cubicBezTo>
                    <a:cubicBezTo>
                      <a:pt x="104650" y="94113"/>
                      <a:pt x="91530" y="103478"/>
                      <a:pt x="62754" y="103944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69"/>
              <p:cNvSpPr/>
              <p:nvPr/>
            </p:nvSpPr>
            <p:spPr>
              <a:xfrm>
                <a:off x="2642413" y="3591440"/>
                <a:ext cx="281561" cy="143543"/>
              </a:xfrm>
              <a:custGeom>
                <a:rect b="b" l="l" r="r" t="t"/>
                <a:pathLst>
                  <a:path extrusionOk="0" h="143543" w="281561">
                    <a:moveTo>
                      <a:pt x="214670" y="66079"/>
                    </a:moveTo>
                    <a:cubicBezTo>
                      <a:pt x="171004" y="65672"/>
                      <a:pt x="162632" y="538"/>
                      <a:pt x="105403" y="0"/>
                    </a:cubicBezTo>
                    <a:lnTo>
                      <a:pt x="0" y="0"/>
                    </a:lnTo>
                    <a:cubicBezTo>
                      <a:pt x="44683" y="85335"/>
                      <a:pt x="134083" y="143544"/>
                      <a:pt x="237083" y="143544"/>
                    </a:cubicBezTo>
                    <a:cubicBezTo>
                      <a:pt x="252236" y="143544"/>
                      <a:pt x="267114" y="142288"/>
                      <a:pt x="281562" y="139884"/>
                    </a:cubicBezTo>
                    <a:cubicBezTo>
                      <a:pt x="276754" y="126895"/>
                      <a:pt x="272472" y="115821"/>
                      <a:pt x="269626" y="109027"/>
                    </a:cubicBezTo>
                    <a:cubicBezTo>
                      <a:pt x="257797" y="80921"/>
                      <a:pt x="244306" y="66342"/>
                      <a:pt x="214670" y="66067"/>
                    </a:cubicBezTo>
                    <a:lnTo>
                      <a:pt x="214670" y="66067"/>
                    </a:ln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0" name="Google Shape;1860;p69"/>
            <p:cNvSpPr/>
            <p:nvPr/>
          </p:nvSpPr>
          <p:spPr>
            <a:xfrm>
              <a:off x="2642413" y="3591440"/>
              <a:ext cx="281561" cy="143172"/>
            </a:xfrm>
            <a:custGeom>
              <a:rect b="b" l="l" r="r" t="t"/>
              <a:pathLst>
                <a:path extrusionOk="0" h="143172" w="281561">
                  <a:moveTo>
                    <a:pt x="214670" y="66079"/>
                  </a:moveTo>
                  <a:cubicBezTo>
                    <a:pt x="171004" y="65672"/>
                    <a:pt x="162632" y="538"/>
                    <a:pt x="105403" y="0"/>
                  </a:cubicBezTo>
                  <a:lnTo>
                    <a:pt x="0" y="0"/>
                  </a:lnTo>
                  <a:cubicBezTo>
                    <a:pt x="4784" y="9090"/>
                    <a:pt x="10035" y="17868"/>
                    <a:pt x="15799" y="26312"/>
                  </a:cubicBezTo>
                  <a:lnTo>
                    <a:pt x="84174" y="26312"/>
                  </a:lnTo>
                  <a:cubicBezTo>
                    <a:pt x="141403" y="26886"/>
                    <a:pt x="149739" y="91984"/>
                    <a:pt x="193441" y="92391"/>
                  </a:cubicBezTo>
                  <a:cubicBezTo>
                    <a:pt x="223066" y="92666"/>
                    <a:pt x="236568" y="107245"/>
                    <a:pt x="248397" y="135339"/>
                  </a:cubicBezTo>
                  <a:cubicBezTo>
                    <a:pt x="249318" y="137504"/>
                    <a:pt x="250358" y="140147"/>
                    <a:pt x="251554" y="143173"/>
                  </a:cubicBezTo>
                  <a:cubicBezTo>
                    <a:pt x="261720" y="142635"/>
                    <a:pt x="271731" y="141511"/>
                    <a:pt x="281562" y="139884"/>
                  </a:cubicBezTo>
                  <a:cubicBezTo>
                    <a:pt x="276754" y="126895"/>
                    <a:pt x="272472" y="115821"/>
                    <a:pt x="269626" y="109027"/>
                  </a:cubicBezTo>
                  <a:cubicBezTo>
                    <a:pt x="257797" y="80921"/>
                    <a:pt x="244306" y="66342"/>
                    <a:pt x="214670" y="66079"/>
                  </a:cubicBezTo>
                  <a:lnTo>
                    <a:pt x="214670" y="66079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69"/>
            <p:cNvSpPr/>
            <p:nvPr/>
          </p:nvSpPr>
          <p:spPr>
            <a:xfrm>
              <a:off x="2646300" y="3173259"/>
              <a:ext cx="103190" cy="159737"/>
            </a:xfrm>
            <a:custGeom>
              <a:rect b="b" l="l" r="r" t="t"/>
              <a:pathLst>
                <a:path extrusionOk="0" h="159737" w="103190">
                  <a:moveTo>
                    <a:pt x="74702" y="0"/>
                  </a:moveTo>
                  <a:lnTo>
                    <a:pt x="80742" y="0"/>
                  </a:lnTo>
                  <a:cubicBezTo>
                    <a:pt x="93085" y="0"/>
                    <a:pt x="103191" y="10106"/>
                    <a:pt x="103191" y="22413"/>
                  </a:cubicBezTo>
                  <a:lnTo>
                    <a:pt x="103191" y="59238"/>
                  </a:lnTo>
                  <a:cubicBezTo>
                    <a:pt x="103191" y="68973"/>
                    <a:pt x="96888" y="77309"/>
                    <a:pt x="88169" y="80395"/>
                  </a:cubicBezTo>
                  <a:cubicBezTo>
                    <a:pt x="83732" y="81962"/>
                    <a:pt x="80742" y="81782"/>
                    <a:pt x="80742" y="87786"/>
                  </a:cubicBezTo>
                  <a:lnTo>
                    <a:pt x="80742" y="137288"/>
                  </a:lnTo>
                  <a:cubicBezTo>
                    <a:pt x="80742" y="149631"/>
                    <a:pt x="70636" y="159737"/>
                    <a:pt x="58305" y="159737"/>
                  </a:cubicBezTo>
                  <a:lnTo>
                    <a:pt x="44850" y="159737"/>
                  </a:lnTo>
                  <a:cubicBezTo>
                    <a:pt x="32507" y="159737"/>
                    <a:pt x="22437" y="149631"/>
                    <a:pt x="22437" y="137288"/>
                  </a:cubicBezTo>
                  <a:lnTo>
                    <a:pt x="22437" y="87786"/>
                  </a:lnTo>
                  <a:cubicBezTo>
                    <a:pt x="22437" y="82297"/>
                    <a:pt x="19076" y="81854"/>
                    <a:pt x="14914" y="80359"/>
                  </a:cubicBezTo>
                  <a:cubicBezTo>
                    <a:pt x="6231" y="77237"/>
                    <a:pt x="0" y="68937"/>
                    <a:pt x="0" y="59238"/>
                  </a:cubicBezTo>
                  <a:lnTo>
                    <a:pt x="0" y="22425"/>
                  </a:lnTo>
                  <a:cubicBezTo>
                    <a:pt x="0" y="10118"/>
                    <a:pt x="10106" y="12"/>
                    <a:pt x="22437" y="12"/>
                  </a:cubicBezTo>
                  <a:lnTo>
                    <a:pt x="74714" y="12"/>
                  </a:lnTo>
                  <a:lnTo>
                    <a:pt x="74714" y="12"/>
                  </a:lnTo>
                  <a:close/>
                </a:path>
              </a:pathLst>
            </a:custGeom>
            <a:solidFill>
              <a:srgbClr val="FFC3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69"/>
            <p:cNvSpPr/>
            <p:nvPr/>
          </p:nvSpPr>
          <p:spPr>
            <a:xfrm>
              <a:off x="2943948" y="3380741"/>
              <a:ext cx="103166" cy="159737"/>
            </a:xfrm>
            <a:custGeom>
              <a:rect b="b" l="l" r="r" t="t"/>
              <a:pathLst>
                <a:path extrusionOk="0" h="159737" w="103166">
                  <a:moveTo>
                    <a:pt x="74714" y="0"/>
                  </a:moveTo>
                  <a:lnTo>
                    <a:pt x="80754" y="0"/>
                  </a:lnTo>
                  <a:cubicBezTo>
                    <a:pt x="93061" y="0"/>
                    <a:pt x="103167" y="10106"/>
                    <a:pt x="103167" y="22449"/>
                  </a:cubicBezTo>
                  <a:lnTo>
                    <a:pt x="103167" y="59238"/>
                  </a:lnTo>
                  <a:cubicBezTo>
                    <a:pt x="103167" y="68973"/>
                    <a:pt x="96864" y="77345"/>
                    <a:pt x="88145" y="80395"/>
                  </a:cubicBezTo>
                  <a:cubicBezTo>
                    <a:pt x="83732" y="81950"/>
                    <a:pt x="80754" y="81782"/>
                    <a:pt x="80754" y="87822"/>
                  </a:cubicBezTo>
                  <a:lnTo>
                    <a:pt x="80754" y="137324"/>
                  </a:lnTo>
                  <a:cubicBezTo>
                    <a:pt x="80754" y="149631"/>
                    <a:pt x="70648" y="159737"/>
                    <a:pt x="58305" y="159737"/>
                  </a:cubicBezTo>
                  <a:lnTo>
                    <a:pt x="44850" y="159737"/>
                  </a:lnTo>
                  <a:cubicBezTo>
                    <a:pt x="32507" y="159737"/>
                    <a:pt x="22401" y="149667"/>
                    <a:pt x="22401" y="137324"/>
                  </a:cubicBezTo>
                  <a:lnTo>
                    <a:pt x="22401" y="87822"/>
                  </a:lnTo>
                  <a:cubicBezTo>
                    <a:pt x="22401" y="82297"/>
                    <a:pt x="19076" y="81854"/>
                    <a:pt x="14914" y="80359"/>
                  </a:cubicBezTo>
                  <a:cubicBezTo>
                    <a:pt x="6231" y="77273"/>
                    <a:pt x="0" y="68937"/>
                    <a:pt x="0" y="59238"/>
                  </a:cubicBezTo>
                  <a:lnTo>
                    <a:pt x="0" y="22449"/>
                  </a:lnTo>
                  <a:cubicBezTo>
                    <a:pt x="0" y="10106"/>
                    <a:pt x="10070" y="0"/>
                    <a:pt x="22413" y="0"/>
                  </a:cubicBezTo>
                  <a:lnTo>
                    <a:pt x="74726" y="0"/>
                  </a:lnTo>
                  <a:close/>
                </a:path>
              </a:pathLst>
            </a:custGeom>
            <a:solidFill>
              <a:srgbClr val="3291B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69"/>
            <p:cNvSpPr/>
            <p:nvPr/>
          </p:nvSpPr>
          <p:spPr>
            <a:xfrm>
              <a:off x="2732699" y="3509777"/>
              <a:ext cx="103202" cy="159737"/>
            </a:xfrm>
            <a:custGeom>
              <a:rect b="b" l="l" r="r" t="t"/>
              <a:pathLst>
                <a:path extrusionOk="0" h="159737" w="103202">
                  <a:moveTo>
                    <a:pt x="74714" y="0"/>
                  </a:moveTo>
                  <a:lnTo>
                    <a:pt x="80753" y="0"/>
                  </a:lnTo>
                  <a:cubicBezTo>
                    <a:pt x="93096" y="0"/>
                    <a:pt x="103202" y="10106"/>
                    <a:pt x="103202" y="22449"/>
                  </a:cubicBezTo>
                  <a:lnTo>
                    <a:pt x="103202" y="59238"/>
                  </a:lnTo>
                  <a:cubicBezTo>
                    <a:pt x="103202" y="68997"/>
                    <a:pt x="96899" y="77345"/>
                    <a:pt x="88181" y="80395"/>
                  </a:cubicBezTo>
                  <a:cubicBezTo>
                    <a:pt x="83743" y="81950"/>
                    <a:pt x="80753" y="81782"/>
                    <a:pt x="80753" y="87822"/>
                  </a:cubicBezTo>
                  <a:lnTo>
                    <a:pt x="80753" y="137324"/>
                  </a:lnTo>
                  <a:cubicBezTo>
                    <a:pt x="80753" y="149667"/>
                    <a:pt x="70647" y="159737"/>
                    <a:pt x="58305" y="159737"/>
                  </a:cubicBezTo>
                  <a:lnTo>
                    <a:pt x="44850" y="159737"/>
                  </a:lnTo>
                  <a:cubicBezTo>
                    <a:pt x="32543" y="159737"/>
                    <a:pt x="22437" y="149667"/>
                    <a:pt x="22437" y="137324"/>
                  </a:cubicBezTo>
                  <a:lnTo>
                    <a:pt x="22437" y="87822"/>
                  </a:lnTo>
                  <a:cubicBezTo>
                    <a:pt x="22437" y="82297"/>
                    <a:pt x="19112" y="81854"/>
                    <a:pt x="14950" y="80395"/>
                  </a:cubicBezTo>
                  <a:cubicBezTo>
                    <a:pt x="6267" y="77273"/>
                    <a:pt x="0" y="68973"/>
                    <a:pt x="0" y="59238"/>
                  </a:cubicBezTo>
                  <a:lnTo>
                    <a:pt x="0" y="22449"/>
                  </a:lnTo>
                  <a:cubicBezTo>
                    <a:pt x="0" y="10106"/>
                    <a:pt x="10106" y="0"/>
                    <a:pt x="22449" y="0"/>
                  </a:cubicBezTo>
                  <a:lnTo>
                    <a:pt x="74726" y="0"/>
                  </a:lnTo>
                  <a:close/>
                </a:path>
              </a:pathLst>
            </a:custGeom>
            <a:solidFill>
              <a:srgbClr val="B2695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69"/>
            <p:cNvSpPr/>
            <p:nvPr/>
          </p:nvSpPr>
          <p:spPr>
            <a:xfrm>
              <a:off x="2972891" y="3330162"/>
              <a:ext cx="45256" cy="59560"/>
            </a:xfrm>
            <a:custGeom>
              <a:rect b="b" l="l" r="r" t="t"/>
              <a:pathLst>
                <a:path extrusionOk="0" h="59560" w="45256">
                  <a:moveTo>
                    <a:pt x="45257" y="36908"/>
                  </a:moveTo>
                  <a:cubicBezTo>
                    <a:pt x="45257" y="49347"/>
                    <a:pt x="35091" y="59561"/>
                    <a:pt x="22617" y="59561"/>
                  </a:cubicBezTo>
                  <a:cubicBezTo>
                    <a:pt x="10142" y="59561"/>
                    <a:pt x="0" y="49359"/>
                    <a:pt x="0" y="36908"/>
                  </a:cubicBezTo>
                  <a:lnTo>
                    <a:pt x="0" y="12642"/>
                  </a:lnTo>
                  <a:cubicBezTo>
                    <a:pt x="0" y="5693"/>
                    <a:pt x="5693" y="0"/>
                    <a:pt x="12642" y="0"/>
                  </a:cubicBezTo>
                  <a:lnTo>
                    <a:pt x="38679" y="0"/>
                  </a:lnTo>
                  <a:cubicBezTo>
                    <a:pt x="42303" y="0"/>
                    <a:pt x="45257" y="2954"/>
                    <a:pt x="45257" y="6578"/>
                  </a:cubicBezTo>
                  <a:lnTo>
                    <a:pt x="45257" y="36920"/>
                  </a:lnTo>
                  <a:lnTo>
                    <a:pt x="45257" y="36920"/>
                  </a:lnTo>
                  <a:close/>
                </a:path>
              </a:pathLst>
            </a:custGeom>
            <a:solidFill>
              <a:srgbClr val="C9A3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69"/>
            <p:cNvSpPr/>
            <p:nvPr/>
          </p:nvSpPr>
          <p:spPr>
            <a:xfrm>
              <a:off x="2675219" y="3122645"/>
              <a:ext cx="45304" cy="59560"/>
            </a:xfrm>
            <a:custGeom>
              <a:rect b="b" l="l" r="r" t="t"/>
              <a:pathLst>
                <a:path extrusionOk="0" h="59560" w="45304">
                  <a:moveTo>
                    <a:pt x="45304" y="36944"/>
                  </a:moveTo>
                  <a:cubicBezTo>
                    <a:pt x="45304" y="49383"/>
                    <a:pt x="35102" y="59561"/>
                    <a:pt x="22652" y="59561"/>
                  </a:cubicBezTo>
                  <a:cubicBezTo>
                    <a:pt x="10202" y="59561"/>
                    <a:pt x="0" y="49395"/>
                    <a:pt x="0" y="36944"/>
                  </a:cubicBezTo>
                  <a:lnTo>
                    <a:pt x="0" y="12678"/>
                  </a:lnTo>
                  <a:cubicBezTo>
                    <a:pt x="0" y="5693"/>
                    <a:pt x="5693" y="0"/>
                    <a:pt x="12677" y="0"/>
                  </a:cubicBezTo>
                  <a:lnTo>
                    <a:pt x="38714" y="0"/>
                  </a:lnTo>
                  <a:cubicBezTo>
                    <a:pt x="42338" y="0"/>
                    <a:pt x="45292" y="2954"/>
                    <a:pt x="45292" y="6578"/>
                  </a:cubicBezTo>
                  <a:lnTo>
                    <a:pt x="45292" y="36956"/>
                  </a:lnTo>
                  <a:close/>
                </a:path>
              </a:pathLst>
            </a:custGeom>
            <a:solidFill>
              <a:srgbClr val="9172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69"/>
            <p:cNvSpPr/>
            <p:nvPr/>
          </p:nvSpPr>
          <p:spPr>
            <a:xfrm>
              <a:off x="2761630" y="3459186"/>
              <a:ext cx="45304" cy="59560"/>
            </a:xfrm>
            <a:custGeom>
              <a:rect b="b" l="l" r="r" t="t"/>
              <a:pathLst>
                <a:path extrusionOk="0" h="59560" w="45304">
                  <a:moveTo>
                    <a:pt x="45304" y="36920"/>
                  </a:moveTo>
                  <a:cubicBezTo>
                    <a:pt x="45304" y="49395"/>
                    <a:pt x="35102" y="59561"/>
                    <a:pt x="22652" y="59561"/>
                  </a:cubicBezTo>
                  <a:cubicBezTo>
                    <a:pt x="10202" y="59561"/>
                    <a:pt x="0" y="49395"/>
                    <a:pt x="0" y="36920"/>
                  </a:cubicBezTo>
                  <a:lnTo>
                    <a:pt x="0" y="12678"/>
                  </a:lnTo>
                  <a:cubicBezTo>
                    <a:pt x="0" y="5693"/>
                    <a:pt x="5693" y="0"/>
                    <a:pt x="12677" y="0"/>
                  </a:cubicBezTo>
                  <a:lnTo>
                    <a:pt x="38714" y="0"/>
                  </a:lnTo>
                  <a:cubicBezTo>
                    <a:pt x="42338" y="0"/>
                    <a:pt x="45292" y="2954"/>
                    <a:pt x="45292" y="6578"/>
                  </a:cubicBezTo>
                  <a:lnTo>
                    <a:pt x="45292" y="36920"/>
                  </a:lnTo>
                  <a:lnTo>
                    <a:pt x="45292" y="36920"/>
                  </a:lnTo>
                  <a:close/>
                </a:path>
              </a:pathLst>
            </a:custGeom>
            <a:solidFill>
              <a:srgbClr val="FFCC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69"/>
            <p:cNvSpPr/>
            <p:nvPr/>
          </p:nvSpPr>
          <p:spPr>
            <a:xfrm>
              <a:off x="3085817" y="3363614"/>
              <a:ext cx="61091" cy="229452"/>
            </a:xfrm>
            <a:custGeom>
              <a:rect b="b" l="l" r="r" t="t"/>
              <a:pathLst>
                <a:path extrusionOk="0" h="229452" w="61091">
                  <a:moveTo>
                    <a:pt x="40137" y="0"/>
                  </a:moveTo>
                  <a:cubicBezTo>
                    <a:pt x="31287" y="2811"/>
                    <a:pt x="22616" y="6064"/>
                    <a:pt x="14136" y="9723"/>
                  </a:cubicBezTo>
                  <a:cubicBezTo>
                    <a:pt x="25152" y="39049"/>
                    <a:pt x="31227" y="70791"/>
                    <a:pt x="31227" y="103944"/>
                  </a:cubicBezTo>
                  <a:cubicBezTo>
                    <a:pt x="31227" y="149308"/>
                    <a:pt x="19901" y="192017"/>
                    <a:pt x="0" y="229452"/>
                  </a:cubicBezTo>
                  <a:lnTo>
                    <a:pt x="29864" y="229452"/>
                  </a:lnTo>
                  <a:cubicBezTo>
                    <a:pt x="49801" y="192017"/>
                    <a:pt x="61091" y="149308"/>
                    <a:pt x="61091" y="103944"/>
                  </a:cubicBezTo>
                  <a:cubicBezTo>
                    <a:pt x="61091" y="67096"/>
                    <a:pt x="53628" y="31969"/>
                    <a:pt x="40137" y="0"/>
                  </a:cubicBezTo>
                  <a:lnTo>
                    <a:pt x="40137" y="0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69"/>
            <p:cNvSpPr/>
            <p:nvPr/>
          </p:nvSpPr>
          <p:spPr>
            <a:xfrm>
              <a:off x="2619904" y="3200313"/>
              <a:ext cx="294633" cy="202697"/>
            </a:xfrm>
            <a:custGeom>
              <a:rect b="b" l="l" r="r" t="t"/>
              <a:pathLst>
                <a:path extrusionOk="0" h="202697" w="294633">
                  <a:moveTo>
                    <a:pt x="85801" y="202698"/>
                  </a:moveTo>
                  <a:cubicBezTo>
                    <a:pt x="97593" y="202698"/>
                    <a:pt x="114624" y="200258"/>
                    <a:pt x="142108" y="173408"/>
                  </a:cubicBezTo>
                  <a:cubicBezTo>
                    <a:pt x="169569" y="146593"/>
                    <a:pt x="183191" y="137372"/>
                    <a:pt x="211369" y="135136"/>
                  </a:cubicBezTo>
                  <a:cubicBezTo>
                    <a:pt x="239511" y="132863"/>
                    <a:pt x="252451" y="119911"/>
                    <a:pt x="263741" y="91195"/>
                  </a:cubicBezTo>
                  <a:cubicBezTo>
                    <a:pt x="269781" y="75802"/>
                    <a:pt x="282423" y="38583"/>
                    <a:pt x="292900" y="7355"/>
                  </a:cubicBezTo>
                  <a:cubicBezTo>
                    <a:pt x="293474" y="5597"/>
                    <a:pt x="294048" y="3827"/>
                    <a:pt x="294634" y="2105"/>
                  </a:cubicBezTo>
                  <a:cubicBezTo>
                    <a:pt x="286190" y="981"/>
                    <a:pt x="277579" y="275"/>
                    <a:pt x="268872" y="0"/>
                  </a:cubicBezTo>
                  <a:cubicBezTo>
                    <a:pt x="268597" y="849"/>
                    <a:pt x="268298" y="1698"/>
                    <a:pt x="267987" y="2571"/>
                  </a:cubicBezTo>
                  <a:cubicBezTo>
                    <a:pt x="259651" y="27221"/>
                    <a:pt x="251267" y="51428"/>
                    <a:pt x="246698" y="63089"/>
                  </a:cubicBezTo>
                  <a:cubicBezTo>
                    <a:pt x="235444" y="91805"/>
                    <a:pt x="222491" y="104757"/>
                    <a:pt x="194326" y="107030"/>
                  </a:cubicBezTo>
                  <a:cubicBezTo>
                    <a:pt x="166184" y="109266"/>
                    <a:pt x="151844" y="117435"/>
                    <a:pt x="125065" y="145302"/>
                  </a:cubicBezTo>
                  <a:cubicBezTo>
                    <a:pt x="98275" y="173204"/>
                    <a:pt x="85813" y="174592"/>
                    <a:pt x="68758" y="174592"/>
                  </a:cubicBezTo>
                  <a:lnTo>
                    <a:pt x="8647" y="174592"/>
                  </a:lnTo>
                  <a:cubicBezTo>
                    <a:pt x="5286" y="183741"/>
                    <a:pt x="2404" y="193106"/>
                    <a:pt x="0" y="202698"/>
                  </a:cubicBezTo>
                  <a:lnTo>
                    <a:pt x="85813" y="202698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69"/>
            <p:cNvSpPr/>
            <p:nvPr/>
          </p:nvSpPr>
          <p:spPr>
            <a:xfrm>
              <a:off x="2980557" y="3380717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45" y="59250"/>
                  </a:moveTo>
                  <a:cubicBezTo>
                    <a:pt x="36645" y="68985"/>
                    <a:pt x="30378" y="77357"/>
                    <a:pt x="21623" y="80407"/>
                  </a:cubicBezTo>
                  <a:cubicBezTo>
                    <a:pt x="17210" y="81962"/>
                    <a:pt x="14232" y="81794"/>
                    <a:pt x="14232" y="87834"/>
                  </a:cubicBezTo>
                  <a:lnTo>
                    <a:pt x="14232" y="137336"/>
                  </a:lnTo>
                  <a:cubicBezTo>
                    <a:pt x="14232" y="146761"/>
                    <a:pt x="8300" y="154894"/>
                    <a:pt x="0" y="158183"/>
                  </a:cubicBezTo>
                  <a:cubicBezTo>
                    <a:pt x="2571" y="159199"/>
                    <a:pt x="5322" y="159737"/>
                    <a:pt x="8240" y="159737"/>
                  </a:cubicBezTo>
                  <a:lnTo>
                    <a:pt x="21695" y="159737"/>
                  </a:lnTo>
                  <a:cubicBezTo>
                    <a:pt x="34038" y="159737"/>
                    <a:pt x="44144" y="149631"/>
                    <a:pt x="44144" y="137324"/>
                  </a:cubicBezTo>
                  <a:lnTo>
                    <a:pt x="44144" y="87822"/>
                  </a:lnTo>
                  <a:cubicBezTo>
                    <a:pt x="44144" y="81782"/>
                    <a:pt x="47122" y="81962"/>
                    <a:pt x="51535" y="80395"/>
                  </a:cubicBezTo>
                  <a:cubicBezTo>
                    <a:pt x="60242" y="77345"/>
                    <a:pt x="66557" y="68973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44" y="0"/>
                  </a:cubicBezTo>
                  <a:lnTo>
                    <a:pt x="32985" y="0"/>
                  </a:lnTo>
                  <a:cubicBezTo>
                    <a:pt x="31598" y="1830"/>
                    <a:pt x="29900" y="3456"/>
                    <a:pt x="28034" y="4820"/>
                  </a:cubicBezTo>
                  <a:cubicBezTo>
                    <a:pt x="33284" y="8922"/>
                    <a:pt x="36645" y="15297"/>
                    <a:pt x="36645" y="22449"/>
                  </a:cubicBezTo>
                  <a:lnTo>
                    <a:pt x="36645" y="59238"/>
                  </a:lnTo>
                  <a:lnTo>
                    <a:pt x="36645" y="59238"/>
                  </a:lnTo>
                  <a:close/>
                </a:path>
              </a:pathLst>
            </a:custGeom>
            <a:solidFill>
              <a:srgbClr val="2B89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69"/>
            <p:cNvSpPr/>
            <p:nvPr/>
          </p:nvSpPr>
          <p:spPr>
            <a:xfrm>
              <a:off x="2769332" y="3509753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57" y="59250"/>
                  </a:moveTo>
                  <a:cubicBezTo>
                    <a:pt x="36657" y="69009"/>
                    <a:pt x="30354" y="77357"/>
                    <a:pt x="21636" y="80407"/>
                  </a:cubicBezTo>
                  <a:cubicBezTo>
                    <a:pt x="17198" y="81962"/>
                    <a:pt x="14208" y="81794"/>
                    <a:pt x="14208" y="87834"/>
                  </a:cubicBezTo>
                  <a:lnTo>
                    <a:pt x="14208" y="137336"/>
                  </a:lnTo>
                  <a:cubicBezTo>
                    <a:pt x="14208" y="146761"/>
                    <a:pt x="8312" y="154894"/>
                    <a:pt x="0" y="158183"/>
                  </a:cubicBezTo>
                  <a:cubicBezTo>
                    <a:pt x="2547" y="159199"/>
                    <a:pt x="5322" y="159737"/>
                    <a:pt x="8205" y="159737"/>
                  </a:cubicBezTo>
                  <a:lnTo>
                    <a:pt x="21660" y="159737"/>
                  </a:lnTo>
                  <a:cubicBezTo>
                    <a:pt x="34002" y="159737"/>
                    <a:pt x="44108" y="149667"/>
                    <a:pt x="44108" y="137324"/>
                  </a:cubicBezTo>
                  <a:lnTo>
                    <a:pt x="44108" y="87822"/>
                  </a:lnTo>
                  <a:cubicBezTo>
                    <a:pt x="44108" y="81782"/>
                    <a:pt x="47087" y="81962"/>
                    <a:pt x="51536" y="80395"/>
                  </a:cubicBezTo>
                  <a:cubicBezTo>
                    <a:pt x="60243" y="77345"/>
                    <a:pt x="66557" y="69009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08" y="0"/>
                  </a:cubicBezTo>
                  <a:lnTo>
                    <a:pt x="32950" y="0"/>
                  </a:lnTo>
                  <a:cubicBezTo>
                    <a:pt x="31562" y="1866"/>
                    <a:pt x="29900" y="3456"/>
                    <a:pt x="28034" y="4808"/>
                  </a:cubicBezTo>
                  <a:cubicBezTo>
                    <a:pt x="33261" y="8910"/>
                    <a:pt x="36645" y="15285"/>
                    <a:pt x="36645" y="22437"/>
                  </a:cubicBezTo>
                  <a:lnTo>
                    <a:pt x="36645" y="5922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69"/>
            <p:cNvSpPr/>
            <p:nvPr/>
          </p:nvSpPr>
          <p:spPr>
            <a:xfrm>
              <a:off x="2769332" y="3509753"/>
              <a:ext cx="66557" cy="159737"/>
            </a:xfrm>
            <a:custGeom>
              <a:rect b="b" l="l" r="r" t="t"/>
              <a:pathLst>
                <a:path extrusionOk="0" h="159737" w="66557">
                  <a:moveTo>
                    <a:pt x="36657" y="59250"/>
                  </a:moveTo>
                  <a:cubicBezTo>
                    <a:pt x="36657" y="69009"/>
                    <a:pt x="30354" y="77357"/>
                    <a:pt x="21636" y="80407"/>
                  </a:cubicBezTo>
                  <a:cubicBezTo>
                    <a:pt x="17198" y="81962"/>
                    <a:pt x="14208" y="81794"/>
                    <a:pt x="14208" y="87834"/>
                  </a:cubicBezTo>
                  <a:lnTo>
                    <a:pt x="14208" y="137336"/>
                  </a:lnTo>
                  <a:cubicBezTo>
                    <a:pt x="14208" y="146761"/>
                    <a:pt x="8312" y="154894"/>
                    <a:pt x="0" y="158183"/>
                  </a:cubicBezTo>
                  <a:cubicBezTo>
                    <a:pt x="2547" y="159199"/>
                    <a:pt x="5322" y="159737"/>
                    <a:pt x="8205" y="159737"/>
                  </a:cubicBezTo>
                  <a:lnTo>
                    <a:pt x="21660" y="159737"/>
                  </a:lnTo>
                  <a:cubicBezTo>
                    <a:pt x="34002" y="159737"/>
                    <a:pt x="44108" y="149667"/>
                    <a:pt x="44108" y="137324"/>
                  </a:cubicBezTo>
                  <a:lnTo>
                    <a:pt x="44108" y="87822"/>
                  </a:lnTo>
                  <a:cubicBezTo>
                    <a:pt x="44108" y="81782"/>
                    <a:pt x="47087" y="81962"/>
                    <a:pt x="51536" y="80395"/>
                  </a:cubicBezTo>
                  <a:cubicBezTo>
                    <a:pt x="60243" y="77345"/>
                    <a:pt x="66557" y="69009"/>
                    <a:pt x="66557" y="59238"/>
                  </a:cubicBezTo>
                  <a:lnTo>
                    <a:pt x="66557" y="22449"/>
                  </a:lnTo>
                  <a:cubicBezTo>
                    <a:pt x="66557" y="10106"/>
                    <a:pt x="56451" y="0"/>
                    <a:pt x="44108" y="0"/>
                  </a:cubicBezTo>
                  <a:lnTo>
                    <a:pt x="32950" y="0"/>
                  </a:lnTo>
                  <a:cubicBezTo>
                    <a:pt x="31562" y="1866"/>
                    <a:pt x="29900" y="3456"/>
                    <a:pt x="28034" y="4808"/>
                  </a:cubicBezTo>
                  <a:cubicBezTo>
                    <a:pt x="33261" y="8910"/>
                    <a:pt x="36645" y="15285"/>
                    <a:pt x="36645" y="22437"/>
                  </a:cubicBezTo>
                  <a:lnTo>
                    <a:pt x="36645" y="5922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69"/>
            <p:cNvSpPr/>
            <p:nvPr/>
          </p:nvSpPr>
          <p:spPr>
            <a:xfrm>
              <a:off x="2682921" y="3173247"/>
              <a:ext cx="66545" cy="159725"/>
            </a:xfrm>
            <a:custGeom>
              <a:rect b="b" l="l" r="r" t="t"/>
              <a:pathLst>
                <a:path extrusionOk="0" h="159725" w="66545">
                  <a:moveTo>
                    <a:pt x="36657" y="59238"/>
                  </a:moveTo>
                  <a:cubicBezTo>
                    <a:pt x="36657" y="68973"/>
                    <a:pt x="30354" y="77309"/>
                    <a:pt x="21636" y="80395"/>
                  </a:cubicBezTo>
                  <a:cubicBezTo>
                    <a:pt x="17198" y="81962"/>
                    <a:pt x="14208" y="81782"/>
                    <a:pt x="14208" y="87786"/>
                  </a:cubicBezTo>
                  <a:lnTo>
                    <a:pt x="14208" y="137288"/>
                  </a:lnTo>
                  <a:cubicBezTo>
                    <a:pt x="14208" y="146713"/>
                    <a:pt x="8312" y="154846"/>
                    <a:pt x="0" y="158135"/>
                  </a:cubicBezTo>
                  <a:cubicBezTo>
                    <a:pt x="2547" y="159151"/>
                    <a:pt x="5322" y="159725"/>
                    <a:pt x="8205" y="159725"/>
                  </a:cubicBezTo>
                  <a:lnTo>
                    <a:pt x="21660" y="159725"/>
                  </a:lnTo>
                  <a:cubicBezTo>
                    <a:pt x="34002" y="159725"/>
                    <a:pt x="44097" y="149619"/>
                    <a:pt x="44097" y="137277"/>
                  </a:cubicBezTo>
                  <a:lnTo>
                    <a:pt x="44097" y="87774"/>
                  </a:lnTo>
                  <a:cubicBezTo>
                    <a:pt x="44097" y="81770"/>
                    <a:pt x="47075" y="81938"/>
                    <a:pt x="51524" y="80383"/>
                  </a:cubicBezTo>
                  <a:cubicBezTo>
                    <a:pt x="60231" y="77297"/>
                    <a:pt x="66545" y="68961"/>
                    <a:pt x="66545" y="59226"/>
                  </a:cubicBezTo>
                  <a:lnTo>
                    <a:pt x="66545" y="22413"/>
                  </a:lnTo>
                  <a:cubicBezTo>
                    <a:pt x="66545" y="10106"/>
                    <a:pt x="56439" y="0"/>
                    <a:pt x="44097" y="0"/>
                  </a:cubicBezTo>
                  <a:lnTo>
                    <a:pt x="32950" y="0"/>
                  </a:lnTo>
                  <a:cubicBezTo>
                    <a:pt x="31562" y="1830"/>
                    <a:pt x="29900" y="3456"/>
                    <a:pt x="27998" y="4784"/>
                  </a:cubicBezTo>
                  <a:cubicBezTo>
                    <a:pt x="33249" y="8886"/>
                    <a:pt x="36645" y="15297"/>
                    <a:pt x="36645" y="22413"/>
                  </a:cubicBezTo>
                  <a:lnTo>
                    <a:pt x="36645" y="59238"/>
                  </a:lnTo>
                  <a:close/>
                </a:path>
              </a:pathLst>
            </a:custGeom>
            <a:solidFill>
              <a:srgbClr val="F7B82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3" name="Google Shape;1873;p69"/>
          <p:cNvSpPr txBox="1"/>
          <p:nvPr>
            <p:ph type="title"/>
          </p:nvPr>
        </p:nvSpPr>
        <p:spPr>
          <a:xfrm>
            <a:off x="720000" y="3876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874" name="Google Shape;1874;p69"/>
          <p:cNvSpPr txBox="1"/>
          <p:nvPr>
            <p:ph idx="4" type="subTitle"/>
          </p:nvPr>
        </p:nvSpPr>
        <p:spPr>
          <a:xfrm>
            <a:off x="71030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</a:t>
            </a:r>
            <a:endParaRPr/>
          </a:p>
        </p:txBody>
      </p:sp>
      <p:sp>
        <p:nvSpPr>
          <p:cNvPr id="1875" name="Google Shape;1875;p69"/>
          <p:cNvSpPr txBox="1"/>
          <p:nvPr>
            <p:ph idx="5" type="subTitle"/>
          </p:nvPr>
        </p:nvSpPr>
        <p:spPr>
          <a:xfrm>
            <a:off x="337050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</a:t>
            </a:r>
            <a:endParaRPr/>
          </a:p>
        </p:txBody>
      </p:sp>
      <p:sp>
        <p:nvSpPr>
          <p:cNvPr id="1876" name="Google Shape;1876;p69"/>
          <p:cNvSpPr txBox="1"/>
          <p:nvPr>
            <p:ph idx="6" type="subTitle"/>
          </p:nvPr>
        </p:nvSpPr>
        <p:spPr>
          <a:xfrm>
            <a:off x="5894350" y="3506150"/>
            <a:ext cx="2403000" cy="544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877" name="Google Shape;1877;p69">
            <a:hlinkClick action="ppaction://hlinksldjump" r:id="rId4"/>
          </p:cNvPr>
          <p:cNvSpPr/>
          <p:nvPr/>
        </p:nvSpPr>
        <p:spPr>
          <a:xfrm>
            <a:off x="6181450" y="167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878" name="Google Shape;1878;p69"/>
          <p:cNvGrpSpPr/>
          <p:nvPr/>
        </p:nvGrpSpPr>
        <p:grpSpPr>
          <a:xfrm>
            <a:off x="3985860" y="2059295"/>
            <a:ext cx="1172283" cy="1064912"/>
            <a:chOff x="7719949" y="4916402"/>
            <a:chExt cx="612350" cy="556235"/>
          </a:xfrm>
        </p:grpSpPr>
        <p:sp>
          <p:nvSpPr>
            <p:cNvPr id="1879" name="Google Shape;1879;p69"/>
            <p:cNvSpPr/>
            <p:nvPr/>
          </p:nvSpPr>
          <p:spPr>
            <a:xfrm>
              <a:off x="7772406" y="4965797"/>
              <a:ext cx="558877" cy="153003"/>
            </a:xfrm>
            <a:custGeom>
              <a:rect b="b" l="l" r="r" t="t"/>
              <a:pathLst>
                <a:path extrusionOk="0" h="153003" w="558877">
                  <a:moveTo>
                    <a:pt x="9018" y="18072"/>
                  </a:moveTo>
                  <a:cubicBezTo>
                    <a:pt x="4030" y="18072"/>
                    <a:pt x="0" y="14041"/>
                    <a:pt x="0" y="9054"/>
                  </a:cubicBezTo>
                  <a:cubicBezTo>
                    <a:pt x="0" y="4067"/>
                    <a:pt x="4030" y="0"/>
                    <a:pt x="9018" y="0"/>
                  </a:cubicBezTo>
                  <a:lnTo>
                    <a:pt x="437304" y="0"/>
                  </a:lnTo>
                  <a:cubicBezTo>
                    <a:pt x="442292" y="0"/>
                    <a:pt x="446322" y="4031"/>
                    <a:pt x="446322" y="9054"/>
                  </a:cubicBezTo>
                  <a:cubicBezTo>
                    <a:pt x="446322" y="14077"/>
                    <a:pt x="442292" y="18072"/>
                    <a:pt x="437304" y="18072"/>
                  </a:cubicBezTo>
                  <a:lnTo>
                    <a:pt x="9018" y="18072"/>
                  </a:lnTo>
                  <a:close/>
                  <a:moveTo>
                    <a:pt x="407440" y="153004"/>
                  </a:moveTo>
                  <a:cubicBezTo>
                    <a:pt x="402417" y="153004"/>
                    <a:pt x="398386" y="148938"/>
                    <a:pt x="398386" y="143950"/>
                  </a:cubicBezTo>
                  <a:cubicBezTo>
                    <a:pt x="398386" y="138963"/>
                    <a:pt x="402417" y="134933"/>
                    <a:pt x="407440" y="134933"/>
                  </a:cubicBezTo>
                  <a:lnTo>
                    <a:pt x="475624" y="134933"/>
                  </a:lnTo>
                  <a:cubicBezTo>
                    <a:pt x="480611" y="134933"/>
                    <a:pt x="484642" y="138963"/>
                    <a:pt x="484642" y="143950"/>
                  </a:cubicBezTo>
                  <a:cubicBezTo>
                    <a:pt x="484642" y="148938"/>
                    <a:pt x="480611" y="153004"/>
                    <a:pt x="475624" y="153004"/>
                  </a:cubicBezTo>
                  <a:lnTo>
                    <a:pt x="407440" y="153004"/>
                  </a:lnTo>
                  <a:close/>
                  <a:moveTo>
                    <a:pt x="343801" y="85538"/>
                  </a:moveTo>
                  <a:cubicBezTo>
                    <a:pt x="338814" y="85538"/>
                    <a:pt x="334784" y="81507"/>
                    <a:pt x="334784" y="76484"/>
                  </a:cubicBezTo>
                  <a:cubicBezTo>
                    <a:pt x="334784" y="71461"/>
                    <a:pt x="338814" y="67466"/>
                    <a:pt x="343801" y="67466"/>
                  </a:cubicBezTo>
                  <a:lnTo>
                    <a:pt x="549824" y="67466"/>
                  </a:lnTo>
                  <a:cubicBezTo>
                    <a:pt x="554847" y="67466"/>
                    <a:pt x="558878" y="71497"/>
                    <a:pt x="558878" y="76484"/>
                  </a:cubicBezTo>
                  <a:cubicBezTo>
                    <a:pt x="558878" y="81472"/>
                    <a:pt x="554847" y="85538"/>
                    <a:pt x="549824" y="85538"/>
                  </a:cubicBezTo>
                  <a:lnTo>
                    <a:pt x="343801" y="85538"/>
                  </a:lnTo>
                  <a:close/>
                </a:path>
              </a:pathLst>
            </a:custGeom>
            <a:solidFill>
              <a:srgbClr val="B4D9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69"/>
            <p:cNvSpPr/>
            <p:nvPr/>
          </p:nvSpPr>
          <p:spPr>
            <a:xfrm>
              <a:off x="7884315" y="4916402"/>
              <a:ext cx="176457" cy="339902"/>
            </a:xfrm>
            <a:custGeom>
              <a:rect b="b" l="l" r="r" t="t"/>
              <a:pathLst>
                <a:path extrusionOk="0" h="339902" w="176457">
                  <a:moveTo>
                    <a:pt x="58412" y="0"/>
                  </a:moveTo>
                  <a:lnTo>
                    <a:pt x="118009" y="0"/>
                  </a:lnTo>
                  <a:cubicBezTo>
                    <a:pt x="150146" y="0"/>
                    <a:pt x="176458" y="26312"/>
                    <a:pt x="176458" y="58449"/>
                  </a:cubicBezTo>
                  <a:lnTo>
                    <a:pt x="176458" y="281454"/>
                  </a:lnTo>
                  <a:cubicBezTo>
                    <a:pt x="176458" y="313591"/>
                    <a:pt x="150146" y="339903"/>
                    <a:pt x="118009" y="339903"/>
                  </a:cubicBezTo>
                  <a:lnTo>
                    <a:pt x="58412" y="339903"/>
                  </a:lnTo>
                  <a:cubicBezTo>
                    <a:pt x="26312" y="339903"/>
                    <a:pt x="0" y="313591"/>
                    <a:pt x="0" y="281454"/>
                  </a:cubicBezTo>
                  <a:lnTo>
                    <a:pt x="0" y="58449"/>
                  </a:lnTo>
                  <a:cubicBezTo>
                    <a:pt x="0" y="26312"/>
                    <a:pt x="26312" y="0"/>
                    <a:pt x="58412" y="0"/>
                  </a:cubicBez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69"/>
            <p:cNvSpPr/>
            <p:nvPr/>
          </p:nvSpPr>
          <p:spPr>
            <a:xfrm>
              <a:off x="7972424" y="4916402"/>
              <a:ext cx="88348" cy="339902"/>
            </a:xfrm>
            <a:custGeom>
              <a:rect b="b" l="l" r="r" t="t"/>
              <a:pathLst>
                <a:path extrusionOk="0" h="339902" w="88348">
                  <a:moveTo>
                    <a:pt x="0" y="0"/>
                  </a:moveTo>
                  <a:lnTo>
                    <a:pt x="29900" y="0"/>
                  </a:lnTo>
                  <a:cubicBezTo>
                    <a:pt x="62037" y="0"/>
                    <a:pt x="88348" y="26312"/>
                    <a:pt x="88348" y="58449"/>
                  </a:cubicBezTo>
                  <a:lnTo>
                    <a:pt x="88348" y="281454"/>
                  </a:lnTo>
                  <a:cubicBezTo>
                    <a:pt x="88348" y="313591"/>
                    <a:pt x="62037" y="339903"/>
                    <a:pt x="29900" y="339903"/>
                  </a:cubicBezTo>
                  <a:lnTo>
                    <a:pt x="0" y="339903"/>
                  </a:lnTo>
                  <a:cubicBezTo>
                    <a:pt x="32137" y="339903"/>
                    <a:pt x="58449" y="313591"/>
                    <a:pt x="58449" y="281454"/>
                  </a:cubicBezTo>
                  <a:lnTo>
                    <a:pt x="58449" y="58449"/>
                  </a:lnTo>
                  <a:cubicBezTo>
                    <a:pt x="58449" y="26312"/>
                    <a:pt x="32137" y="0"/>
                    <a:pt x="0" y="0"/>
                  </a:cubicBezTo>
                  <a:close/>
                </a:path>
              </a:pathLst>
            </a:custGeom>
            <a:solidFill>
              <a:srgbClr val="005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69"/>
            <p:cNvSpPr/>
            <p:nvPr/>
          </p:nvSpPr>
          <p:spPr>
            <a:xfrm>
              <a:off x="7719961" y="5019437"/>
              <a:ext cx="122960" cy="236867"/>
            </a:xfrm>
            <a:custGeom>
              <a:rect b="b" l="l" r="r" t="t"/>
              <a:pathLst>
                <a:path extrusionOk="0" h="236867" w="122960">
                  <a:moveTo>
                    <a:pt x="40712" y="0"/>
                  </a:moveTo>
                  <a:lnTo>
                    <a:pt x="82249" y="0"/>
                  </a:lnTo>
                  <a:cubicBezTo>
                    <a:pt x="104626" y="0"/>
                    <a:pt x="122961" y="18334"/>
                    <a:pt x="122961" y="40712"/>
                  </a:cubicBezTo>
                  <a:lnTo>
                    <a:pt x="122961" y="196156"/>
                  </a:lnTo>
                  <a:cubicBezTo>
                    <a:pt x="122961" y="218533"/>
                    <a:pt x="104626" y="236867"/>
                    <a:pt x="82249" y="236867"/>
                  </a:cubicBezTo>
                  <a:lnTo>
                    <a:pt x="40712" y="236867"/>
                  </a:lnTo>
                  <a:cubicBezTo>
                    <a:pt x="18335" y="236867"/>
                    <a:pt x="0" y="218533"/>
                    <a:pt x="0" y="196156"/>
                  </a:cubicBezTo>
                  <a:lnTo>
                    <a:pt x="0" y="40712"/>
                  </a:lnTo>
                  <a:cubicBezTo>
                    <a:pt x="0" y="18334"/>
                    <a:pt x="18346" y="0"/>
                    <a:pt x="40712" y="0"/>
                  </a:cubicBezTo>
                  <a:lnTo>
                    <a:pt x="40712" y="0"/>
                  </a:lnTo>
                  <a:close/>
                </a:path>
              </a:pathLst>
            </a:custGeom>
            <a:solidFill>
              <a:srgbClr val="037E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69"/>
            <p:cNvSpPr/>
            <p:nvPr/>
          </p:nvSpPr>
          <p:spPr>
            <a:xfrm>
              <a:off x="7772298" y="5019437"/>
              <a:ext cx="70611" cy="236867"/>
            </a:xfrm>
            <a:custGeom>
              <a:rect b="b" l="l" r="r" t="t"/>
              <a:pathLst>
                <a:path extrusionOk="0" h="236867" w="70611">
                  <a:moveTo>
                    <a:pt x="29900" y="236867"/>
                  </a:moveTo>
                  <a:cubicBezTo>
                    <a:pt x="52277" y="236867"/>
                    <a:pt x="70612" y="218533"/>
                    <a:pt x="70612" y="196156"/>
                  </a:cubicBezTo>
                  <a:lnTo>
                    <a:pt x="70612" y="40712"/>
                  </a:lnTo>
                  <a:cubicBezTo>
                    <a:pt x="70612" y="18334"/>
                    <a:pt x="52277" y="0"/>
                    <a:pt x="29900" y="0"/>
                  </a:cubicBezTo>
                  <a:lnTo>
                    <a:pt x="0" y="0"/>
                  </a:lnTo>
                  <a:cubicBezTo>
                    <a:pt x="22377" y="0"/>
                    <a:pt x="40712" y="18334"/>
                    <a:pt x="40712" y="40712"/>
                  </a:cubicBezTo>
                  <a:lnTo>
                    <a:pt x="40712" y="196156"/>
                  </a:lnTo>
                  <a:cubicBezTo>
                    <a:pt x="40712" y="218533"/>
                    <a:pt x="22365" y="236867"/>
                    <a:pt x="0" y="236867"/>
                  </a:cubicBezTo>
                  <a:lnTo>
                    <a:pt x="29900" y="236867"/>
                  </a:lnTo>
                  <a:close/>
                </a:path>
              </a:pathLst>
            </a:custGeom>
            <a:solidFill>
              <a:srgbClr val="78C2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69"/>
            <p:cNvSpPr/>
            <p:nvPr/>
          </p:nvSpPr>
          <p:spPr>
            <a:xfrm>
              <a:off x="7743722" y="5051131"/>
              <a:ext cx="75437" cy="295495"/>
            </a:xfrm>
            <a:custGeom>
              <a:rect b="b" l="l" r="r" t="t"/>
              <a:pathLst>
                <a:path extrusionOk="0" h="295495" w="75437">
                  <a:moveTo>
                    <a:pt x="28683" y="9018"/>
                  </a:moveTo>
                  <a:cubicBezTo>
                    <a:pt x="28683" y="4030"/>
                    <a:pt x="32713" y="0"/>
                    <a:pt x="37701" y="0"/>
                  </a:cubicBezTo>
                  <a:cubicBezTo>
                    <a:pt x="42688" y="0"/>
                    <a:pt x="46755" y="4030"/>
                    <a:pt x="46755" y="9018"/>
                  </a:cubicBezTo>
                  <a:lnTo>
                    <a:pt x="46755" y="68208"/>
                  </a:lnTo>
                  <a:lnTo>
                    <a:pt x="60006" y="54956"/>
                  </a:lnTo>
                  <a:cubicBezTo>
                    <a:pt x="63534" y="51428"/>
                    <a:pt x="69227" y="51428"/>
                    <a:pt x="72791" y="54956"/>
                  </a:cubicBezTo>
                  <a:cubicBezTo>
                    <a:pt x="76319" y="58484"/>
                    <a:pt x="76319" y="64213"/>
                    <a:pt x="72791" y="67741"/>
                  </a:cubicBezTo>
                  <a:lnTo>
                    <a:pt x="46755" y="93742"/>
                  </a:lnTo>
                  <a:lnTo>
                    <a:pt x="46755" y="121777"/>
                  </a:lnTo>
                  <a:lnTo>
                    <a:pt x="60006" y="108525"/>
                  </a:lnTo>
                  <a:cubicBezTo>
                    <a:pt x="63534" y="104997"/>
                    <a:pt x="69227" y="104997"/>
                    <a:pt x="72791" y="108525"/>
                  </a:cubicBezTo>
                  <a:cubicBezTo>
                    <a:pt x="76319" y="112053"/>
                    <a:pt x="76319" y="117782"/>
                    <a:pt x="72791" y="121310"/>
                  </a:cubicBezTo>
                  <a:lnTo>
                    <a:pt x="46755" y="147347"/>
                  </a:lnTo>
                  <a:lnTo>
                    <a:pt x="46755" y="286477"/>
                  </a:lnTo>
                  <a:cubicBezTo>
                    <a:pt x="46755" y="291465"/>
                    <a:pt x="42724" y="295495"/>
                    <a:pt x="37701" y="295495"/>
                  </a:cubicBezTo>
                  <a:cubicBezTo>
                    <a:pt x="32678" y="295495"/>
                    <a:pt x="28683" y="291465"/>
                    <a:pt x="28683" y="286477"/>
                  </a:cubicBezTo>
                  <a:lnTo>
                    <a:pt x="28683" y="175178"/>
                  </a:lnTo>
                  <a:lnTo>
                    <a:pt x="2646" y="149141"/>
                  </a:lnTo>
                  <a:cubicBezTo>
                    <a:pt x="-882" y="145613"/>
                    <a:pt x="-882" y="139884"/>
                    <a:pt x="2646" y="136356"/>
                  </a:cubicBezTo>
                  <a:cubicBezTo>
                    <a:pt x="6174" y="132828"/>
                    <a:pt x="11903" y="132828"/>
                    <a:pt x="15431" y="136356"/>
                  </a:cubicBezTo>
                  <a:lnTo>
                    <a:pt x="28683" y="149607"/>
                  </a:lnTo>
                  <a:lnTo>
                    <a:pt x="28683" y="121573"/>
                  </a:lnTo>
                  <a:lnTo>
                    <a:pt x="2646" y="95572"/>
                  </a:lnTo>
                  <a:cubicBezTo>
                    <a:pt x="-882" y="92044"/>
                    <a:pt x="-882" y="86315"/>
                    <a:pt x="2646" y="82787"/>
                  </a:cubicBezTo>
                  <a:cubicBezTo>
                    <a:pt x="6174" y="79259"/>
                    <a:pt x="11903" y="79259"/>
                    <a:pt x="15431" y="82787"/>
                  </a:cubicBezTo>
                  <a:lnTo>
                    <a:pt x="28683" y="96039"/>
                  </a:lnTo>
                  <a:lnTo>
                    <a:pt x="28683" y="68004"/>
                  </a:lnTo>
                  <a:lnTo>
                    <a:pt x="2646" y="41967"/>
                  </a:lnTo>
                  <a:cubicBezTo>
                    <a:pt x="-882" y="38439"/>
                    <a:pt x="-882" y="32746"/>
                    <a:pt x="2646" y="29218"/>
                  </a:cubicBezTo>
                  <a:cubicBezTo>
                    <a:pt x="6174" y="25690"/>
                    <a:pt x="11903" y="25690"/>
                    <a:pt x="15431" y="29218"/>
                  </a:cubicBezTo>
                  <a:lnTo>
                    <a:pt x="28683" y="42434"/>
                  </a:lnTo>
                  <a:lnTo>
                    <a:pt x="28683" y="9006"/>
                  </a:lnTo>
                  <a:lnTo>
                    <a:pt x="28683" y="9006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69"/>
            <p:cNvSpPr/>
            <p:nvPr/>
          </p:nvSpPr>
          <p:spPr>
            <a:xfrm>
              <a:off x="7920586" y="4965797"/>
              <a:ext cx="103926" cy="380829"/>
            </a:xfrm>
            <a:custGeom>
              <a:rect b="b" l="l" r="r" t="t"/>
              <a:pathLst>
                <a:path extrusionOk="0" h="380829" w="103926">
                  <a:moveTo>
                    <a:pt x="42928" y="9054"/>
                  </a:moveTo>
                  <a:cubicBezTo>
                    <a:pt x="42928" y="4043"/>
                    <a:pt x="46958" y="0"/>
                    <a:pt x="51945" y="0"/>
                  </a:cubicBezTo>
                  <a:cubicBezTo>
                    <a:pt x="56933" y="0"/>
                    <a:pt x="60999" y="4031"/>
                    <a:pt x="60999" y="9054"/>
                  </a:cubicBezTo>
                  <a:lnTo>
                    <a:pt x="60999" y="105977"/>
                  </a:lnTo>
                  <a:lnTo>
                    <a:pt x="88495" y="78446"/>
                  </a:lnTo>
                  <a:cubicBezTo>
                    <a:pt x="92023" y="74917"/>
                    <a:pt x="97752" y="74917"/>
                    <a:pt x="101280" y="78446"/>
                  </a:cubicBezTo>
                  <a:cubicBezTo>
                    <a:pt x="104808" y="81974"/>
                    <a:pt x="104808" y="87703"/>
                    <a:pt x="101280" y="91231"/>
                  </a:cubicBezTo>
                  <a:lnTo>
                    <a:pt x="60999" y="131512"/>
                  </a:lnTo>
                  <a:lnTo>
                    <a:pt x="60999" y="186193"/>
                  </a:lnTo>
                  <a:lnTo>
                    <a:pt x="88495" y="158697"/>
                  </a:lnTo>
                  <a:cubicBezTo>
                    <a:pt x="92023" y="155169"/>
                    <a:pt x="97752" y="155169"/>
                    <a:pt x="101280" y="158697"/>
                  </a:cubicBezTo>
                  <a:cubicBezTo>
                    <a:pt x="104808" y="162225"/>
                    <a:pt x="104808" y="167954"/>
                    <a:pt x="101280" y="171482"/>
                  </a:cubicBezTo>
                  <a:lnTo>
                    <a:pt x="60999" y="211763"/>
                  </a:lnTo>
                  <a:lnTo>
                    <a:pt x="60999" y="371812"/>
                  </a:lnTo>
                  <a:cubicBezTo>
                    <a:pt x="60999" y="376799"/>
                    <a:pt x="56933" y="380830"/>
                    <a:pt x="51945" y="380830"/>
                  </a:cubicBezTo>
                  <a:cubicBezTo>
                    <a:pt x="46958" y="380830"/>
                    <a:pt x="42928" y="376799"/>
                    <a:pt x="42928" y="371812"/>
                  </a:cubicBezTo>
                  <a:lnTo>
                    <a:pt x="42928" y="253420"/>
                  </a:lnTo>
                  <a:lnTo>
                    <a:pt x="2646" y="213139"/>
                  </a:lnTo>
                  <a:cubicBezTo>
                    <a:pt x="-882" y="209611"/>
                    <a:pt x="-882" y="203882"/>
                    <a:pt x="2646" y="200354"/>
                  </a:cubicBezTo>
                  <a:cubicBezTo>
                    <a:pt x="6175" y="196825"/>
                    <a:pt x="11867" y="196825"/>
                    <a:pt x="15396" y="200354"/>
                  </a:cubicBezTo>
                  <a:lnTo>
                    <a:pt x="42928" y="227850"/>
                  </a:lnTo>
                  <a:lnTo>
                    <a:pt x="42928" y="173204"/>
                  </a:lnTo>
                  <a:lnTo>
                    <a:pt x="2646" y="132923"/>
                  </a:lnTo>
                  <a:cubicBezTo>
                    <a:pt x="-882" y="129359"/>
                    <a:pt x="-882" y="123666"/>
                    <a:pt x="2646" y="120138"/>
                  </a:cubicBezTo>
                  <a:cubicBezTo>
                    <a:pt x="6175" y="116610"/>
                    <a:pt x="11867" y="116610"/>
                    <a:pt x="15396" y="120138"/>
                  </a:cubicBezTo>
                  <a:lnTo>
                    <a:pt x="42928" y="147634"/>
                  </a:lnTo>
                  <a:lnTo>
                    <a:pt x="42928" y="92953"/>
                  </a:lnTo>
                  <a:lnTo>
                    <a:pt x="2646" y="52672"/>
                  </a:lnTo>
                  <a:cubicBezTo>
                    <a:pt x="-882" y="49144"/>
                    <a:pt x="-882" y="43415"/>
                    <a:pt x="2646" y="39887"/>
                  </a:cubicBezTo>
                  <a:cubicBezTo>
                    <a:pt x="6175" y="36359"/>
                    <a:pt x="11867" y="36359"/>
                    <a:pt x="15396" y="39887"/>
                  </a:cubicBezTo>
                  <a:lnTo>
                    <a:pt x="42928" y="67419"/>
                  </a:lnTo>
                  <a:lnTo>
                    <a:pt x="42928" y="9042"/>
                  </a:lnTo>
                  <a:lnTo>
                    <a:pt x="42928" y="9042"/>
                  </a:lnTo>
                  <a:close/>
                </a:path>
              </a:pathLst>
            </a:custGeom>
            <a:solidFill>
              <a:srgbClr val="A03E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6" name="Google Shape;1886;p69"/>
            <p:cNvGrpSpPr/>
            <p:nvPr/>
          </p:nvGrpSpPr>
          <p:grpSpPr>
            <a:xfrm>
              <a:off x="7719949" y="5224037"/>
              <a:ext cx="612350" cy="248600"/>
              <a:chOff x="7719949" y="5224037"/>
              <a:chExt cx="612350" cy="248600"/>
            </a:xfrm>
          </p:grpSpPr>
          <p:sp>
            <p:nvSpPr>
              <p:cNvPr id="1887" name="Google Shape;1887;p69"/>
              <p:cNvSpPr/>
              <p:nvPr/>
            </p:nvSpPr>
            <p:spPr>
              <a:xfrm>
                <a:off x="8041888" y="5271637"/>
                <a:ext cx="123845" cy="71664"/>
              </a:xfrm>
              <a:custGeom>
                <a:rect b="b" l="l" r="r" t="t"/>
                <a:pathLst>
                  <a:path extrusionOk="0" h="71664" w="123845">
                    <a:moveTo>
                      <a:pt x="61905" y="0"/>
                    </a:moveTo>
                    <a:cubicBezTo>
                      <a:pt x="96110" y="0"/>
                      <a:pt x="123845" y="27699"/>
                      <a:pt x="123845" y="61905"/>
                    </a:cubicBezTo>
                    <a:cubicBezTo>
                      <a:pt x="123845" y="63256"/>
                      <a:pt x="123774" y="64620"/>
                      <a:pt x="123714" y="65971"/>
                    </a:cubicBezTo>
                    <a:lnTo>
                      <a:pt x="59226" y="71664"/>
                    </a:lnTo>
                    <a:lnTo>
                      <a:pt x="131" y="65971"/>
                    </a:lnTo>
                    <a:cubicBezTo>
                      <a:pt x="24" y="64608"/>
                      <a:pt x="0" y="63256"/>
                      <a:pt x="0" y="61905"/>
                    </a:cubicBezTo>
                    <a:cubicBezTo>
                      <a:pt x="0" y="27699"/>
                      <a:pt x="27735" y="0"/>
                      <a:pt x="61905" y="0"/>
                    </a:cubicBezTo>
                    <a:close/>
                  </a:path>
                </a:pathLst>
              </a:custGeom>
              <a:solidFill>
                <a:srgbClr val="78C2A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69"/>
              <p:cNvSpPr/>
              <p:nvPr/>
            </p:nvSpPr>
            <p:spPr>
              <a:xfrm>
                <a:off x="8097621" y="5224037"/>
                <a:ext cx="159079" cy="121058"/>
              </a:xfrm>
              <a:custGeom>
                <a:rect b="b" l="l" r="r" t="t"/>
                <a:pathLst>
                  <a:path extrusionOk="0" h="121058" w="159079">
                    <a:moveTo>
                      <a:pt x="79546" y="0"/>
                    </a:moveTo>
                    <a:cubicBezTo>
                      <a:pt x="123487" y="0"/>
                      <a:pt x="159079" y="35593"/>
                      <a:pt x="159079" y="79534"/>
                    </a:cubicBezTo>
                    <a:cubicBezTo>
                      <a:pt x="159079" y="91709"/>
                      <a:pt x="156329" y="103262"/>
                      <a:pt x="151449" y="113572"/>
                    </a:cubicBezTo>
                    <a:lnTo>
                      <a:pt x="80933" y="121059"/>
                    </a:lnTo>
                    <a:lnTo>
                      <a:pt x="7630" y="113572"/>
                    </a:lnTo>
                    <a:cubicBezTo>
                      <a:pt x="2751" y="103262"/>
                      <a:pt x="0" y="91709"/>
                      <a:pt x="0" y="79534"/>
                    </a:cubicBezTo>
                    <a:cubicBezTo>
                      <a:pt x="0" y="35593"/>
                      <a:pt x="35593" y="0"/>
                      <a:pt x="79534" y="0"/>
                    </a:cubicBezTo>
                    <a:close/>
                  </a:path>
                </a:pathLst>
              </a:custGeom>
              <a:solidFill>
                <a:srgbClr val="33A89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69"/>
              <p:cNvSpPr/>
              <p:nvPr/>
            </p:nvSpPr>
            <p:spPr>
              <a:xfrm>
                <a:off x="8162217" y="5224037"/>
                <a:ext cx="94483" cy="113571"/>
              </a:xfrm>
              <a:custGeom>
                <a:rect b="b" l="l" r="r" t="t"/>
                <a:pathLst>
                  <a:path extrusionOk="0" h="113571" w="94483">
                    <a:moveTo>
                      <a:pt x="14950" y="0"/>
                    </a:moveTo>
                    <a:cubicBezTo>
                      <a:pt x="58891" y="0"/>
                      <a:pt x="94484" y="35593"/>
                      <a:pt x="94484" y="79534"/>
                    </a:cubicBezTo>
                    <a:cubicBezTo>
                      <a:pt x="94484" y="91709"/>
                      <a:pt x="91733" y="103262"/>
                      <a:pt x="86853" y="113572"/>
                    </a:cubicBezTo>
                    <a:lnTo>
                      <a:pt x="56954" y="113572"/>
                    </a:lnTo>
                    <a:cubicBezTo>
                      <a:pt x="61833" y="103262"/>
                      <a:pt x="64584" y="91709"/>
                      <a:pt x="64584" y="79534"/>
                    </a:cubicBezTo>
                    <a:cubicBezTo>
                      <a:pt x="64584" y="40712"/>
                      <a:pt x="36789" y="8408"/>
                      <a:pt x="0" y="1387"/>
                    </a:cubicBezTo>
                    <a:cubicBezTo>
                      <a:pt x="4844" y="466"/>
                      <a:pt x="9831" y="0"/>
                      <a:pt x="14950" y="0"/>
                    </a:cubicBezTo>
                    <a:lnTo>
                      <a:pt x="14950" y="0"/>
                    </a:lnTo>
                    <a:close/>
                  </a:path>
                </a:pathLst>
              </a:custGeom>
              <a:solidFill>
                <a:srgbClr val="037E7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69"/>
              <p:cNvSpPr/>
              <p:nvPr/>
            </p:nvSpPr>
            <p:spPr>
              <a:xfrm>
                <a:off x="8182896" y="5283382"/>
                <a:ext cx="108453" cy="108429"/>
              </a:xfrm>
              <a:custGeom>
                <a:rect b="b" l="l" r="r" t="t"/>
                <a:pathLst>
                  <a:path extrusionOk="0" h="108429" w="108453">
                    <a:moveTo>
                      <a:pt x="54239" y="108429"/>
                    </a:moveTo>
                    <a:cubicBezTo>
                      <a:pt x="84103" y="108429"/>
                      <a:pt x="108453" y="84091"/>
                      <a:pt x="108453" y="54215"/>
                    </a:cubicBezTo>
                    <a:cubicBezTo>
                      <a:pt x="108453" y="24339"/>
                      <a:pt x="84115" y="0"/>
                      <a:pt x="54239" y="0"/>
                    </a:cubicBezTo>
                    <a:cubicBezTo>
                      <a:pt x="24363" y="0"/>
                      <a:pt x="0" y="24339"/>
                      <a:pt x="0" y="54215"/>
                    </a:cubicBezTo>
                    <a:cubicBezTo>
                      <a:pt x="0" y="84079"/>
                      <a:pt x="24374" y="108429"/>
                      <a:pt x="54239" y="108429"/>
                    </a:cubicBez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69"/>
              <p:cNvSpPr/>
              <p:nvPr/>
            </p:nvSpPr>
            <p:spPr>
              <a:xfrm>
                <a:off x="8222184" y="5283394"/>
                <a:ext cx="69164" cy="108429"/>
              </a:xfrm>
              <a:custGeom>
                <a:rect b="b" l="l" r="r" t="t"/>
                <a:pathLst>
                  <a:path extrusionOk="0" h="108429" w="69164">
                    <a:moveTo>
                      <a:pt x="14950" y="0"/>
                    </a:moveTo>
                    <a:cubicBezTo>
                      <a:pt x="44886" y="0"/>
                      <a:pt x="69165" y="24279"/>
                      <a:pt x="69165" y="54215"/>
                    </a:cubicBezTo>
                    <a:cubicBezTo>
                      <a:pt x="69165" y="84151"/>
                      <a:pt x="44886" y="108429"/>
                      <a:pt x="14950" y="108429"/>
                    </a:cubicBezTo>
                    <a:cubicBezTo>
                      <a:pt x="9760" y="108429"/>
                      <a:pt x="4748" y="107712"/>
                      <a:pt x="0" y="106360"/>
                    </a:cubicBezTo>
                    <a:cubicBezTo>
                      <a:pt x="22676" y="99854"/>
                      <a:pt x="39265" y="78972"/>
                      <a:pt x="39265" y="54215"/>
                    </a:cubicBezTo>
                    <a:cubicBezTo>
                      <a:pt x="39265" y="29457"/>
                      <a:pt x="22688" y="8587"/>
                      <a:pt x="0" y="2069"/>
                    </a:cubicBezTo>
                    <a:cubicBezTo>
                      <a:pt x="4748" y="718"/>
                      <a:pt x="9760" y="0"/>
                      <a:pt x="14950" y="0"/>
                    </a:cubicBezTo>
                    <a:close/>
                  </a:path>
                </a:pathLst>
              </a:custGeom>
              <a:solidFill>
                <a:srgbClr val="0C3F3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69"/>
              <p:cNvSpPr/>
              <p:nvPr/>
            </p:nvSpPr>
            <p:spPr>
              <a:xfrm>
                <a:off x="8067709" y="5271637"/>
                <a:ext cx="37542" cy="65971"/>
              </a:xfrm>
              <a:custGeom>
                <a:rect b="b" l="l" r="r" t="t"/>
                <a:pathLst>
                  <a:path extrusionOk="0" h="65971" w="37542">
                    <a:moveTo>
                      <a:pt x="7643" y="65971"/>
                    </a:moveTo>
                    <a:lnTo>
                      <a:pt x="37543" y="65971"/>
                    </a:lnTo>
                    <a:cubicBezTo>
                      <a:pt x="32663" y="55662"/>
                      <a:pt x="29912" y="44109"/>
                      <a:pt x="29912" y="31933"/>
                    </a:cubicBezTo>
                    <a:cubicBezTo>
                      <a:pt x="29912" y="20571"/>
                      <a:pt x="32280" y="9760"/>
                      <a:pt x="36586" y="0"/>
                    </a:cubicBezTo>
                    <a:lnTo>
                      <a:pt x="36071" y="0"/>
                    </a:lnTo>
                    <a:cubicBezTo>
                      <a:pt x="24004" y="0"/>
                      <a:pt x="12750" y="3457"/>
                      <a:pt x="3217" y="9425"/>
                    </a:cubicBezTo>
                    <a:cubicBezTo>
                      <a:pt x="1112" y="16541"/>
                      <a:pt x="0" y="24100"/>
                      <a:pt x="0" y="31933"/>
                    </a:cubicBezTo>
                    <a:cubicBezTo>
                      <a:pt x="0" y="44109"/>
                      <a:pt x="2751" y="55662"/>
                      <a:pt x="7631" y="65971"/>
                    </a:cubicBezTo>
                    <a:lnTo>
                      <a:pt x="7631" y="65971"/>
                    </a:lnTo>
                    <a:close/>
                  </a:path>
                </a:pathLst>
              </a:custGeom>
              <a:solidFill>
                <a:srgbClr val="00594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69"/>
              <p:cNvSpPr/>
              <p:nvPr/>
            </p:nvSpPr>
            <p:spPr>
              <a:xfrm>
                <a:off x="7719949" y="5337609"/>
                <a:ext cx="612350" cy="135028"/>
              </a:xfrm>
              <a:custGeom>
                <a:rect b="b" l="l" r="r" t="t"/>
                <a:pathLst>
                  <a:path extrusionOk="0" h="135028" w="612350">
                    <a:moveTo>
                      <a:pt x="67538" y="135028"/>
                    </a:moveTo>
                    <a:lnTo>
                      <a:pt x="544849" y="135028"/>
                    </a:lnTo>
                    <a:cubicBezTo>
                      <a:pt x="581973" y="135028"/>
                      <a:pt x="612351" y="104650"/>
                      <a:pt x="612351" y="67526"/>
                    </a:cubicBezTo>
                    <a:cubicBezTo>
                      <a:pt x="612351" y="30402"/>
                      <a:pt x="581973" y="0"/>
                      <a:pt x="544849" y="0"/>
                    </a:cubicBezTo>
                    <a:lnTo>
                      <a:pt x="67538" y="0"/>
                    </a:lnTo>
                    <a:cubicBezTo>
                      <a:pt x="30379" y="0"/>
                      <a:pt x="0" y="30378"/>
                      <a:pt x="0" y="67526"/>
                    </a:cubicBezTo>
                    <a:cubicBezTo>
                      <a:pt x="0" y="104674"/>
                      <a:pt x="30379" y="135028"/>
                      <a:pt x="67538" y="135028"/>
                    </a:cubicBezTo>
                    <a:lnTo>
                      <a:pt x="67538" y="135028"/>
                    </a:lnTo>
                    <a:close/>
                  </a:path>
                </a:pathLst>
              </a:custGeom>
              <a:solidFill>
                <a:srgbClr val="63302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69"/>
              <p:cNvSpPr/>
              <p:nvPr/>
            </p:nvSpPr>
            <p:spPr>
              <a:xfrm>
                <a:off x="7731478" y="5344856"/>
                <a:ext cx="600821" cy="127780"/>
              </a:xfrm>
              <a:custGeom>
                <a:rect b="b" l="l" r="r" t="t"/>
                <a:pathLst>
                  <a:path extrusionOk="0" h="127780" w="600821">
                    <a:moveTo>
                      <a:pt x="503419" y="97881"/>
                    </a:moveTo>
                    <a:lnTo>
                      <a:pt x="0" y="97881"/>
                    </a:lnTo>
                    <a:cubicBezTo>
                      <a:pt x="12175" y="115880"/>
                      <a:pt x="32746" y="127781"/>
                      <a:pt x="56009" y="127781"/>
                    </a:cubicBezTo>
                    <a:lnTo>
                      <a:pt x="533319" y="127781"/>
                    </a:lnTo>
                    <a:cubicBezTo>
                      <a:pt x="570443" y="127781"/>
                      <a:pt x="600821" y="97402"/>
                      <a:pt x="600821" y="60278"/>
                    </a:cubicBezTo>
                    <a:cubicBezTo>
                      <a:pt x="600821" y="34038"/>
                      <a:pt x="585668" y="11159"/>
                      <a:pt x="563662" y="0"/>
                    </a:cubicBezTo>
                    <a:cubicBezTo>
                      <a:pt x="568302" y="9150"/>
                      <a:pt x="570921" y="19459"/>
                      <a:pt x="570921" y="30379"/>
                    </a:cubicBezTo>
                    <a:cubicBezTo>
                      <a:pt x="570921" y="67502"/>
                      <a:pt x="540543" y="97881"/>
                      <a:pt x="503419" y="97881"/>
                    </a:cubicBezTo>
                    <a:lnTo>
                      <a:pt x="503419" y="97881"/>
                    </a:lnTo>
                    <a:close/>
                  </a:path>
                </a:pathLst>
              </a:custGeom>
              <a:solidFill>
                <a:srgbClr val="A5513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95" name="Google Shape;1895;p69">
            <a:hlinkClick action="ppaction://hlinksldjump" r:id="rId5"/>
          </p:cNvPr>
          <p:cNvSpPr/>
          <p:nvPr/>
        </p:nvSpPr>
        <p:spPr>
          <a:xfrm>
            <a:off x="3589425" y="1677350"/>
            <a:ext cx="1828800" cy="1828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70"/>
          <p:cNvSpPr txBox="1"/>
          <p:nvPr>
            <p:ph type="title"/>
          </p:nvPr>
        </p:nvSpPr>
        <p:spPr>
          <a:xfrm>
            <a:off x="4361100" y="2431500"/>
            <a:ext cx="4439100" cy="8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</a:t>
            </a:r>
            <a:endParaRPr/>
          </a:p>
        </p:txBody>
      </p:sp>
      <p:grpSp>
        <p:nvGrpSpPr>
          <p:cNvPr id="1901" name="Google Shape;1901;p70"/>
          <p:cNvGrpSpPr/>
          <p:nvPr/>
        </p:nvGrpSpPr>
        <p:grpSpPr>
          <a:xfrm>
            <a:off x="587595" y="1386949"/>
            <a:ext cx="3157994" cy="2604224"/>
            <a:chOff x="7356335" y="1908395"/>
            <a:chExt cx="2062431" cy="1778356"/>
          </a:xfrm>
        </p:grpSpPr>
        <p:grpSp>
          <p:nvGrpSpPr>
            <p:cNvPr id="1902" name="Google Shape;1902;p70"/>
            <p:cNvGrpSpPr/>
            <p:nvPr/>
          </p:nvGrpSpPr>
          <p:grpSpPr>
            <a:xfrm>
              <a:off x="7905496" y="1908395"/>
              <a:ext cx="1513270" cy="1155698"/>
              <a:chOff x="1998286" y="2564513"/>
              <a:chExt cx="832107" cy="635488"/>
            </a:xfrm>
          </p:grpSpPr>
          <p:grpSp>
            <p:nvGrpSpPr>
              <p:cNvPr id="1903" name="Google Shape;1903;p70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1904" name="Google Shape;1904;p70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5" name="Google Shape;1905;p70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70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70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70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09" name="Google Shape;1909;p70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0" name="Google Shape;1910;p70"/>
            <p:cNvGrpSpPr/>
            <p:nvPr/>
          </p:nvGrpSpPr>
          <p:grpSpPr>
            <a:xfrm>
              <a:off x="7972164" y="2188123"/>
              <a:ext cx="878357" cy="1071494"/>
              <a:chOff x="2034945" y="2718328"/>
              <a:chExt cx="482985" cy="589186"/>
            </a:xfrm>
          </p:grpSpPr>
          <p:sp>
            <p:nvSpPr>
              <p:cNvPr id="1911" name="Google Shape;1911;p70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70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70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70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70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70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70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70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70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rgbClr val="DA952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70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70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70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70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70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rgbClr val="A4491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925" name="Google Shape;1925;p70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1926" name="Google Shape;1926;p70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70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70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70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rgbClr val="A9C4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70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70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70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70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70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70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70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70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rgbClr val="DA952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938" name="Google Shape;1938;p70"/>
            <p:cNvGrpSpPr/>
            <p:nvPr/>
          </p:nvGrpSpPr>
          <p:grpSpPr>
            <a:xfrm>
              <a:off x="7356335" y="2536780"/>
              <a:ext cx="1132220" cy="834790"/>
              <a:chOff x="1696317" y="2910045"/>
              <a:chExt cx="622578" cy="459029"/>
            </a:xfrm>
          </p:grpSpPr>
          <p:grpSp>
            <p:nvGrpSpPr>
              <p:cNvPr id="1939" name="Google Shape;1939;p70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1940" name="Google Shape;1940;p70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1" name="Google Shape;1941;p70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2" name="Google Shape;1942;p70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3" name="Google Shape;1943;p70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4" name="Google Shape;1944;p70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rgbClr val="497EA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945" name="Google Shape;1945;p70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rgbClr val="A9C4D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6" name="Google Shape;1946;p70"/>
            <p:cNvSpPr/>
            <p:nvPr/>
          </p:nvSpPr>
          <p:spPr>
            <a:xfrm>
              <a:off x="8006062" y="3349725"/>
              <a:ext cx="12546" cy="337026"/>
            </a:xfrm>
            <a:custGeom>
              <a:rect b="b" l="l" r="r" t="t"/>
              <a:pathLst>
                <a:path extrusionOk="0" h="185434" w="6903">
                  <a:moveTo>
                    <a:pt x="3452" y="185434"/>
                  </a:moveTo>
                  <a:cubicBezTo>
                    <a:pt x="1519" y="185434"/>
                    <a:pt x="0" y="183916"/>
                    <a:pt x="0" y="181983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81983"/>
                  </a:lnTo>
                  <a:cubicBezTo>
                    <a:pt x="6904" y="183916"/>
                    <a:pt x="5385" y="185434"/>
                    <a:pt x="3452" y="18543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70"/>
            <p:cNvSpPr/>
            <p:nvPr/>
          </p:nvSpPr>
          <p:spPr>
            <a:xfrm>
              <a:off x="7687915" y="3072130"/>
              <a:ext cx="12546" cy="379688"/>
            </a:xfrm>
            <a:custGeom>
              <a:rect b="b" l="l" r="r" t="t"/>
              <a:pathLst>
                <a:path extrusionOk="0" h="208907" w="6903">
                  <a:moveTo>
                    <a:pt x="3452" y="208907"/>
                  </a:moveTo>
                  <a:cubicBezTo>
                    <a:pt x="1519" y="208907"/>
                    <a:pt x="0" y="207388"/>
                    <a:pt x="0" y="205455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205455"/>
                  </a:lnTo>
                  <a:cubicBezTo>
                    <a:pt x="6904" y="207388"/>
                    <a:pt x="5385" y="208907"/>
                    <a:pt x="3452" y="208907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70"/>
            <p:cNvSpPr/>
            <p:nvPr/>
          </p:nvSpPr>
          <p:spPr>
            <a:xfrm>
              <a:off x="8137138" y="3349725"/>
              <a:ext cx="12546" cy="234136"/>
            </a:xfrm>
            <a:custGeom>
              <a:rect b="b" l="l" r="r" t="t"/>
              <a:pathLst>
                <a:path extrusionOk="0" h="128823" w="6903">
                  <a:moveTo>
                    <a:pt x="3452" y="128824"/>
                  </a:moveTo>
                  <a:cubicBezTo>
                    <a:pt x="1519" y="128824"/>
                    <a:pt x="0" y="127305"/>
                    <a:pt x="0" y="125372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25372"/>
                  </a:lnTo>
                  <a:cubicBezTo>
                    <a:pt x="6904" y="127305"/>
                    <a:pt x="5385" y="128824"/>
                    <a:pt x="3452" y="12882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70"/>
            <p:cNvSpPr/>
            <p:nvPr/>
          </p:nvSpPr>
          <p:spPr>
            <a:xfrm>
              <a:off x="7821502" y="3157004"/>
              <a:ext cx="12546" cy="234136"/>
            </a:xfrm>
            <a:custGeom>
              <a:rect b="b" l="l" r="r" t="t"/>
              <a:pathLst>
                <a:path extrusionOk="0" h="128823" w="6903">
                  <a:moveTo>
                    <a:pt x="3452" y="128824"/>
                  </a:moveTo>
                  <a:cubicBezTo>
                    <a:pt x="1519" y="128824"/>
                    <a:pt x="0" y="127305"/>
                    <a:pt x="0" y="125372"/>
                  </a:cubicBezTo>
                  <a:lnTo>
                    <a:pt x="0" y="3452"/>
                  </a:lnTo>
                  <a:cubicBezTo>
                    <a:pt x="0" y="1519"/>
                    <a:pt x="1519" y="0"/>
                    <a:pt x="3452" y="0"/>
                  </a:cubicBezTo>
                  <a:cubicBezTo>
                    <a:pt x="5385" y="0"/>
                    <a:pt x="6904" y="1519"/>
                    <a:pt x="6904" y="3452"/>
                  </a:cubicBezTo>
                  <a:lnTo>
                    <a:pt x="6904" y="125372"/>
                  </a:lnTo>
                  <a:cubicBezTo>
                    <a:pt x="6904" y="127305"/>
                    <a:pt x="5385" y="128824"/>
                    <a:pt x="3452" y="128824"/>
                  </a:cubicBezTo>
                  <a:close/>
                </a:path>
              </a:pathLst>
            </a:custGeom>
            <a:solidFill>
              <a:srgbClr val="A9C4D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71"/>
          <p:cNvSpPr txBox="1"/>
          <p:nvPr>
            <p:ph type="title"/>
          </p:nvPr>
        </p:nvSpPr>
        <p:spPr>
          <a:xfrm>
            <a:off x="455625" y="1134600"/>
            <a:ext cx="82116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064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What is an environmental sensor?</a:t>
            </a:r>
            <a:endParaRPr sz="28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Where have you seen them?</a:t>
            </a:r>
            <a:endParaRPr sz="28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4064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Think about what it involves to build a low-cost reliable sensor?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72"/>
          <p:cNvSpPr txBox="1"/>
          <p:nvPr>
            <p:ph type="title"/>
          </p:nvPr>
        </p:nvSpPr>
        <p:spPr>
          <a:xfrm>
            <a:off x="455625" y="1134600"/>
            <a:ext cx="82116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Let’s explore the electronics we will be using!</a:t>
            </a:r>
            <a:endParaRPr sz="3100"/>
          </a:p>
        </p:txBody>
      </p:sp>
      <p:cxnSp>
        <p:nvCxnSpPr>
          <p:cNvPr id="1960" name="Google Shape;1960;p72"/>
          <p:cNvCxnSpPr/>
          <p:nvPr/>
        </p:nvCxnSpPr>
        <p:spPr>
          <a:xfrm>
            <a:off x="3119100" y="3462675"/>
            <a:ext cx="2905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73"/>
          <p:cNvSpPr txBox="1"/>
          <p:nvPr/>
        </p:nvSpPr>
        <p:spPr>
          <a:xfrm>
            <a:off x="932725" y="423050"/>
            <a:ext cx="41136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Space Grotesk"/>
              <a:buAutoNum type="arabicPeriod"/>
            </a:pPr>
            <a:r>
              <a:rPr b="1" lang="en" sz="3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Microcontroller</a:t>
            </a:r>
            <a:endParaRPr b="1" sz="3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66" name="Google Shape;1966;p73"/>
          <p:cNvSpPr txBox="1"/>
          <p:nvPr/>
        </p:nvSpPr>
        <p:spPr>
          <a:xfrm>
            <a:off x="785125" y="1167325"/>
            <a:ext cx="4738800" cy="26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Purpose: </a:t>
            </a:r>
            <a:endParaRPr b="1"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Acts as a small sustained computer chip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Designed to manage specific tasks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Able to communicate and handle input from 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accessory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electronics (sensors in our case).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chose: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Company is </a:t>
            </a:r>
            <a:r>
              <a:rPr b="1"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Particle 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we use their </a:t>
            </a:r>
            <a:r>
              <a:rPr b="1"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Boron 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microcontroller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$50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lus Jakarta Sans"/>
              <a:buChar char="●"/>
            </a:pP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 an antenna for us to use </a:t>
            </a:r>
            <a:r>
              <a:rPr b="1"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cellular</a:t>
            </a:r>
            <a:r>
              <a:rPr lang="en" sz="15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!</a:t>
            </a:r>
            <a:endParaRPr sz="15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67" name="Google Shape;1967;p73"/>
          <p:cNvPicPr preferRelativeResize="0"/>
          <p:nvPr/>
        </p:nvPicPr>
        <p:blipFill rotWithShape="1">
          <a:blip r:embed="rId3">
            <a:alphaModFix/>
          </a:blip>
          <a:srcRect b="0" l="27867" r="25718" t="0"/>
          <a:stretch/>
        </p:blipFill>
        <p:spPr>
          <a:xfrm>
            <a:off x="5711525" y="951500"/>
            <a:ext cx="2470126" cy="354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73"/>
          <p:cNvPicPr preferRelativeResize="0"/>
          <p:nvPr/>
        </p:nvPicPr>
        <p:blipFill rotWithShape="1">
          <a:blip r:embed="rId4">
            <a:alphaModFix/>
          </a:blip>
          <a:srcRect b="0" l="18924" r="15522" t="0"/>
          <a:stretch/>
        </p:blipFill>
        <p:spPr>
          <a:xfrm>
            <a:off x="5602100" y="890377"/>
            <a:ext cx="2642100" cy="4030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9" name="Google Shape;1969;p73"/>
          <p:cNvGrpSpPr/>
          <p:nvPr/>
        </p:nvGrpSpPr>
        <p:grpSpPr>
          <a:xfrm>
            <a:off x="1973313" y="3840606"/>
            <a:ext cx="2940802" cy="1205170"/>
            <a:chOff x="2475350" y="4075199"/>
            <a:chExt cx="2032344" cy="955044"/>
          </a:xfrm>
        </p:grpSpPr>
        <p:sp>
          <p:nvSpPr>
            <p:cNvPr id="1970" name="Google Shape;1970;p73"/>
            <p:cNvSpPr/>
            <p:nvPr/>
          </p:nvSpPr>
          <p:spPr>
            <a:xfrm>
              <a:off x="2475350" y="4075199"/>
              <a:ext cx="2032344" cy="955044"/>
            </a:xfrm>
            <a:prstGeom prst="cloud">
              <a:avLst/>
            </a:prstGeom>
            <a:solidFill>
              <a:srgbClr val="FFCCBF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71" name="Google Shape;1971;p73"/>
            <p:cNvSpPr txBox="1"/>
            <p:nvPr/>
          </p:nvSpPr>
          <p:spPr>
            <a:xfrm>
              <a:off x="2916286" y="4294714"/>
              <a:ext cx="1321500" cy="5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Why could this be </a:t>
              </a:r>
              <a:r>
                <a:rPr lang="en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important</a:t>
              </a:r>
              <a:r>
                <a:rPr lang="en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?</a:t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74"/>
          <p:cNvSpPr txBox="1"/>
          <p:nvPr/>
        </p:nvSpPr>
        <p:spPr>
          <a:xfrm>
            <a:off x="849425" y="298000"/>
            <a:ext cx="41136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SD Data Logger</a:t>
            </a:r>
            <a:endParaRPr b="1" sz="3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77" name="Google Shape;1977;p74"/>
          <p:cNvSpPr txBox="1"/>
          <p:nvPr/>
        </p:nvSpPr>
        <p:spPr>
          <a:xfrm>
            <a:off x="849425" y="1311000"/>
            <a:ext cx="44088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Purpose: 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storage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chose:</a:t>
            </a: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Company is </a:t>
            </a: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Adafruit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$8.95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78" name="Google Shape;197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5200" y="779450"/>
            <a:ext cx="4408800" cy="3308869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74"/>
          <p:cNvSpPr/>
          <p:nvPr/>
        </p:nvSpPr>
        <p:spPr>
          <a:xfrm>
            <a:off x="943250" y="2019713"/>
            <a:ext cx="2391984" cy="828360"/>
          </a:xfrm>
          <a:prstGeom prst="cloud">
            <a:avLst/>
          </a:prstGeom>
          <a:solidFill>
            <a:srgbClr val="FFCCB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Why might this be important?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75"/>
          <p:cNvSpPr txBox="1"/>
          <p:nvPr/>
        </p:nvSpPr>
        <p:spPr>
          <a:xfrm>
            <a:off x="932725" y="423050"/>
            <a:ext cx="61545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Solar Panel + Battery Pack</a:t>
            </a:r>
            <a:endParaRPr b="1" sz="3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85" name="Google Shape;1985;p75"/>
          <p:cNvSpPr txBox="1"/>
          <p:nvPr/>
        </p:nvSpPr>
        <p:spPr>
          <a:xfrm>
            <a:off x="932725" y="1340550"/>
            <a:ext cx="44088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Purpose: 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can use solar energy!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chose:</a:t>
            </a: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Company is </a:t>
            </a: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Voltaic 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$150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86" name="Google Shape;1986;p75"/>
          <p:cNvSpPr/>
          <p:nvPr/>
        </p:nvSpPr>
        <p:spPr>
          <a:xfrm>
            <a:off x="1287175" y="2028725"/>
            <a:ext cx="2642112" cy="891108"/>
          </a:xfrm>
          <a:prstGeom prst="cloud">
            <a:avLst/>
          </a:prstGeom>
          <a:solidFill>
            <a:srgbClr val="FFCCB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Why might this be important?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87" name="Google Shape;198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650" y="1340550"/>
            <a:ext cx="2932200" cy="293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76"/>
          <p:cNvSpPr txBox="1"/>
          <p:nvPr/>
        </p:nvSpPr>
        <p:spPr>
          <a:xfrm>
            <a:off x="932725" y="423050"/>
            <a:ext cx="61545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Rainfall Tipping Bucket</a:t>
            </a:r>
            <a:endParaRPr b="1" sz="3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93" name="Google Shape;1993;p76"/>
          <p:cNvSpPr txBox="1"/>
          <p:nvPr/>
        </p:nvSpPr>
        <p:spPr>
          <a:xfrm>
            <a:off x="932725" y="1340550"/>
            <a:ext cx="39189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Purpose: 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Collect rainfall data using a tipping bucket mechanism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chose:</a:t>
            </a: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Company is </a:t>
            </a:r>
            <a:r>
              <a:rPr b="1"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DFRobot</a:t>
            </a:r>
            <a:endParaRPr b="1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$30</a:t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94" name="Google Shape;1994;p76"/>
          <p:cNvSpPr/>
          <p:nvPr/>
        </p:nvSpPr>
        <p:spPr>
          <a:xfrm>
            <a:off x="1302800" y="2216325"/>
            <a:ext cx="2642112" cy="1217916"/>
          </a:xfrm>
          <a:prstGeom prst="cloud">
            <a:avLst/>
          </a:prstGeom>
          <a:solidFill>
            <a:srgbClr val="FFCCB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What could be the issue with this instrument?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995" name="Google Shape;19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625" y="1406700"/>
            <a:ext cx="3282014" cy="32873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77"/>
          <p:cNvSpPr txBox="1"/>
          <p:nvPr>
            <p:ph type="title"/>
          </p:nvPr>
        </p:nvSpPr>
        <p:spPr>
          <a:xfrm>
            <a:off x="455625" y="1134600"/>
            <a:ext cx="82116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Let’s explore what we should consider with housing</a:t>
            </a:r>
            <a:endParaRPr sz="3100"/>
          </a:p>
        </p:txBody>
      </p:sp>
      <p:cxnSp>
        <p:nvCxnSpPr>
          <p:cNvPr id="2001" name="Google Shape;2001;p77"/>
          <p:cNvCxnSpPr/>
          <p:nvPr/>
        </p:nvCxnSpPr>
        <p:spPr>
          <a:xfrm>
            <a:off x="3119100" y="3462675"/>
            <a:ext cx="2905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78"/>
          <p:cNvSpPr txBox="1"/>
          <p:nvPr>
            <p:ph type="title"/>
          </p:nvPr>
        </p:nvSpPr>
        <p:spPr>
          <a:xfrm>
            <a:off x="591250" y="-366250"/>
            <a:ext cx="82116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Let’s explore what we should consider with housing</a:t>
            </a:r>
            <a:endParaRPr sz="3100"/>
          </a:p>
        </p:txBody>
      </p:sp>
      <p:cxnSp>
        <p:nvCxnSpPr>
          <p:cNvPr id="2007" name="Google Shape;2007;p78"/>
          <p:cNvCxnSpPr/>
          <p:nvPr/>
        </p:nvCxnSpPr>
        <p:spPr>
          <a:xfrm>
            <a:off x="3244150" y="1758600"/>
            <a:ext cx="2905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78"/>
          <p:cNvSpPr/>
          <p:nvPr/>
        </p:nvSpPr>
        <p:spPr>
          <a:xfrm>
            <a:off x="779200" y="2636875"/>
            <a:ext cx="2126100" cy="1985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Plus Jakarta Sans"/>
                <a:ea typeface="Plus Jakarta Sans"/>
                <a:cs typeface="Plus Jakarta Sans"/>
                <a:sym typeface="Plus Jakarta Sans"/>
              </a:rPr>
              <a:t>Durable</a:t>
            </a:r>
            <a:endParaRPr b="1" sz="21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9" name="Google Shape;2009;p78"/>
          <p:cNvSpPr/>
          <p:nvPr/>
        </p:nvSpPr>
        <p:spPr>
          <a:xfrm>
            <a:off x="2639525" y="2636875"/>
            <a:ext cx="2126100" cy="1985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lus Jakarta Sans"/>
                <a:ea typeface="Plus Jakarta Sans"/>
                <a:cs typeface="Plus Jakarta Sans"/>
                <a:sym typeface="Plus Jakarta Sans"/>
              </a:rPr>
              <a:t>Low-Cost</a:t>
            </a:r>
            <a:endParaRPr b="1" sz="20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0" name="Google Shape;2010;p78"/>
          <p:cNvSpPr/>
          <p:nvPr/>
        </p:nvSpPr>
        <p:spPr>
          <a:xfrm>
            <a:off x="4550650" y="2636875"/>
            <a:ext cx="2126100" cy="1985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lus Jakarta Sans"/>
                <a:ea typeface="Plus Jakarta Sans"/>
                <a:cs typeface="Plus Jakarta Sans"/>
                <a:sym typeface="Plus Jakarta Sans"/>
              </a:rPr>
              <a:t>Simple</a:t>
            </a:r>
            <a:endParaRPr b="1" sz="20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11" name="Google Shape;2011;p78"/>
          <p:cNvSpPr/>
          <p:nvPr/>
        </p:nvSpPr>
        <p:spPr>
          <a:xfrm>
            <a:off x="6426625" y="2636875"/>
            <a:ext cx="2126100" cy="1985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lus Jakarta Sans"/>
                <a:ea typeface="Plus Jakarta Sans"/>
                <a:cs typeface="Plus Jakarta Sans"/>
                <a:sym typeface="Plus Jakarta Sans"/>
              </a:rPr>
              <a:t>Waterproof</a:t>
            </a:r>
            <a:endParaRPr b="1"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79"/>
          <p:cNvSpPr txBox="1"/>
          <p:nvPr>
            <p:ph idx="1" type="subTitle"/>
          </p:nvPr>
        </p:nvSpPr>
        <p:spPr>
          <a:xfrm>
            <a:off x="3930150" y="2918275"/>
            <a:ext cx="1283700" cy="395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≅50 minutes</a:t>
            </a:r>
            <a:endParaRPr/>
          </a:p>
        </p:txBody>
      </p:sp>
      <p:sp>
        <p:nvSpPr>
          <p:cNvPr id="2017" name="Google Shape;2017;p79"/>
          <p:cNvSpPr txBox="1"/>
          <p:nvPr>
            <p:ph type="title"/>
          </p:nvPr>
        </p:nvSpPr>
        <p:spPr>
          <a:xfrm>
            <a:off x="2106600" y="1207975"/>
            <a:ext cx="49308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INVESTIGATE</a:t>
            </a:r>
            <a:endParaRPr/>
          </a:p>
        </p:txBody>
      </p:sp>
      <p:grpSp>
        <p:nvGrpSpPr>
          <p:cNvPr id="2018" name="Google Shape;2018;p79"/>
          <p:cNvGrpSpPr/>
          <p:nvPr/>
        </p:nvGrpSpPr>
        <p:grpSpPr>
          <a:xfrm>
            <a:off x="1775075" y="163791"/>
            <a:ext cx="911051" cy="1520705"/>
            <a:chOff x="6607664" y="3016661"/>
            <a:chExt cx="530483" cy="885469"/>
          </a:xfrm>
        </p:grpSpPr>
        <p:sp>
          <p:nvSpPr>
            <p:cNvPr id="2019" name="Google Shape;2019;p79"/>
            <p:cNvSpPr/>
            <p:nvPr/>
          </p:nvSpPr>
          <p:spPr>
            <a:xfrm>
              <a:off x="6879909" y="3016661"/>
              <a:ext cx="203584" cy="237695"/>
            </a:xfrm>
            <a:custGeom>
              <a:rect b="b" l="l" r="r" t="t"/>
              <a:pathLst>
                <a:path extrusionOk="0" h="361513" w="309633">
                  <a:moveTo>
                    <a:pt x="268004" y="63565"/>
                  </a:moveTo>
                  <a:lnTo>
                    <a:pt x="268004" y="63565"/>
                  </a:lnTo>
                  <a:cubicBezTo>
                    <a:pt x="268004" y="63565"/>
                    <a:pt x="177634" y="10820"/>
                    <a:pt x="177634" y="10820"/>
                  </a:cubicBezTo>
                  <a:cubicBezTo>
                    <a:pt x="174113" y="8128"/>
                    <a:pt x="170316" y="5919"/>
                    <a:pt x="166312" y="4193"/>
                  </a:cubicBezTo>
                  <a:lnTo>
                    <a:pt x="166312" y="4193"/>
                  </a:lnTo>
                  <a:cubicBezTo>
                    <a:pt x="166312" y="4193"/>
                    <a:pt x="166312" y="4193"/>
                    <a:pt x="166312" y="4193"/>
                  </a:cubicBezTo>
                  <a:cubicBezTo>
                    <a:pt x="148914" y="-3194"/>
                    <a:pt x="127374" y="-1054"/>
                    <a:pt x="103971" y="12477"/>
                  </a:cubicBezTo>
                  <a:cubicBezTo>
                    <a:pt x="46600" y="45615"/>
                    <a:pt x="0" y="134535"/>
                    <a:pt x="0" y="211098"/>
                  </a:cubicBezTo>
                  <a:cubicBezTo>
                    <a:pt x="0" y="251899"/>
                    <a:pt x="13255" y="280964"/>
                    <a:pt x="34312" y="294150"/>
                  </a:cubicBezTo>
                  <a:lnTo>
                    <a:pt x="34312" y="294150"/>
                  </a:lnTo>
                  <a:cubicBezTo>
                    <a:pt x="34312" y="294150"/>
                    <a:pt x="36176" y="295254"/>
                    <a:pt x="36176" y="295254"/>
                  </a:cubicBezTo>
                  <a:cubicBezTo>
                    <a:pt x="36728" y="295600"/>
                    <a:pt x="37280" y="295945"/>
                    <a:pt x="37833" y="296221"/>
                  </a:cubicBezTo>
                  <a:lnTo>
                    <a:pt x="130688" y="349656"/>
                  </a:lnTo>
                  <a:lnTo>
                    <a:pt x="130688" y="349656"/>
                  </a:lnTo>
                  <a:cubicBezTo>
                    <a:pt x="149604" y="365051"/>
                    <a:pt x="176184" y="366087"/>
                    <a:pt x="205663" y="349034"/>
                  </a:cubicBezTo>
                  <a:cubicBezTo>
                    <a:pt x="263033" y="315897"/>
                    <a:pt x="309633" y="226976"/>
                    <a:pt x="309633" y="150414"/>
                  </a:cubicBezTo>
                  <a:cubicBezTo>
                    <a:pt x="309633" y="104987"/>
                    <a:pt x="293271" y="74197"/>
                    <a:pt x="267934" y="634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79"/>
            <p:cNvSpPr/>
            <p:nvPr/>
          </p:nvSpPr>
          <p:spPr>
            <a:xfrm rot="-4016666">
              <a:off x="6910203" y="3095766"/>
              <a:ext cx="209808" cy="118749"/>
            </a:xfrm>
            <a:custGeom>
              <a:rect b="b" l="l" r="r" t="t"/>
              <a:pathLst>
                <a:path extrusionOk="0" h="180601" w="319090">
                  <a:moveTo>
                    <a:pt x="319091" y="90301"/>
                  </a:moveTo>
                  <a:cubicBezTo>
                    <a:pt x="319091" y="140173"/>
                    <a:pt x="247660" y="180602"/>
                    <a:pt x="159545" y="180602"/>
                  </a:cubicBezTo>
                  <a:cubicBezTo>
                    <a:pt x="71431" y="180602"/>
                    <a:pt x="0" y="140173"/>
                    <a:pt x="0" y="90301"/>
                  </a:cubicBezTo>
                  <a:cubicBezTo>
                    <a:pt x="0" y="40429"/>
                    <a:pt x="71431" y="0"/>
                    <a:pt x="159545" y="0"/>
                  </a:cubicBezTo>
                  <a:cubicBezTo>
                    <a:pt x="247660" y="0"/>
                    <a:pt x="319091" y="40429"/>
                    <a:pt x="319091" y="903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79"/>
            <p:cNvSpPr/>
            <p:nvPr/>
          </p:nvSpPr>
          <p:spPr>
            <a:xfrm>
              <a:off x="6846162" y="3419022"/>
              <a:ext cx="13572" cy="336945"/>
            </a:xfrm>
            <a:custGeom>
              <a:rect b="b" l="l" r="r" t="t"/>
              <a:pathLst>
                <a:path extrusionOk="0" h="512464" w="20642">
                  <a:moveTo>
                    <a:pt x="20642" y="500590"/>
                  </a:moveTo>
                  <a:lnTo>
                    <a:pt x="0" y="512464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50059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79"/>
            <p:cNvSpPr/>
            <p:nvPr/>
          </p:nvSpPr>
          <p:spPr>
            <a:xfrm>
              <a:off x="6932277" y="3369333"/>
              <a:ext cx="13527" cy="506984"/>
            </a:xfrm>
            <a:custGeom>
              <a:rect b="b" l="l" r="r" t="t"/>
              <a:pathLst>
                <a:path extrusionOk="0" h="771078" w="20573">
                  <a:moveTo>
                    <a:pt x="20573" y="759204"/>
                  </a:moveTo>
                  <a:lnTo>
                    <a:pt x="0" y="771078"/>
                  </a:lnTo>
                  <a:lnTo>
                    <a:pt x="0" y="11874"/>
                  </a:lnTo>
                  <a:lnTo>
                    <a:pt x="20573" y="0"/>
                  </a:lnTo>
                  <a:lnTo>
                    <a:pt x="20573" y="75920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79"/>
            <p:cNvSpPr/>
            <p:nvPr/>
          </p:nvSpPr>
          <p:spPr>
            <a:xfrm>
              <a:off x="7010672" y="3324050"/>
              <a:ext cx="13572" cy="219198"/>
            </a:xfrm>
            <a:custGeom>
              <a:rect b="b" l="l" r="r" t="t"/>
              <a:pathLst>
                <a:path extrusionOk="0" h="333381" w="20642">
                  <a:moveTo>
                    <a:pt x="20642" y="321507"/>
                  </a:moveTo>
                  <a:lnTo>
                    <a:pt x="0" y="333381"/>
                  </a:lnTo>
                  <a:lnTo>
                    <a:pt x="0" y="11874"/>
                  </a:lnTo>
                  <a:lnTo>
                    <a:pt x="20642" y="0"/>
                  </a:lnTo>
                  <a:lnTo>
                    <a:pt x="20642" y="321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79"/>
            <p:cNvSpPr/>
            <p:nvPr/>
          </p:nvSpPr>
          <p:spPr>
            <a:xfrm>
              <a:off x="6882952" y="3793689"/>
              <a:ext cx="104764" cy="108441"/>
            </a:xfrm>
            <a:custGeom>
              <a:rect b="b" l="l" r="r" t="t"/>
              <a:pathLst>
                <a:path extrusionOk="0" h="164930" w="159337">
                  <a:moveTo>
                    <a:pt x="79669" y="44736"/>
                  </a:moveTo>
                  <a:lnTo>
                    <a:pt x="0" y="89403"/>
                  </a:lnTo>
                  <a:lnTo>
                    <a:pt x="49776" y="127167"/>
                  </a:lnTo>
                  <a:lnTo>
                    <a:pt x="99621" y="164930"/>
                  </a:lnTo>
                  <a:lnTo>
                    <a:pt x="129445" y="82500"/>
                  </a:lnTo>
                  <a:lnTo>
                    <a:pt x="159338" y="0"/>
                  </a:lnTo>
                  <a:lnTo>
                    <a:pt x="79669" y="447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79"/>
            <p:cNvSpPr/>
            <p:nvPr/>
          </p:nvSpPr>
          <p:spPr>
            <a:xfrm>
              <a:off x="6607664" y="3095358"/>
              <a:ext cx="530406" cy="457055"/>
            </a:xfrm>
            <a:custGeom>
              <a:rect b="b" l="l" r="r" t="t"/>
              <a:pathLst>
                <a:path extrusionOk="0" h="695141" w="806701">
                  <a:moveTo>
                    <a:pt x="739252" y="202422"/>
                  </a:moveTo>
                  <a:lnTo>
                    <a:pt x="739252" y="202422"/>
                  </a:lnTo>
                  <a:cubicBezTo>
                    <a:pt x="739252" y="202422"/>
                    <a:pt x="624512" y="135525"/>
                    <a:pt x="624512" y="135525"/>
                  </a:cubicBezTo>
                  <a:cubicBezTo>
                    <a:pt x="619196" y="130347"/>
                    <a:pt x="613466" y="125860"/>
                    <a:pt x="607322" y="122270"/>
                  </a:cubicBezTo>
                  <a:lnTo>
                    <a:pt x="607322" y="122270"/>
                  </a:lnTo>
                  <a:cubicBezTo>
                    <a:pt x="607322" y="122270"/>
                    <a:pt x="420300" y="14640"/>
                    <a:pt x="420300" y="14640"/>
                  </a:cubicBezTo>
                  <a:cubicBezTo>
                    <a:pt x="416640" y="12086"/>
                    <a:pt x="412775" y="9946"/>
                    <a:pt x="408839" y="8013"/>
                  </a:cubicBezTo>
                  <a:lnTo>
                    <a:pt x="408564" y="7875"/>
                  </a:lnTo>
                  <a:cubicBezTo>
                    <a:pt x="408564" y="7875"/>
                    <a:pt x="408564" y="7875"/>
                    <a:pt x="408564" y="7875"/>
                  </a:cubicBezTo>
                  <a:cubicBezTo>
                    <a:pt x="380603" y="-5242"/>
                    <a:pt x="345394" y="-2412"/>
                    <a:pt x="307147" y="19680"/>
                  </a:cubicBezTo>
                  <a:cubicBezTo>
                    <a:pt x="229342" y="64624"/>
                    <a:pt x="164171" y="174393"/>
                    <a:pt x="147118" y="281056"/>
                  </a:cubicBezTo>
                  <a:cubicBezTo>
                    <a:pt x="64481" y="340359"/>
                    <a:pt x="0" y="470770"/>
                    <a:pt x="0" y="584061"/>
                  </a:cubicBezTo>
                  <a:lnTo>
                    <a:pt x="192407" y="695142"/>
                  </a:lnTo>
                  <a:lnTo>
                    <a:pt x="806702" y="340428"/>
                  </a:lnTo>
                  <a:cubicBezTo>
                    <a:pt x="806702" y="267732"/>
                    <a:pt x="780122" y="218646"/>
                    <a:pt x="739252" y="2023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79"/>
            <p:cNvSpPr/>
            <p:nvPr/>
          </p:nvSpPr>
          <p:spPr>
            <a:xfrm>
              <a:off x="6734248" y="3168455"/>
              <a:ext cx="403898" cy="384048"/>
            </a:xfrm>
            <a:custGeom>
              <a:rect b="b" l="l" r="r" t="t"/>
              <a:pathLst>
                <a:path extrusionOk="0" h="584104" w="614294">
                  <a:moveTo>
                    <a:pt x="467176" y="96287"/>
                  </a:moveTo>
                  <a:cubicBezTo>
                    <a:pt x="450123" y="9299"/>
                    <a:pt x="384952" y="-25219"/>
                    <a:pt x="307147" y="19724"/>
                  </a:cubicBezTo>
                  <a:cubicBezTo>
                    <a:pt x="229342" y="64667"/>
                    <a:pt x="164171" y="174437"/>
                    <a:pt x="147119" y="281099"/>
                  </a:cubicBezTo>
                  <a:cubicBezTo>
                    <a:pt x="64481" y="340403"/>
                    <a:pt x="0" y="470814"/>
                    <a:pt x="0" y="584105"/>
                  </a:cubicBezTo>
                  <a:lnTo>
                    <a:pt x="614294" y="229391"/>
                  </a:lnTo>
                  <a:cubicBezTo>
                    <a:pt x="614294" y="116100"/>
                    <a:pt x="549883" y="60111"/>
                    <a:pt x="467176" y="962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7" name="Google Shape;2027;p79"/>
          <p:cNvGrpSpPr/>
          <p:nvPr/>
        </p:nvGrpSpPr>
        <p:grpSpPr>
          <a:xfrm>
            <a:off x="6878869" y="3944755"/>
            <a:ext cx="1131689" cy="892687"/>
            <a:chOff x="6636544" y="148135"/>
            <a:chExt cx="460392" cy="363161"/>
          </a:xfrm>
        </p:grpSpPr>
        <p:sp>
          <p:nvSpPr>
            <p:cNvPr id="2028" name="Google Shape;2028;p79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79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79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79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79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79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80"/>
          <p:cNvSpPr txBox="1"/>
          <p:nvPr>
            <p:ph type="title"/>
          </p:nvPr>
        </p:nvSpPr>
        <p:spPr>
          <a:xfrm>
            <a:off x="455625" y="1134600"/>
            <a:ext cx="8211600" cy="287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Distance Sensor Activity </a:t>
            </a:r>
            <a:endParaRPr sz="3600"/>
          </a:p>
        </p:txBody>
      </p:sp>
      <p:cxnSp>
        <p:nvCxnSpPr>
          <p:cNvPr id="2039" name="Google Shape;2039;p80"/>
          <p:cNvCxnSpPr/>
          <p:nvPr/>
        </p:nvCxnSpPr>
        <p:spPr>
          <a:xfrm>
            <a:off x="3119100" y="3462675"/>
            <a:ext cx="2905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cartoon of a lion and a koala holding a tape measure (Provided by Tenor)" id="2040" name="Google Shape;204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975" y="2757250"/>
            <a:ext cx="2583375" cy="23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81"/>
          <p:cNvSpPr txBox="1"/>
          <p:nvPr/>
        </p:nvSpPr>
        <p:spPr>
          <a:xfrm>
            <a:off x="1378650" y="281500"/>
            <a:ext cx="60816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Activity Steps:</a:t>
            </a:r>
            <a:endParaRPr sz="3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6" name="Google Shape;2046;p81"/>
          <p:cNvSpPr txBox="1"/>
          <p:nvPr/>
        </p:nvSpPr>
        <p:spPr>
          <a:xfrm>
            <a:off x="1113000" y="1034875"/>
            <a:ext cx="80310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Receive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electronics in </a:t>
            </a:r>
            <a:r>
              <a:rPr b="1"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groups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will 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receive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boron, OLED Display board, and a distance sensor.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that sensor at 10 measured locations between 50cm - 300cm (requires a ruler or 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measurement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stick). 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 the ADC value to see on the screen and the correlating measurement. 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onvert the ADC units to useful values in centimeters by multiplying by .25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a comparison plot of what you measured vs. what the sensor detected.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Questions:</a:t>
            </a:r>
            <a:endParaRPr b="1" i="1"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accurate is this distance sensor?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QUESTION: How would I determine water level using this sensor?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82"/>
          <p:cNvSpPr txBox="1"/>
          <p:nvPr/>
        </p:nvSpPr>
        <p:spPr>
          <a:xfrm>
            <a:off x="1378650" y="281500"/>
            <a:ext cx="60816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Activity Steps:</a:t>
            </a:r>
            <a:endParaRPr sz="3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52" name="Google Shape;2052;p82"/>
          <p:cNvSpPr txBox="1"/>
          <p:nvPr/>
        </p:nvSpPr>
        <p:spPr>
          <a:xfrm>
            <a:off x="1113000" y="1141300"/>
            <a:ext cx="80310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Receive electronics in </a:t>
            </a:r>
            <a:r>
              <a:rPr b="1"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</a:t>
            </a: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groups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will receive a boron, OLED Display board, and a distance sensor.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Your job is to plot the ADC values you see on the OLED compared to actual measurements. 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that sensor at 10 measured locations between 50cm - 300cm (requires a ruler or measurement stick). 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us Jakarta Sans"/>
              <a:buAutoNum type="arabicPeriod"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Plot actual measurement vs. ADC to determine the conversion factor between these two values. 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Questions:</a:t>
            </a:r>
            <a:endParaRPr b="1" i="1"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accurate is this distance sensor?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 QUESTION: How would I determine water level using this sensor?</a:t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83"/>
          <p:cNvSpPr txBox="1"/>
          <p:nvPr>
            <p:ph type="title"/>
          </p:nvPr>
        </p:nvSpPr>
        <p:spPr>
          <a:xfrm>
            <a:off x="2364075" y="1207975"/>
            <a:ext cx="38520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</a:t>
            </a:r>
            <a:endParaRPr/>
          </a:p>
        </p:txBody>
      </p:sp>
      <p:grpSp>
        <p:nvGrpSpPr>
          <p:cNvPr id="2058" name="Google Shape;2058;p83"/>
          <p:cNvGrpSpPr/>
          <p:nvPr/>
        </p:nvGrpSpPr>
        <p:grpSpPr>
          <a:xfrm>
            <a:off x="6535781" y="728179"/>
            <a:ext cx="1661435" cy="1639202"/>
            <a:chOff x="1696317" y="2564513"/>
            <a:chExt cx="1139530" cy="1124204"/>
          </a:xfrm>
        </p:grpSpPr>
        <p:grpSp>
          <p:nvGrpSpPr>
            <p:cNvPr id="2059" name="Google Shape;2059;p83"/>
            <p:cNvGrpSpPr/>
            <p:nvPr/>
          </p:nvGrpSpPr>
          <p:grpSpPr>
            <a:xfrm>
              <a:off x="1998286" y="2564513"/>
              <a:ext cx="832107" cy="635488"/>
              <a:chOff x="1998286" y="2564513"/>
              <a:chExt cx="832107" cy="635488"/>
            </a:xfrm>
          </p:grpSpPr>
          <p:grpSp>
            <p:nvGrpSpPr>
              <p:cNvPr id="2060" name="Google Shape;2060;p83"/>
              <p:cNvGrpSpPr/>
              <p:nvPr/>
            </p:nvGrpSpPr>
            <p:grpSpPr>
              <a:xfrm>
                <a:off x="2023209" y="2564513"/>
                <a:ext cx="807184" cy="635282"/>
                <a:chOff x="2023209" y="2564513"/>
                <a:chExt cx="807184" cy="635282"/>
              </a:xfrm>
            </p:grpSpPr>
            <p:sp>
              <p:nvSpPr>
                <p:cNvPr id="2061" name="Google Shape;2061;p83"/>
                <p:cNvSpPr/>
                <p:nvPr/>
              </p:nvSpPr>
              <p:spPr>
                <a:xfrm>
                  <a:off x="2023209" y="2651826"/>
                  <a:ext cx="190888" cy="95636"/>
                </a:xfrm>
                <a:custGeom>
                  <a:rect b="b" l="l" r="r" t="t"/>
                  <a:pathLst>
                    <a:path extrusionOk="0" h="95636" w="190888">
                      <a:moveTo>
                        <a:pt x="85054" y="77341"/>
                      </a:moveTo>
                      <a:cubicBezTo>
                        <a:pt x="85054" y="77341"/>
                        <a:pt x="85675" y="77824"/>
                        <a:pt x="86021" y="78101"/>
                      </a:cubicBezTo>
                      <a:cubicBezTo>
                        <a:pt x="88989" y="80517"/>
                        <a:pt x="91958" y="83071"/>
                        <a:pt x="94788" y="85764"/>
                      </a:cubicBezTo>
                      <a:cubicBezTo>
                        <a:pt x="95133" y="86040"/>
                        <a:pt x="95410" y="86385"/>
                        <a:pt x="95755" y="86661"/>
                      </a:cubicBezTo>
                      <a:cubicBezTo>
                        <a:pt x="98792" y="89561"/>
                        <a:pt x="101830" y="92529"/>
                        <a:pt x="104730" y="95636"/>
                      </a:cubicBezTo>
                      <a:lnTo>
                        <a:pt x="190888" y="45584"/>
                      </a:lnTo>
                      <a:cubicBezTo>
                        <a:pt x="189784" y="44410"/>
                        <a:pt x="188679" y="43237"/>
                        <a:pt x="187506" y="42063"/>
                      </a:cubicBezTo>
                      <a:cubicBezTo>
                        <a:pt x="186194" y="40682"/>
                        <a:pt x="184813" y="39371"/>
                        <a:pt x="183432" y="38059"/>
                      </a:cubicBezTo>
                      <a:cubicBezTo>
                        <a:pt x="182949" y="37576"/>
                        <a:pt x="182397" y="37092"/>
                        <a:pt x="181914" y="36609"/>
                      </a:cubicBezTo>
                      <a:cubicBezTo>
                        <a:pt x="181568" y="36333"/>
                        <a:pt x="181292" y="35988"/>
                        <a:pt x="180947" y="35712"/>
                      </a:cubicBezTo>
                      <a:cubicBezTo>
                        <a:pt x="180326" y="35159"/>
                        <a:pt x="179773" y="34607"/>
                        <a:pt x="179152" y="34055"/>
                      </a:cubicBezTo>
                      <a:cubicBezTo>
                        <a:pt x="177702" y="32743"/>
                        <a:pt x="176183" y="31431"/>
                        <a:pt x="174664" y="30120"/>
                      </a:cubicBezTo>
                      <a:cubicBezTo>
                        <a:pt x="173836" y="29429"/>
                        <a:pt x="173008" y="28739"/>
                        <a:pt x="172179" y="28049"/>
                      </a:cubicBezTo>
                      <a:cubicBezTo>
                        <a:pt x="171834" y="27772"/>
                        <a:pt x="171558" y="27565"/>
                        <a:pt x="171213" y="27289"/>
                      </a:cubicBezTo>
                      <a:cubicBezTo>
                        <a:pt x="170868" y="27013"/>
                        <a:pt x="170453" y="26668"/>
                        <a:pt x="170108" y="26392"/>
                      </a:cubicBezTo>
                      <a:cubicBezTo>
                        <a:pt x="168589" y="25218"/>
                        <a:pt x="167071" y="24044"/>
                        <a:pt x="165552" y="22940"/>
                      </a:cubicBezTo>
                      <a:cubicBezTo>
                        <a:pt x="164309" y="22042"/>
                        <a:pt x="163066" y="21145"/>
                        <a:pt x="161755" y="20247"/>
                      </a:cubicBezTo>
                      <a:cubicBezTo>
                        <a:pt x="161617" y="20178"/>
                        <a:pt x="161479" y="20040"/>
                        <a:pt x="161340" y="19971"/>
                      </a:cubicBezTo>
                      <a:cubicBezTo>
                        <a:pt x="161202" y="19902"/>
                        <a:pt x="161133" y="19833"/>
                        <a:pt x="160995" y="19764"/>
                      </a:cubicBezTo>
                      <a:cubicBezTo>
                        <a:pt x="159545" y="18728"/>
                        <a:pt x="158027" y="17762"/>
                        <a:pt x="156577" y="16864"/>
                      </a:cubicBezTo>
                      <a:cubicBezTo>
                        <a:pt x="155127" y="15967"/>
                        <a:pt x="153677" y="15070"/>
                        <a:pt x="152227" y="14172"/>
                      </a:cubicBezTo>
                      <a:cubicBezTo>
                        <a:pt x="151882" y="13965"/>
                        <a:pt x="151537" y="13758"/>
                        <a:pt x="151261" y="13620"/>
                      </a:cubicBezTo>
                      <a:cubicBezTo>
                        <a:pt x="150156" y="12998"/>
                        <a:pt x="149052" y="12377"/>
                        <a:pt x="147947" y="11756"/>
                      </a:cubicBezTo>
                      <a:cubicBezTo>
                        <a:pt x="146912" y="11203"/>
                        <a:pt x="145876" y="10651"/>
                        <a:pt x="144840" y="10168"/>
                      </a:cubicBezTo>
                      <a:cubicBezTo>
                        <a:pt x="144564" y="10030"/>
                        <a:pt x="144357" y="9892"/>
                        <a:pt x="144081" y="9823"/>
                      </a:cubicBezTo>
                      <a:cubicBezTo>
                        <a:pt x="143943" y="9823"/>
                        <a:pt x="143805" y="9685"/>
                        <a:pt x="143736" y="9616"/>
                      </a:cubicBezTo>
                      <a:cubicBezTo>
                        <a:pt x="142355" y="8925"/>
                        <a:pt x="140974" y="8304"/>
                        <a:pt x="139594" y="7682"/>
                      </a:cubicBezTo>
                      <a:cubicBezTo>
                        <a:pt x="139041" y="7475"/>
                        <a:pt x="138558" y="7268"/>
                        <a:pt x="138075" y="6992"/>
                      </a:cubicBezTo>
                      <a:cubicBezTo>
                        <a:pt x="137661" y="6785"/>
                        <a:pt x="137246" y="6647"/>
                        <a:pt x="136832" y="6509"/>
                      </a:cubicBezTo>
                      <a:cubicBezTo>
                        <a:pt x="136418" y="6302"/>
                        <a:pt x="135935" y="6095"/>
                        <a:pt x="135520" y="5957"/>
                      </a:cubicBezTo>
                      <a:cubicBezTo>
                        <a:pt x="134140" y="5404"/>
                        <a:pt x="132828" y="4921"/>
                        <a:pt x="131447" y="4438"/>
                      </a:cubicBezTo>
                      <a:cubicBezTo>
                        <a:pt x="131240" y="4438"/>
                        <a:pt x="131033" y="4300"/>
                        <a:pt x="130895" y="4231"/>
                      </a:cubicBezTo>
                      <a:cubicBezTo>
                        <a:pt x="130619" y="4093"/>
                        <a:pt x="130273" y="4023"/>
                        <a:pt x="129997" y="3954"/>
                      </a:cubicBezTo>
                      <a:cubicBezTo>
                        <a:pt x="129169" y="3678"/>
                        <a:pt x="128340" y="3402"/>
                        <a:pt x="127512" y="3126"/>
                      </a:cubicBezTo>
                      <a:cubicBezTo>
                        <a:pt x="126407" y="2781"/>
                        <a:pt x="125372" y="2505"/>
                        <a:pt x="124336" y="2229"/>
                      </a:cubicBezTo>
                      <a:cubicBezTo>
                        <a:pt x="124129" y="2229"/>
                        <a:pt x="123991" y="2160"/>
                        <a:pt x="123784" y="2090"/>
                      </a:cubicBezTo>
                      <a:cubicBezTo>
                        <a:pt x="123715" y="2090"/>
                        <a:pt x="123646" y="2090"/>
                        <a:pt x="123508" y="2090"/>
                      </a:cubicBezTo>
                      <a:cubicBezTo>
                        <a:pt x="122196" y="1745"/>
                        <a:pt x="120885" y="1469"/>
                        <a:pt x="119573" y="1193"/>
                      </a:cubicBezTo>
                      <a:cubicBezTo>
                        <a:pt x="119089" y="1124"/>
                        <a:pt x="118537" y="1055"/>
                        <a:pt x="118054" y="917"/>
                      </a:cubicBezTo>
                      <a:cubicBezTo>
                        <a:pt x="117640" y="848"/>
                        <a:pt x="117226" y="779"/>
                        <a:pt x="116811" y="710"/>
                      </a:cubicBezTo>
                      <a:cubicBezTo>
                        <a:pt x="116397" y="710"/>
                        <a:pt x="115983" y="572"/>
                        <a:pt x="115568" y="503"/>
                      </a:cubicBezTo>
                      <a:cubicBezTo>
                        <a:pt x="114188" y="296"/>
                        <a:pt x="112876" y="157"/>
                        <a:pt x="111564" y="88"/>
                      </a:cubicBezTo>
                      <a:cubicBezTo>
                        <a:pt x="111426" y="88"/>
                        <a:pt x="111357" y="88"/>
                        <a:pt x="111219" y="88"/>
                      </a:cubicBezTo>
                      <a:cubicBezTo>
                        <a:pt x="110943" y="88"/>
                        <a:pt x="110667" y="88"/>
                        <a:pt x="110391" y="88"/>
                      </a:cubicBezTo>
                      <a:cubicBezTo>
                        <a:pt x="109424" y="88"/>
                        <a:pt x="108389" y="-50"/>
                        <a:pt x="107422" y="19"/>
                      </a:cubicBezTo>
                      <a:cubicBezTo>
                        <a:pt x="106870" y="19"/>
                        <a:pt x="106318" y="19"/>
                        <a:pt x="105765" y="88"/>
                      </a:cubicBezTo>
                      <a:cubicBezTo>
                        <a:pt x="105282" y="88"/>
                        <a:pt x="104730" y="88"/>
                        <a:pt x="104246" y="88"/>
                      </a:cubicBezTo>
                      <a:cubicBezTo>
                        <a:pt x="103901" y="88"/>
                        <a:pt x="103487" y="88"/>
                        <a:pt x="103142" y="88"/>
                      </a:cubicBezTo>
                      <a:cubicBezTo>
                        <a:pt x="101761" y="227"/>
                        <a:pt x="100380" y="365"/>
                        <a:pt x="99069" y="641"/>
                      </a:cubicBezTo>
                      <a:cubicBezTo>
                        <a:pt x="98862" y="641"/>
                        <a:pt x="98654" y="710"/>
                        <a:pt x="98447" y="779"/>
                      </a:cubicBezTo>
                      <a:cubicBezTo>
                        <a:pt x="96445" y="1193"/>
                        <a:pt x="94512" y="1676"/>
                        <a:pt x="92648" y="2367"/>
                      </a:cubicBezTo>
                      <a:cubicBezTo>
                        <a:pt x="92648" y="2367"/>
                        <a:pt x="92510" y="2367"/>
                        <a:pt x="92441" y="2436"/>
                      </a:cubicBezTo>
                      <a:cubicBezTo>
                        <a:pt x="90232" y="3195"/>
                        <a:pt x="88092" y="4162"/>
                        <a:pt x="86159" y="5335"/>
                      </a:cubicBezTo>
                      <a:lnTo>
                        <a:pt x="0" y="55387"/>
                      </a:lnTo>
                      <a:cubicBezTo>
                        <a:pt x="2002" y="54214"/>
                        <a:pt x="4073" y="53316"/>
                        <a:pt x="6282" y="52488"/>
                      </a:cubicBezTo>
                      <a:cubicBezTo>
                        <a:pt x="8353" y="51728"/>
                        <a:pt x="10563" y="51107"/>
                        <a:pt x="12910" y="50693"/>
                      </a:cubicBezTo>
                      <a:cubicBezTo>
                        <a:pt x="14567" y="50417"/>
                        <a:pt x="16362" y="50210"/>
                        <a:pt x="18088" y="50071"/>
                      </a:cubicBezTo>
                      <a:cubicBezTo>
                        <a:pt x="18571" y="50071"/>
                        <a:pt x="19123" y="50071"/>
                        <a:pt x="19607" y="50002"/>
                      </a:cubicBezTo>
                      <a:cubicBezTo>
                        <a:pt x="21125" y="50002"/>
                        <a:pt x="22644" y="50002"/>
                        <a:pt x="24232" y="50002"/>
                      </a:cubicBezTo>
                      <a:cubicBezTo>
                        <a:pt x="24508" y="50002"/>
                        <a:pt x="24784" y="50002"/>
                        <a:pt x="25061" y="50002"/>
                      </a:cubicBezTo>
                      <a:cubicBezTo>
                        <a:pt x="26856" y="50141"/>
                        <a:pt x="28720" y="50348"/>
                        <a:pt x="30653" y="50624"/>
                      </a:cubicBezTo>
                      <a:cubicBezTo>
                        <a:pt x="31067" y="50624"/>
                        <a:pt x="31481" y="50762"/>
                        <a:pt x="31895" y="50831"/>
                      </a:cubicBezTo>
                      <a:cubicBezTo>
                        <a:pt x="33759" y="51176"/>
                        <a:pt x="35692" y="51521"/>
                        <a:pt x="37625" y="52005"/>
                      </a:cubicBezTo>
                      <a:cubicBezTo>
                        <a:pt x="37833" y="52005"/>
                        <a:pt x="37971" y="52074"/>
                        <a:pt x="38178" y="52143"/>
                      </a:cubicBezTo>
                      <a:cubicBezTo>
                        <a:pt x="40042" y="52626"/>
                        <a:pt x="41975" y="53178"/>
                        <a:pt x="43908" y="53868"/>
                      </a:cubicBezTo>
                      <a:cubicBezTo>
                        <a:pt x="44184" y="53938"/>
                        <a:pt x="44529" y="54076"/>
                        <a:pt x="44805" y="54145"/>
                      </a:cubicBezTo>
                      <a:cubicBezTo>
                        <a:pt x="46738" y="54835"/>
                        <a:pt x="48740" y="55594"/>
                        <a:pt x="50743" y="56423"/>
                      </a:cubicBezTo>
                      <a:cubicBezTo>
                        <a:pt x="51157" y="56561"/>
                        <a:pt x="51571" y="56768"/>
                        <a:pt x="51985" y="56906"/>
                      </a:cubicBezTo>
                      <a:cubicBezTo>
                        <a:pt x="53987" y="57804"/>
                        <a:pt x="55989" y="58701"/>
                        <a:pt x="58060" y="59737"/>
                      </a:cubicBezTo>
                      <a:cubicBezTo>
                        <a:pt x="58337" y="59875"/>
                        <a:pt x="58544" y="60013"/>
                        <a:pt x="58820" y="60082"/>
                      </a:cubicBezTo>
                      <a:cubicBezTo>
                        <a:pt x="60960" y="61186"/>
                        <a:pt x="63100" y="62291"/>
                        <a:pt x="65240" y="63534"/>
                      </a:cubicBezTo>
                      <a:cubicBezTo>
                        <a:pt x="68623" y="65467"/>
                        <a:pt x="72006" y="67607"/>
                        <a:pt x="75320" y="69954"/>
                      </a:cubicBezTo>
                      <a:cubicBezTo>
                        <a:pt x="75458" y="70023"/>
                        <a:pt x="75596" y="70161"/>
                        <a:pt x="75734" y="70230"/>
                      </a:cubicBezTo>
                      <a:cubicBezTo>
                        <a:pt x="78910" y="72440"/>
                        <a:pt x="82016" y="74787"/>
                        <a:pt x="85123" y="7727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2" name="Google Shape;2062;p83"/>
                <p:cNvSpPr/>
                <p:nvPr/>
              </p:nvSpPr>
              <p:spPr>
                <a:xfrm>
                  <a:off x="2140365" y="2678908"/>
                  <a:ext cx="147878" cy="76148"/>
                </a:xfrm>
                <a:custGeom>
                  <a:rect b="b" l="l" r="r" t="t"/>
                  <a:pathLst>
                    <a:path extrusionOk="0" h="76148" w="147878">
                      <a:moveTo>
                        <a:pt x="51502" y="65655"/>
                      </a:moveTo>
                      <a:cubicBezTo>
                        <a:pt x="51502" y="65655"/>
                        <a:pt x="51709" y="65793"/>
                        <a:pt x="51778" y="65862"/>
                      </a:cubicBezTo>
                      <a:cubicBezTo>
                        <a:pt x="53435" y="67311"/>
                        <a:pt x="55092" y="68830"/>
                        <a:pt x="56680" y="70487"/>
                      </a:cubicBezTo>
                      <a:cubicBezTo>
                        <a:pt x="56680" y="70487"/>
                        <a:pt x="56749" y="70625"/>
                        <a:pt x="56818" y="70625"/>
                      </a:cubicBezTo>
                      <a:cubicBezTo>
                        <a:pt x="58475" y="72351"/>
                        <a:pt x="60131" y="74146"/>
                        <a:pt x="61719" y="76148"/>
                      </a:cubicBezTo>
                      <a:lnTo>
                        <a:pt x="147878" y="26096"/>
                      </a:lnTo>
                      <a:cubicBezTo>
                        <a:pt x="147878" y="26096"/>
                        <a:pt x="147602" y="25751"/>
                        <a:pt x="147464" y="25613"/>
                      </a:cubicBezTo>
                      <a:cubicBezTo>
                        <a:pt x="146912" y="24991"/>
                        <a:pt x="146428" y="24370"/>
                        <a:pt x="145876" y="23749"/>
                      </a:cubicBezTo>
                      <a:cubicBezTo>
                        <a:pt x="145324" y="23127"/>
                        <a:pt x="144840" y="22575"/>
                        <a:pt x="144288" y="21954"/>
                      </a:cubicBezTo>
                      <a:cubicBezTo>
                        <a:pt x="143874" y="21471"/>
                        <a:pt x="143391" y="20987"/>
                        <a:pt x="142976" y="20573"/>
                      </a:cubicBezTo>
                      <a:cubicBezTo>
                        <a:pt x="142976" y="20573"/>
                        <a:pt x="142907" y="20435"/>
                        <a:pt x="142838" y="20435"/>
                      </a:cubicBezTo>
                      <a:cubicBezTo>
                        <a:pt x="142838" y="20435"/>
                        <a:pt x="142700" y="20297"/>
                        <a:pt x="142631" y="20228"/>
                      </a:cubicBezTo>
                      <a:cubicBezTo>
                        <a:pt x="142079" y="19607"/>
                        <a:pt x="141458" y="19054"/>
                        <a:pt x="140905" y="18502"/>
                      </a:cubicBezTo>
                      <a:cubicBezTo>
                        <a:pt x="140284" y="17950"/>
                        <a:pt x="139732" y="17397"/>
                        <a:pt x="139110" y="16845"/>
                      </a:cubicBezTo>
                      <a:cubicBezTo>
                        <a:pt x="138696" y="16500"/>
                        <a:pt x="138351" y="16155"/>
                        <a:pt x="137937" y="15810"/>
                      </a:cubicBezTo>
                      <a:cubicBezTo>
                        <a:pt x="137868" y="15741"/>
                        <a:pt x="137730" y="15671"/>
                        <a:pt x="137661" y="15533"/>
                      </a:cubicBezTo>
                      <a:cubicBezTo>
                        <a:pt x="137523" y="15395"/>
                        <a:pt x="137384" y="15326"/>
                        <a:pt x="137246" y="15188"/>
                      </a:cubicBezTo>
                      <a:cubicBezTo>
                        <a:pt x="136625" y="14636"/>
                        <a:pt x="136004" y="14153"/>
                        <a:pt x="135382" y="13669"/>
                      </a:cubicBezTo>
                      <a:cubicBezTo>
                        <a:pt x="134761" y="13186"/>
                        <a:pt x="134140" y="12703"/>
                        <a:pt x="133518" y="12220"/>
                      </a:cubicBezTo>
                      <a:cubicBezTo>
                        <a:pt x="133242" y="12012"/>
                        <a:pt x="133035" y="11874"/>
                        <a:pt x="132759" y="11667"/>
                      </a:cubicBezTo>
                      <a:cubicBezTo>
                        <a:pt x="132621" y="11598"/>
                        <a:pt x="132552" y="11529"/>
                        <a:pt x="132414" y="11391"/>
                      </a:cubicBezTo>
                      <a:cubicBezTo>
                        <a:pt x="132138" y="11184"/>
                        <a:pt x="131861" y="10977"/>
                        <a:pt x="131654" y="10839"/>
                      </a:cubicBezTo>
                      <a:cubicBezTo>
                        <a:pt x="131033" y="10425"/>
                        <a:pt x="130412" y="10010"/>
                        <a:pt x="129721" y="9596"/>
                      </a:cubicBezTo>
                      <a:cubicBezTo>
                        <a:pt x="129100" y="9182"/>
                        <a:pt x="128410" y="8768"/>
                        <a:pt x="127788" y="8423"/>
                      </a:cubicBezTo>
                      <a:cubicBezTo>
                        <a:pt x="127650" y="8353"/>
                        <a:pt x="127512" y="8215"/>
                        <a:pt x="127305" y="8146"/>
                      </a:cubicBezTo>
                      <a:cubicBezTo>
                        <a:pt x="126822" y="7870"/>
                        <a:pt x="126269" y="7525"/>
                        <a:pt x="125717" y="7249"/>
                      </a:cubicBezTo>
                      <a:cubicBezTo>
                        <a:pt x="125027" y="6904"/>
                        <a:pt x="124336" y="6489"/>
                        <a:pt x="123646" y="6144"/>
                      </a:cubicBezTo>
                      <a:cubicBezTo>
                        <a:pt x="123094" y="5868"/>
                        <a:pt x="122541" y="5592"/>
                        <a:pt x="121920" y="5316"/>
                      </a:cubicBezTo>
                      <a:cubicBezTo>
                        <a:pt x="121851" y="5316"/>
                        <a:pt x="121782" y="5247"/>
                        <a:pt x="121713" y="5178"/>
                      </a:cubicBezTo>
                      <a:cubicBezTo>
                        <a:pt x="121644" y="5178"/>
                        <a:pt x="121575" y="5109"/>
                        <a:pt x="121506" y="5040"/>
                      </a:cubicBezTo>
                      <a:cubicBezTo>
                        <a:pt x="120746" y="4694"/>
                        <a:pt x="119987" y="4349"/>
                        <a:pt x="119227" y="4073"/>
                      </a:cubicBezTo>
                      <a:cubicBezTo>
                        <a:pt x="118399" y="3728"/>
                        <a:pt x="117571" y="3452"/>
                        <a:pt x="116811" y="3176"/>
                      </a:cubicBezTo>
                      <a:cubicBezTo>
                        <a:pt x="116742" y="3176"/>
                        <a:pt x="116604" y="3176"/>
                        <a:pt x="116535" y="3107"/>
                      </a:cubicBezTo>
                      <a:cubicBezTo>
                        <a:pt x="116397" y="3107"/>
                        <a:pt x="116259" y="3038"/>
                        <a:pt x="116121" y="2969"/>
                      </a:cubicBezTo>
                      <a:cubicBezTo>
                        <a:pt x="115500" y="2761"/>
                        <a:pt x="114809" y="2554"/>
                        <a:pt x="114188" y="2347"/>
                      </a:cubicBezTo>
                      <a:cubicBezTo>
                        <a:pt x="113221" y="2071"/>
                        <a:pt x="112255" y="1795"/>
                        <a:pt x="111288" y="1519"/>
                      </a:cubicBezTo>
                      <a:cubicBezTo>
                        <a:pt x="111219" y="1519"/>
                        <a:pt x="111150" y="1519"/>
                        <a:pt x="111012" y="1519"/>
                      </a:cubicBezTo>
                      <a:cubicBezTo>
                        <a:pt x="110805" y="1519"/>
                        <a:pt x="110667" y="1450"/>
                        <a:pt x="110460" y="1381"/>
                      </a:cubicBezTo>
                      <a:cubicBezTo>
                        <a:pt x="109631" y="1174"/>
                        <a:pt x="108803" y="967"/>
                        <a:pt x="108043" y="828"/>
                      </a:cubicBezTo>
                      <a:cubicBezTo>
                        <a:pt x="107146" y="690"/>
                        <a:pt x="106249" y="483"/>
                        <a:pt x="105420" y="345"/>
                      </a:cubicBezTo>
                      <a:cubicBezTo>
                        <a:pt x="105213" y="345"/>
                        <a:pt x="105006" y="345"/>
                        <a:pt x="104799" y="276"/>
                      </a:cubicBezTo>
                      <a:cubicBezTo>
                        <a:pt x="104039" y="138"/>
                        <a:pt x="103211" y="69"/>
                        <a:pt x="102451" y="69"/>
                      </a:cubicBezTo>
                      <a:cubicBezTo>
                        <a:pt x="101623" y="69"/>
                        <a:pt x="10086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100104" y="0"/>
                        <a:pt x="100104" y="0"/>
                        <a:pt x="100104" y="0"/>
                      </a:cubicBezTo>
                      <a:cubicBezTo>
                        <a:pt x="99207" y="0"/>
                        <a:pt x="98309" y="0"/>
                        <a:pt x="97412" y="138"/>
                      </a:cubicBezTo>
                      <a:cubicBezTo>
                        <a:pt x="96790" y="138"/>
                        <a:pt x="96238" y="276"/>
                        <a:pt x="95617" y="414"/>
                      </a:cubicBezTo>
                      <a:cubicBezTo>
                        <a:pt x="95341" y="414"/>
                        <a:pt x="95064" y="414"/>
                        <a:pt x="94857" y="552"/>
                      </a:cubicBezTo>
                      <a:cubicBezTo>
                        <a:pt x="94719" y="552"/>
                        <a:pt x="94512" y="552"/>
                        <a:pt x="94374" y="621"/>
                      </a:cubicBezTo>
                      <a:cubicBezTo>
                        <a:pt x="93062" y="897"/>
                        <a:pt x="91820" y="1243"/>
                        <a:pt x="90646" y="1657"/>
                      </a:cubicBezTo>
                      <a:cubicBezTo>
                        <a:pt x="90646" y="1657"/>
                        <a:pt x="90646" y="1657"/>
                        <a:pt x="90577" y="1657"/>
                      </a:cubicBezTo>
                      <a:cubicBezTo>
                        <a:pt x="89058" y="2209"/>
                        <a:pt x="87539" y="2900"/>
                        <a:pt x="86159" y="3659"/>
                      </a:cubicBezTo>
                      <a:lnTo>
                        <a:pt x="0" y="53711"/>
                      </a:lnTo>
                      <a:cubicBezTo>
                        <a:pt x="1381" y="52883"/>
                        <a:pt x="2900" y="52261"/>
                        <a:pt x="4418" y="51709"/>
                      </a:cubicBezTo>
                      <a:cubicBezTo>
                        <a:pt x="5799" y="51226"/>
                        <a:pt x="7249" y="50812"/>
                        <a:pt x="8768" y="50604"/>
                      </a:cubicBezTo>
                      <a:cubicBezTo>
                        <a:pt x="9044" y="50604"/>
                        <a:pt x="9320" y="50535"/>
                        <a:pt x="9527" y="50466"/>
                      </a:cubicBezTo>
                      <a:cubicBezTo>
                        <a:pt x="10977" y="50259"/>
                        <a:pt x="12496" y="50121"/>
                        <a:pt x="14015" y="50121"/>
                      </a:cubicBezTo>
                      <a:cubicBezTo>
                        <a:pt x="14015" y="50121"/>
                        <a:pt x="14015" y="50121"/>
                        <a:pt x="14015" y="50121"/>
                      </a:cubicBezTo>
                      <a:cubicBezTo>
                        <a:pt x="15741" y="50121"/>
                        <a:pt x="17466" y="50259"/>
                        <a:pt x="19330" y="50535"/>
                      </a:cubicBezTo>
                      <a:cubicBezTo>
                        <a:pt x="20987" y="50812"/>
                        <a:pt x="22713" y="51157"/>
                        <a:pt x="24439" y="51502"/>
                      </a:cubicBezTo>
                      <a:cubicBezTo>
                        <a:pt x="24646" y="51502"/>
                        <a:pt x="24784" y="51571"/>
                        <a:pt x="24991" y="51640"/>
                      </a:cubicBezTo>
                      <a:cubicBezTo>
                        <a:pt x="26717" y="52054"/>
                        <a:pt x="28374" y="52537"/>
                        <a:pt x="30100" y="53159"/>
                      </a:cubicBezTo>
                      <a:cubicBezTo>
                        <a:pt x="30238" y="53159"/>
                        <a:pt x="30376" y="53228"/>
                        <a:pt x="30515" y="53297"/>
                      </a:cubicBezTo>
                      <a:cubicBezTo>
                        <a:pt x="32309" y="53918"/>
                        <a:pt x="34035" y="54608"/>
                        <a:pt x="35830" y="55368"/>
                      </a:cubicBezTo>
                      <a:cubicBezTo>
                        <a:pt x="35900" y="55368"/>
                        <a:pt x="35968" y="55437"/>
                        <a:pt x="36038" y="55506"/>
                      </a:cubicBezTo>
                      <a:cubicBezTo>
                        <a:pt x="37833" y="56334"/>
                        <a:pt x="39627" y="57232"/>
                        <a:pt x="41353" y="58267"/>
                      </a:cubicBezTo>
                      <a:cubicBezTo>
                        <a:pt x="43079" y="59234"/>
                        <a:pt x="44805" y="60339"/>
                        <a:pt x="46462" y="61581"/>
                      </a:cubicBezTo>
                      <a:cubicBezTo>
                        <a:pt x="46600" y="61650"/>
                        <a:pt x="46669" y="61719"/>
                        <a:pt x="46807" y="61857"/>
                      </a:cubicBezTo>
                      <a:cubicBezTo>
                        <a:pt x="48464" y="63031"/>
                        <a:pt x="50121" y="64343"/>
                        <a:pt x="51778" y="65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3" name="Google Shape;2063;p83"/>
                <p:cNvSpPr/>
                <p:nvPr/>
              </p:nvSpPr>
              <p:spPr>
                <a:xfrm>
                  <a:off x="2252689" y="2564513"/>
                  <a:ext cx="375563" cy="348707"/>
                </a:xfrm>
                <a:custGeom>
                  <a:rect b="b" l="l" r="r" t="t"/>
                  <a:pathLst>
                    <a:path extrusionOk="0" h="348707" w="375563">
                      <a:moveTo>
                        <a:pt x="208907" y="153263"/>
                      </a:moveTo>
                      <a:cubicBezTo>
                        <a:pt x="209736" y="154368"/>
                        <a:pt x="210633" y="155472"/>
                        <a:pt x="211462" y="156577"/>
                      </a:cubicBezTo>
                      <a:cubicBezTo>
                        <a:pt x="213049" y="158648"/>
                        <a:pt x="214568" y="160788"/>
                        <a:pt x="216087" y="162928"/>
                      </a:cubicBezTo>
                      <a:cubicBezTo>
                        <a:pt x="218020" y="165621"/>
                        <a:pt x="219953" y="168244"/>
                        <a:pt x="221817" y="171006"/>
                      </a:cubicBezTo>
                      <a:cubicBezTo>
                        <a:pt x="223336" y="173215"/>
                        <a:pt x="224855" y="175493"/>
                        <a:pt x="226374" y="177771"/>
                      </a:cubicBezTo>
                      <a:cubicBezTo>
                        <a:pt x="227409" y="179290"/>
                        <a:pt x="228445" y="180878"/>
                        <a:pt x="229411" y="182466"/>
                      </a:cubicBezTo>
                      <a:cubicBezTo>
                        <a:pt x="231137" y="185158"/>
                        <a:pt x="232863" y="187920"/>
                        <a:pt x="234520" y="190750"/>
                      </a:cubicBezTo>
                      <a:cubicBezTo>
                        <a:pt x="235417" y="192200"/>
                        <a:pt x="236246" y="193581"/>
                        <a:pt x="237143" y="195031"/>
                      </a:cubicBezTo>
                      <a:cubicBezTo>
                        <a:pt x="238248" y="196895"/>
                        <a:pt x="239284" y="198759"/>
                        <a:pt x="240319" y="200623"/>
                      </a:cubicBezTo>
                      <a:cubicBezTo>
                        <a:pt x="242045" y="203660"/>
                        <a:pt x="243840" y="206767"/>
                        <a:pt x="245497" y="209874"/>
                      </a:cubicBezTo>
                      <a:cubicBezTo>
                        <a:pt x="247361" y="213395"/>
                        <a:pt x="249225" y="216915"/>
                        <a:pt x="251020" y="220436"/>
                      </a:cubicBezTo>
                      <a:cubicBezTo>
                        <a:pt x="251227" y="220851"/>
                        <a:pt x="251434" y="221265"/>
                        <a:pt x="251641" y="221679"/>
                      </a:cubicBezTo>
                      <a:cubicBezTo>
                        <a:pt x="253712" y="225821"/>
                        <a:pt x="255714" y="230033"/>
                        <a:pt x="257648" y="234244"/>
                      </a:cubicBezTo>
                      <a:cubicBezTo>
                        <a:pt x="258062" y="235141"/>
                        <a:pt x="258476" y="235970"/>
                        <a:pt x="258821" y="236867"/>
                      </a:cubicBezTo>
                      <a:cubicBezTo>
                        <a:pt x="260685" y="241009"/>
                        <a:pt x="262480" y="245152"/>
                        <a:pt x="264206" y="249294"/>
                      </a:cubicBezTo>
                      <a:cubicBezTo>
                        <a:pt x="264482" y="249915"/>
                        <a:pt x="264689" y="250537"/>
                        <a:pt x="264965" y="251158"/>
                      </a:cubicBezTo>
                      <a:cubicBezTo>
                        <a:pt x="266553" y="255162"/>
                        <a:pt x="268141" y="259097"/>
                        <a:pt x="269591" y="263101"/>
                      </a:cubicBezTo>
                      <a:cubicBezTo>
                        <a:pt x="269798" y="263654"/>
                        <a:pt x="270005" y="264206"/>
                        <a:pt x="270212" y="264689"/>
                      </a:cubicBezTo>
                      <a:cubicBezTo>
                        <a:pt x="271731" y="268901"/>
                        <a:pt x="273181" y="273043"/>
                        <a:pt x="274562" y="277254"/>
                      </a:cubicBezTo>
                      <a:cubicBezTo>
                        <a:pt x="274907" y="278221"/>
                        <a:pt x="275183" y="279187"/>
                        <a:pt x="275459" y="280154"/>
                      </a:cubicBezTo>
                      <a:cubicBezTo>
                        <a:pt x="276840" y="284434"/>
                        <a:pt x="278083" y="288645"/>
                        <a:pt x="279256" y="292926"/>
                      </a:cubicBezTo>
                      <a:cubicBezTo>
                        <a:pt x="279256" y="292995"/>
                        <a:pt x="279256" y="293133"/>
                        <a:pt x="279325" y="293202"/>
                      </a:cubicBezTo>
                      <a:cubicBezTo>
                        <a:pt x="280499" y="297344"/>
                        <a:pt x="281534" y="301555"/>
                        <a:pt x="282501" y="305628"/>
                      </a:cubicBezTo>
                      <a:cubicBezTo>
                        <a:pt x="282708" y="306526"/>
                        <a:pt x="282915" y="307493"/>
                        <a:pt x="283122" y="308390"/>
                      </a:cubicBezTo>
                      <a:cubicBezTo>
                        <a:pt x="284020" y="312532"/>
                        <a:pt x="284917" y="316605"/>
                        <a:pt x="285677" y="320679"/>
                      </a:cubicBezTo>
                      <a:cubicBezTo>
                        <a:pt x="285815" y="321300"/>
                        <a:pt x="285884" y="321852"/>
                        <a:pt x="286022" y="322474"/>
                      </a:cubicBezTo>
                      <a:cubicBezTo>
                        <a:pt x="286712" y="326409"/>
                        <a:pt x="287334" y="330275"/>
                        <a:pt x="287817" y="334141"/>
                      </a:cubicBezTo>
                      <a:cubicBezTo>
                        <a:pt x="287817" y="334624"/>
                        <a:pt x="287955" y="335038"/>
                        <a:pt x="288024" y="335522"/>
                      </a:cubicBezTo>
                      <a:cubicBezTo>
                        <a:pt x="288576" y="339940"/>
                        <a:pt x="289060" y="344358"/>
                        <a:pt x="289405" y="348708"/>
                      </a:cubicBezTo>
                      <a:lnTo>
                        <a:pt x="375563" y="298656"/>
                      </a:lnTo>
                      <a:cubicBezTo>
                        <a:pt x="375425" y="297137"/>
                        <a:pt x="375287" y="295549"/>
                        <a:pt x="375149" y="294030"/>
                      </a:cubicBezTo>
                      <a:cubicBezTo>
                        <a:pt x="374873" y="291407"/>
                        <a:pt x="374597" y="288783"/>
                        <a:pt x="374252" y="286160"/>
                      </a:cubicBezTo>
                      <a:cubicBezTo>
                        <a:pt x="374252" y="285953"/>
                        <a:pt x="374183" y="285677"/>
                        <a:pt x="374183" y="285470"/>
                      </a:cubicBezTo>
                      <a:cubicBezTo>
                        <a:pt x="374183" y="284986"/>
                        <a:pt x="374045" y="284572"/>
                        <a:pt x="373976" y="284089"/>
                      </a:cubicBezTo>
                      <a:cubicBezTo>
                        <a:pt x="373699" y="282087"/>
                        <a:pt x="373423" y="280085"/>
                        <a:pt x="373147" y="278014"/>
                      </a:cubicBezTo>
                      <a:cubicBezTo>
                        <a:pt x="372871" y="276149"/>
                        <a:pt x="372526" y="274285"/>
                        <a:pt x="372181" y="272422"/>
                      </a:cubicBezTo>
                      <a:cubicBezTo>
                        <a:pt x="372043" y="271800"/>
                        <a:pt x="371973" y="271179"/>
                        <a:pt x="371835" y="270557"/>
                      </a:cubicBezTo>
                      <a:cubicBezTo>
                        <a:pt x="371835" y="270212"/>
                        <a:pt x="371697" y="269867"/>
                        <a:pt x="371628" y="269522"/>
                      </a:cubicBezTo>
                      <a:cubicBezTo>
                        <a:pt x="371076" y="266622"/>
                        <a:pt x="370524" y="263723"/>
                        <a:pt x="369833" y="260823"/>
                      </a:cubicBezTo>
                      <a:cubicBezTo>
                        <a:pt x="369626" y="259995"/>
                        <a:pt x="369419" y="259166"/>
                        <a:pt x="369281" y="258338"/>
                      </a:cubicBezTo>
                      <a:cubicBezTo>
                        <a:pt x="369074" y="257440"/>
                        <a:pt x="368867" y="256474"/>
                        <a:pt x="368660" y="255576"/>
                      </a:cubicBezTo>
                      <a:cubicBezTo>
                        <a:pt x="368384" y="254334"/>
                        <a:pt x="368107" y="253160"/>
                        <a:pt x="367831" y="251917"/>
                      </a:cubicBezTo>
                      <a:cubicBezTo>
                        <a:pt x="367141" y="249018"/>
                        <a:pt x="366312" y="246118"/>
                        <a:pt x="365553" y="243150"/>
                      </a:cubicBezTo>
                      <a:cubicBezTo>
                        <a:pt x="365553" y="243081"/>
                        <a:pt x="365553" y="242943"/>
                        <a:pt x="365484" y="242874"/>
                      </a:cubicBezTo>
                      <a:cubicBezTo>
                        <a:pt x="365484" y="242874"/>
                        <a:pt x="365484" y="242874"/>
                        <a:pt x="365484" y="242804"/>
                      </a:cubicBezTo>
                      <a:cubicBezTo>
                        <a:pt x="364655" y="239767"/>
                        <a:pt x="363758" y="236660"/>
                        <a:pt x="362792" y="233622"/>
                      </a:cubicBezTo>
                      <a:cubicBezTo>
                        <a:pt x="362446" y="232449"/>
                        <a:pt x="362032" y="231344"/>
                        <a:pt x="361687" y="230171"/>
                      </a:cubicBezTo>
                      <a:cubicBezTo>
                        <a:pt x="361411" y="229204"/>
                        <a:pt x="361066" y="228238"/>
                        <a:pt x="360789" y="227271"/>
                      </a:cubicBezTo>
                      <a:cubicBezTo>
                        <a:pt x="360513" y="226374"/>
                        <a:pt x="360237" y="225407"/>
                        <a:pt x="359892" y="224510"/>
                      </a:cubicBezTo>
                      <a:cubicBezTo>
                        <a:pt x="358925" y="221541"/>
                        <a:pt x="357821" y="218572"/>
                        <a:pt x="356785" y="215535"/>
                      </a:cubicBezTo>
                      <a:cubicBezTo>
                        <a:pt x="356716" y="215259"/>
                        <a:pt x="356578" y="214982"/>
                        <a:pt x="356509" y="214706"/>
                      </a:cubicBezTo>
                      <a:cubicBezTo>
                        <a:pt x="356302" y="214154"/>
                        <a:pt x="356095" y="213602"/>
                        <a:pt x="355888" y="213049"/>
                      </a:cubicBezTo>
                      <a:cubicBezTo>
                        <a:pt x="355128" y="210978"/>
                        <a:pt x="354369" y="208838"/>
                        <a:pt x="353541" y="206767"/>
                      </a:cubicBezTo>
                      <a:cubicBezTo>
                        <a:pt x="352781" y="204903"/>
                        <a:pt x="352022" y="203039"/>
                        <a:pt x="351262" y="201175"/>
                      </a:cubicBezTo>
                      <a:cubicBezTo>
                        <a:pt x="350986" y="200554"/>
                        <a:pt x="350779" y="199932"/>
                        <a:pt x="350503" y="199311"/>
                      </a:cubicBezTo>
                      <a:cubicBezTo>
                        <a:pt x="350365" y="198966"/>
                        <a:pt x="350227" y="198621"/>
                        <a:pt x="350089" y="198206"/>
                      </a:cubicBezTo>
                      <a:cubicBezTo>
                        <a:pt x="348915" y="195376"/>
                        <a:pt x="347672" y="192545"/>
                        <a:pt x="346430" y="189715"/>
                      </a:cubicBezTo>
                      <a:cubicBezTo>
                        <a:pt x="346016" y="188748"/>
                        <a:pt x="345601" y="187851"/>
                        <a:pt x="345118" y="186884"/>
                      </a:cubicBezTo>
                      <a:cubicBezTo>
                        <a:pt x="344704" y="185987"/>
                        <a:pt x="344358" y="185158"/>
                        <a:pt x="343944" y="184261"/>
                      </a:cubicBezTo>
                      <a:cubicBezTo>
                        <a:pt x="343461" y="183225"/>
                        <a:pt x="342978" y="182121"/>
                        <a:pt x="342495" y="181085"/>
                      </a:cubicBezTo>
                      <a:cubicBezTo>
                        <a:pt x="341045" y="178047"/>
                        <a:pt x="339595" y="175010"/>
                        <a:pt x="338145" y="172041"/>
                      </a:cubicBezTo>
                      <a:cubicBezTo>
                        <a:pt x="338145" y="171972"/>
                        <a:pt x="338007" y="171834"/>
                        <a:pt x="338007" y="171765"/>
                      </a:cubicBezTo>
                      <a:cubicBezTo>
                        <a:pt x="337800" y="171351"/>
                        <a:pt x="337593" y="170936"/>
                        <a:pt x="337386" y="170522"/>
                      </a:cubicBezTo>
                      <a:cubicBezTo>
                        <a:pt x="335936" y="167623"/>
                        <a:pt x="334486" y="164792"/>
                        <a:pt x="332967" y="161893"/>
                      </a:cubicBezTo>
                      <a:cubicBezTo>
                        <a:pt x="332622" y="161271"/>
                        <a:pt x="332208" y="160581"/>
                        <a:pt x="331863" y="159960"/>
                      </a:cubicBezTo>
                      <a:cubicBezTo>
                        <a:pt x="330206" y="156853"/>
                        <a:pt x="328411" y="153746"/>
                        <a:pt x="326685" y="150709"/>
                      </a:cubicBezTo>
                      <a:cubicBezTo>
                        <a:pt x="325856" y="149328"/>
                        <a:pt x="325166" y="147878"/>
                        <a:pt x="324338" y="146497"/>
                      </a:cubicBezTo>
                      <a:cubicBezTo>
                        <a:pt x="324061" y="146014"/>
                        <a:pt x="323785" y="145600"/>
                        <a:pt x="323509" y="145117"/>
                      </a:cubicBezTo>
                      <a:cubicBezTo>
                        <a:pt x="322681" y="143667"/>
                        <a:pt x="321783" y="142286"/>
                        <a:pt x="320886" y="140836"/>
                      </a:cubicBezTo>
                      <a:cubicBezTo>
                        <a:pt x="319229" y="138075"/>
                        <a:pt x="317503" y="135313"/>
                        <a:pt x="315777" y="132621"/>
                      </a:cubicBezTo>
                      <a:cubicBezTo>
                        <a:pt x="314742" y="131033"/>
                        <a:pt x="313775" y="129514"/>
                        <a:pt x="312739" y="127926"/>
                      </a:cubicBezTo>
                      <a:cubicBezTo>
                        <a:pt x="311842" y="126615"/>
                        <a:pt x="311014" y="125234"/>
                        <a:pt x="310116" y="123922"/>
                      </a:cubicBezTo>
                      <a:cubicBezTo>
                        <a:pt x="309495" y="122956"/>
                        <a:pt x="308804" y="122058"/>
                        <a:pt x="308183" y="121161"/>
                      </a:cubicBezTo>
                      <a:cubicBezTo>
                        <a:pt x="306319" y="118399"/>
                        <a:pt x="304386" y="115707"/>
                        <a:pt x="302453" y="113083"/>
                      </a:cubicBezTo>
                      <a:cubicBezTo>
                        <a:pt x="301624" y="111910"/>
                        <a:pt x="300865" y="110736"/>
                        <a:pt x="299967" y="109631"/>
                      </a:cubicBezTo>
                      <a:cubicBezTo>
                        <a:pt x="299277" y="108665"/>
                        <a:pt x="298518" y="107767"/>
                        <a:pt x="297827" y="106801"/>
                      </a:cubicBezTo>
                      <a:cubicBezTo>
                        <a:pt x="296999" y="105696"/>
                        <a:pt x="296171" y="104592"/>
                        <a:pt x="295273" y="103487"/>
                      </a:cubicBezTo>
                      <a:cubicBezTo>
                        <a:pt x="294513" y="102521"/>
                        <a:pt x="293823" y="101554"/>
                        <a:pt x="293064" y="100587"/>
                      </a:cubicBezTo>
                      <a:cubicBezTo>
                        <a:pt x="291131" y="98102"/>
                        <a:pt x="289129" y="95686"/>
                        <a:pt x="287127" y="93269"/>
                      </a:cubicBezTo>
                      <a:cubicBezTo>
                        <a:pt x="287058" y="93200"/>
                        <a:pt x="286988" y="93062"/>
                        <a:pt x="286919" y="92993"/>
                      </a:cubicBezTo>
                      <a:cubicBezTo>
                        <a:pt x="286919" y="92993"/>
                        <a:pt x="286919" y="92993"/>
                        <a:pt x="286919" y="92924"/>
                      </a:cubicBezTo>
                      <a:cubicBezTo>
                        <a:pt x="284917" y="90508"/>
                        <a:pt x="282846" y="88092"/>
                        <a:pt x="280775" y="85744"/>
                      </a:cubicBezTo>
                      <a:cubicBezTo>
                        <a:pt x="279532" y="84364"/>
                        <a:pt x="278290" y="82914"/>
                        <a:pt x="277047" y="81533"/>
                      </a:cubicBezTo>
                      <a:cubicBezTo>
                        <a:pt x="276219" y="80636"/>
                        <a:pt x="275390" y="79738"/>
                        <a:pt x="274562" y="78841"/>
                      </a:cubicBezTo>
                      <a:cubicBezTo>
                        <a:pt x="273043" y="77184"/>
                        <a:pt x="271524" y="75596"/>
                        <a:pt x="270005" y="74008"/>
                      </a:cubicBezTo>
                      <a:cubicBezTo>
                        <a:pt x="269522" y="73456"/>
                        <a:pt x="268970" y="72903"/>
                        <a:pt x="268486" y="72420"/>
                      </a:cubicBezTo>
                      <a:cubicBezTo>
                        <a:pt x="268348" y="72282"/>
                        <a:pt x="268210" y="72144"/>
                        <a:pt x="268072" y="72006"/>
                      </a:cubicBezTo>
                      <a:cubicBezTo>
                        <a:pt x="265794" y="69659"/>
                        <a:pt x="263447" y="67380"/>
                        <a:pt x="261099" y="65102"/>
                      </a:cubicBezTo>
                      <a:cubicBezTo>
                        <a:pt x="260961" y="64964"/>
                        <a:pt x="260823" y="64826"/>
                        <a:pt x="260616" y="64688"/>
                      </a:cubicBezTo>
                      <a:cubicBezTo>
                        <a:pt x="259857" y="63998"/>
                        <a:pt x="259166" y="63307"/>
                        <a:pt x="258407" y="62617"/>
                      </a:cubicBezTo>
                      <a:cubicBezTo>
                        <a:pt x="256888" y="61167"/>
                        <a:pt x="255300" y="59717"/>
                        <a:pt x="253781" y="58337"/>
                      </a:cubicBezTo>
                      <a:cubicBezTo>
                        <a:pt x="253367" y="57991"/>
                        <a:pt x="253022" y="57646"/>
                        <a:pt x="252608" y="57301"/>
                      </a:cubicBezTo>
                      <a:cubicBezTo>
                        <a:pt x="251572" y="56404"/>
                        <a:pt x="250537" y="55506"/>
                        <a:pt x="249501" y="54609"/>
                      </a:cubicBezTo>
                      <a:cubicBezTo>
                        <a:pt x="248397" y="53642"/>
                        <a:pt x="247361" y="52676"/>
                        <a:pt x="246256" y="51778"/>
                      </a:cubicBezTo>
                      <a:cubicBezTo>
                        <a:pt x="245635" y="51226"/>
                        <a:pt x="245014" y="50743"/>
                        <a:pt x="244323" y="50259"/>
                      </a:cubicBezTo>
                      <a:cubicBezTo>
                        <a:pt x="243219" y="49362"/>
                        <a:pt x="242114" y="48464"/>
                        <a:pt x="241010" y="47567"/>
                      </a:cubicBezTo>
                      <a:cubicBezTo>
                        <a:pt x="240181" y="46945"/>
                        <a:pt x="239422" y="46255"/>
                        <a:pt x="238593" y="45565"/>
                      </a:cubicBezTo>
                      <a:cubicBezTo>
                        <a:pt x="237696" y="44874"/>
                        <a:pt x="236798" y="44184"/>
                        <a:pt x="235832" y="43494"/>
                      </a:cubicBezTo>
                      <a:cubicBezTo>
                        <a:pt x="234796" y="42665"/>
                        <a:pt x="233692" y="41837"/>
                        <a:pt x="232656" y="41077"/>
                      </a:cubicBezTo>
                      <a:cubicBezTo>
                        <a:pt x="232104" y="40663"/>
                        <a:pt x="231551" y="40249"/>
                        <a:pt x="230999" y="39835"/>
                      </a:cubicBezTo>
                      <a:cubicBezTo>
                        <a:pt x="229687" y="38868"/>
                        <a:pt x="228376" y="37971"/>
                        <a:pt x="227064" y="37073"/>
                      </a:cubicBezTo>
                      <a:cubicBezTo>
                        <a:pt x="226167" y="36452"/>
                        <a:pt x="225269" y="35761"/>
                        <a:pt x="224303" y="35140"/>
                      </a:cubicBezTo>
                      <a:cubicBezTo>
                        <a:pt x="224026" y="34933"/>
                        <a:pt x="223750" y="34726"/>
                        <a:pt x="223474" y="34519"/>
                      </a:cubicBezTo>
                      <a:cubicBezTo>
                        <a:pt x="220989" y="32862"/>
                        <a:pt x="218572" y="31205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6087" y="29617"/>
                        <a:pt x="216087" y="29617"/>
                        <a:pt x="216087" y="29617"/>
                      </a:cubicBezTo>
                      <a:cubicBezTo>
                        <a:pt x="213671" y="28098"/>
                        <a:pt x="211254" y="26579"/>
                        <a:pt x="208838" y="25199"/>
                      </a:cubicBezTo>
                      <a:cubicBezTo>
                        <a:pt x="208286" y="24853"/>
                        <a:pt x="207734" y="24508"/>
                        <a:pt x="207181" y="24232"/>
                      </a:cubicBezTo>
                      <a:cubicBezTo>
                        <a:pt x="205317" y="23128"/>
                        <a:pt x="203453" y="22092"/>
                        <a:pt x="201589" y="21125"/>
                      </a:cubicBezTo>
                      <a:cubicBezTo>
                        <a:pt x="201382" y="21056"/>
                        <a:pt x="201244" y="20918"/>
                        <a:pt x="201106" y="20849"/>
                      </a:cubicBezTo>
                      <a:cubicBezTo>
                        <a:pt x="199587" y="20021"/>
                        <a:pt x="197999" y="19261"/>
                        <a:pt x="196481" y="18433"/>
                      </a:cubicBezTo>
                      <a:cubicBezTo>
                        <a:pt x="195790" y="18088"/>
                        <a:pt x="195100" y="17743"/>
                        <a:pt x="194409" y="17397"/>
                      </a:cubicBezTo>
                      <a:cubicBezTo>
                        <a:pt x="194340" y="17397"/>
                        <a:pt x="194202" y="17328"/>
                        <a:pt x="194133" y="17259"/>
                      </a:cubicBezTo>
                      <a:cubicBezTo>
                        <a:pt x="191993" y="16224"/>
                        <a:pt x="189853" y="15188"/>
                        <a:pt x="187713" y="14222"/>
                      </a:cubicBezTo>
                      <a:cubicBezTo>
                        <a:pt x="187575" y="14222"/>
                        <a:pt x="187437" y="14084"/>
                        <a:pt x="187230" y="14015"/>
                      </a:cubicBezTo>
                      <a:cubicBezTo>
                        <a:pt x="187230" y="14015"/>
                        <a:pt x="187230" y="14015"/>
                        <a:pt x="187230" y="14015"/>
                      </a:cubicBezTo>
                      <a:cubicBezTo>
                        <a:pt x="184951" y="12979"/>
                        <a:pt x="182604" y="12013"/>
                        <a:pt x="180326" y="11115"/>
                      </a:cubicBezTo>
                      <a:cubicBezTo>
                        <a:pt x="180257" y="11115"/>
                        <a:pt x="180188" y="11115"/>
                        <a:pt x="180119" y="11046"/>
                      </a:cubicBezTo>
                      <a:cubicBezTo>
                        <a:pt x="179497" y="10770"/>
                        <a:pt x="178807" y="10563"/>
                        <a:pt x="178185" y="10287"/>
                      </a:cubicBezTo>
                      <a:cubicBezTo>
                        <a:pt x="176598" y="9665"/>
                        <a:pt x="175010" y="9044"/>
                        <a:pt x="173491" y="8492"/>
                      </a:cubicBezTo>
                      <a:cubicBezTo>
                        <a:pt x="173353" y="8492"/>
                        <a:pt x="173146" y="8354"/>
                        <a:pt x="173008" y="8284"/>
                      </a:cubicBezTo>
                      <a:cubicBezTo>
                        <a:pt x="172317" y="8008"/>
                        <a:pt x="171627" y="7801"/>
                        <a:pt x="170937" y="7594"/>
                      </a:cubicBezTo>
                      <a:cubicBezTo>
                        <a:pt x="169487" y="7111"/>
                        <a:pt x="168106" y="6628"/>
                        <a:pt x="166656" y="6213"/>
                      </a:cubicBezTo>
                      <a:cubicBezTo>
                        <a:pt x="166380" y="6144"/>
                        <a:pt x="166104" y="6006"/>
                        <a:pt x="165828" y="5937"/>
                      </a:cubicBezTo>
                      <a:cubicBezTo>
                        <a:pt x="165207" y="5730"/>
                        <a:pt x="164516" y="5592"/>
                        <a:pt x="163895" y="5385"/>
                      </a:cubicBezTo>
                      <a:cubicBezTo>
                        <a:pt x="162514" y="4971"/>
                        <a:pt x="161064" y="4556"/>
                        <a:pt x="159683" y="4211"/>
                      </a:cubicBezTo>
                      <a:cubicBezTo>
                        <a:pt x="159338" y="4142"/>
                        <a:pt x="158924" y="4004"/>
                        <a:pt x="158579" y="3935"/>
                      </a:cubicBezTo>
                      <a:cubicBezTo>
                        <a:pt x="158027" y="3797"/>
                        <a:pt x="157474" y="3728"/>
                        <a:pt x="156922" y="3590"/>
                      </a:cubicBezTo>
                      <a:cubicBezTo>
                        <a:pt x="155541" y="3245"/>
                        <a:pt x="154091" y="2969"/>
                        <a:pt x="152711" y="2623"/>
                      </a:cubicBezTo>
                      <a:cubicBezTo>
                        <a:pt x="152228" y="2554"/>
                        <a:pt x="151744" y="2416"/>
                        <a:pt x="151261" y="2278"/>
                      </a:cubicBezTo>
                      <a:cubicBezTo>
                        <a:pt x="150847" y="2209"/>
                        <a:pt x="150433" y="2140"/>
                        <a:pt x="150018" y="2071"/>
                      </a:cubicBezTo>
                      <a:cubicBezTo>
                        <a:pt x="148499" y="1795"/>
                        <a:pt x="147050" y="1519"/>
                        <a:pt x="145531" y="1312"/>
                      </a:cubicBezTo>
                      <a:cubicBezTo>
                        <a:pt x="144978" y="1243"/>
                        <a:pt x="144426" y="1105"/>
                        <a:pt x="143805" y="1036"/>
                      </a:cubicBezTo>
                      <a:cubicBezTo>
                        <a:pt x="143529" y="1036"/>
                        <a:pt x="143322" y="1036"/>
                        <a:pt x="143045" y="967"/>
                      </a:cubicBezTo>
                      <a:cubicBezTo>
                        <a:pt x="140974" y="690"/>
                        <a:pt x="138972" y="483"/>
                        <a:pt x="136970" y="345"/>
                      </a:cubicBezTo>
                      <a:cubicBezTo>
                        <a:pt x="136694" y="345"/>
                        <a:pt x="136418" y="345"/>
                        <a:pt x="136142" y="276"/>
                      </a:cubicBezTo>
                      <a:cubicBezTo>
                        <a:pt x="136142" y="276"/>
                        <a:pt x="136073" y="276"/>
                        <a:pt x="136004" y="276"/>
                      </a:cubicBezTo>
                      <a:cubicBezTo>
                        <a:pt x="133587" y="138"/>
                        <a:pt x="131240" y="69"/>
                        <a:pt x="128824" y="0"/>
                      </a:cubicBezTo>
                      <a:cubicBezTo>
                        <a:pt x="128617" y="0"/>
                        <a:pt x="128341" y="0"/>
                        <a:pt x="128133" y="0"/>
                      </a:cubicBezTo>
                      <a:cubicBezTo>
                        <a:pt x="127719" y="0"/>
                        <a:pt x="127374" y="0"/>
                        <a:pt x="126960" y="0"/>
                      </a:cubicBezTo>
                      <a:cubicBezTo>
                        <a:pt x="124958" y="0"/>
                        <a:pt x="122956" y="138"/>
                        <a:pt x="120954" y="276"/>
                      </a:cubicBezTo>
                      <a:cubicBezTo>
                        <a:pt x="120539" y="276"/>
                        <a:pt x="120125" y="276"/>
                        <a:pt x="119780" y="276"/>
                      </a:cubicBezTo>
                      <a:cubicBezTo>
                        <a:pt x="119573" y="276"/>
                        <a:pt x="119366" y="276"/>
                        <a:pt x="119228" y="345"/>
                      </a:cubicBezTo>
                      <a:cubicBezTo>
                        <a:pt x="116535" y="621"/>
                        <a:pt x="113843" y="967"/>
                        <a:pt x="111219" y="1450"/>
                      </a:cubicBezTo>
                      <a:cubicBezTo>
                        <a:pt x="111012" y="1450"/>
                        <a:pt x="110805" y="1450"/>
                        <a:pt x="110598" y="1519"/>
                      </a:cubicBezTo>
                      <a:cubicBezTo>
                        <a:pt x="109355" y="1795"/>
                        <a:pt x="108113" y="2002"/>
                        <a:pt x="106939" y="2347"/>
                      </a:cubicBezTo>
                      <a:cubicBezTo>
                        <a:pt x="104730" y="2900"/>
                        <a:pt x="102590" y="3590"/>
                        <a:pt x="100450" y="4280"/>
                      </a:cubicBezTo>
                      <a:cubicBezTo>
                        <a:pt x="100242" y="4349"/>
                        <a:pt x="99966" y="4418"/>
                        <a:pt x="99759" y="4487"/>
                      </a:cubicBezTo>
                      <a:cubicBezTo>
                        <a:pt x="99345" y="4625"/>
                        <a:pt x="99000" y="4833"/>
                        <a:pt x="98585" y="4971"/>
                      </a:cubicBezTo>
                      <a:cubicBezTo>
                        <a:pt x="96998" y="5523"/>
                        <a:pt x="95479" y="6144"/>
                        <a:pt x="93891" y="6835"/>
                      </a:cubicBezTo>
                      <a:cubicBezTo>
                        <a:pt x="93270" y="7111"/>
                        <a:pt x="92717" y="7387"/>
                        <a:pt x="92096" y="7663"/>
                      </a:cubicBezTo>
                      <a:cubicBezTo>
                        <a:pt x="90094" y="8630"/>
                        <a:pt x="88092" y="9665"/>
                        <a:pt x="86159" y="10770"/>
                      </a:cubicBezTo>
                      <a:lnTo>
                        <a:pt x="0" y="60822"/>
                      </a:lnTo>
                      <a:cubicBezTo>
                        <a:pt x="1933" y="59717"/>
                        <a:pt x="3935" y="58682"/>
                        <a:pt x="5937" y="57715"/>
                      </a:cubicBezTo>
                      <a:cubicBezTo>
                        <a:pt x="6559" y="57439"/>
                        <a:pt x="7111" y="57163"/>
                        <a:pt x="7732" y="56887"/>
                      </a:cubicBezTo>
                      <a:cubicBezTo>
                        <a:pt x="9251" y="56196"/>
                        <a:pt x="10839" y="55575"/>
                        <a:pt x="12427" y="55023"/>
                      </a:cubicBezTo>
                      <a:cubicBezTo>
                        <a:pt x="13048" y="54816"/>
                        <a:pt x="13669" y="54539"/>
                        <a:pt x="14291" y="54332"/>
                      </a:cubicBezTo>
                      <a:cubicBezTo>
                        <a:pt x="16431" y="53642"/>
                        <a:pt x="18571" y="52952"/>
                        <a:pt x="20780" y="52399"/>
                      </a:cubicBezTo>
                      <a:cubicBezTo>
                        <a:pt x="22230" y="52054"/>
                        <a:pt x="23680" y="51778"/>
                        <a:pt x="25130" y="51502"/>
                      </a:cubicBezTo>
                      <a:cubicBezTo>
                        <a:pt x="27753" y="51019"/>
                        <a:pt x="30446" y="50604"/>
                        <a:pt x="33138" y="50397"/>
                      </a:cubicBezTo>
                      <a:cubicBezTo>
                        <a:pt x="33759" y="50397"/>
                        <a:pt x="34312" y="50328"/>
                        <a:pt x="34933" y="50259"/>
                      </a:cubicBezTo>
                      <a:cubicBezTo>
                        <a:pt x="36935" y="50121"/>
                        <a:pt x="38937" y="49983"/>
                        <a:pt x="40939" y="49983"/>
                      </a:cubicBezTo>
                      <a:cubicBezTo>
                        <a:pt x="41561" y="49983"/>
                        <a:pt x="42182" y="49983"/>
                        <a:pt x="42803" y="49983"/>
                      </a:cubicBezTo>
                      <a:cubicBezTo>
                        <a:pt x="45151" y="49983"/>
                        <a:pt x="47567" y="50052"/>
                        <a:pt x="49983" y="50259"/>
                      </a:cubicBezTo>
                      <a:cubicBezTo>
                        <a:pt x="50328" y="50259"/>
                        <a:pt x="50605" y="50259"/>
                        <a:pt x="50950" y="50328"/>
                      </a:cubicBezTo>
                      <a:cubicBezTo>
                        <a:pt x="52952" y="50466"/>
                        <a:pt x="55023" y="50673"/>
                        <a:pt x="57025" y="50950"/>
                      </a:cubicBezTo>
                      <a:cubicBezTo>
                        <a:pt x="57853" y="51088"/>
                        <a:pt x="58682" y="51157"/>
                        <a:pt x="59441" y="51295"/>
                      </a:cubicBezTo>
                      <a:cubicBezTo>
                        <a:pt x="60960" y="51502"/>
                        <a:pt x="62410" y="51778"/>
                        <a:pt x="63929" y="52054"/>
                      </a:cubicBezTo>
                      <a:cubicBezTo>
                        <a:pt x="64826" y="52192"/>
                        <a:pt x="65724" y="52399"/>
                        <a:pt x="66621" y="52606"/>
                      </a:cubicBezTo>
                      <a:cubicBezTo>
                        <a:pt x="68002" y="52883"/>
                        <a:pt x="69452" y="53228"/>
                        <a:pt x="70832" y="53573"/>
                      </a:cubicBezTo>
                      <a:cubicBezTo>
                        <a:pt x="71730" y="53780"/>
                        <a:pt x="72696" y="53987"/>
                        <a:pt x="73594" y="54263"/>
                      </a:cubicBezTo>
                      <a:cubicBezTo>
                        <a:pt x="74975" y="54609"/>
                        <a:pt x="76355" y="55023"/>
                        <a:pt x="77805" y="55437"/>
                      </a:cubicBezTo>
                      <a:cubicBezTo>
                        <a:pt x="78703" y="55713"/>
                        <a:pt x="79600" y="55920"/>
                        <a:pt x="80498" y="56196"/>
                      </a:cubicBezTo>
                      <a:cubicBezTo>
                        <a:pt x="81948" y="56611"/>
                        <a:pt x="83328" y="57094"/>
                        <a:pt x="84778" y="57577"/>
                      </a:cubicBezTo>
                      <a:cubicBezTo>
                        <a:pt x="85675" y="57853"/>
                        <a:pt x="86504" y="58129"/>
                        <a:pt x="87401" y="58475"/>
                      </a:cubicBezTo>
                      <a:cubicBezTo>
                        <a:pt x="88989" y="59027"/>
                        <a:pt x="90577" y="59648"/>
                        <a:pt x="92165" y="60270"/>
                      </a:cubicBezTo>
                      <a:cubicBezTo>
                        <a:pt x="92855" y="60546"/>
                        <a:pt x="93615" y="60822"/>
                        <a:pt x="94305" y="61098"/>
                      </a:cubicBezTo>
                      <a:cubicBezTo>
                        <a:pt x="96583" y="61996"/>
                        <a:pt x="98931" y="62962"/>
                        <a:pt x="101209" y="63998"/>
                      </a:cubicBezTo>
                      <a:cubicBezTo>
                        <a:pt x="101347" y="64067"/>
                        <a:pt x="101554" y="64136"/>
                        <a:pt x="101692" y="64205"/>
                      </a:cubicBezTo>
                      <a:cubicBezTo>
                        <a:pt x="103832" y="65171"/>
                        <a:pt x="105972" y="66207"/>
                        <a:pt x="108113" y="67242"/>
                      </a:cubicBezTo>
                      <a:cubicBezTo>
                        <a:pt x="108872" y="67588"/>
                        <a:pt x="109631" y="68071"/>
                        <a:pt x="110460" y="68416"/>
                      </a:cubicBezTo>
                      <a:cubicBezTo>
                        <a:pt x="111979" y="69175"/>
                        <a:pt x="113567" y="70004"/>
                        <a:pt x="115085" y="70832"/>
                      </a:cubicBezTo>
                      <a:cubicBezTo>
                        <a:pt x="117088" y="71937"/>
                        <a:pt x="119159" y="73042"/>
                        <a:pt x="121161" y="74215"/>
                      </a:cubicBezTo>
                      <a:cubicBezTo>
                        <a:pt x="124129" y="75941"/>
                        <a:pt x="127098" y="77736"/>
                        <a:pt x="130135" y="79669"/>
                      </a:cubicBezTo>
                      <a:cubicBezTo>
                        <a:pt x="130135" y="79669"/>
                        <a:pt x="130135" y="79669"/>
                        <a:pt x="130135" y="79669"/>
                      </a:cubicBezTo>
                      <a:cubicBezTo>
                        <a:pt x="132897" y="81395"/>
                        <a:pt x="135659" y="83259"/>
                        <a:pt x="138420" y="85192"/>
                      </a:cubicBezTo>
                      <a:cubicBezTo>
                        <a:pt x="139318" y="85814"/>
                        <a:pt x="140215" y="86504"/>
                        <a:pt x="141182" y="87125"/>
                      </a:cubicBezTo>
                      <a:cubicBezTo>
                        <a:pt x="143045" y="88437"/>
                        <a:pt x="144910" y="89818"/>
                        <a:pt x="146774" y="91198"/>
                      </a:cubicBezTo>
                      <a:cubicBezTo>
                        <a:pt x="147809" y="92027"/>
                        <a:pt x="148914" y="92786"/>
                        <a:pt x="149949" y="93615"/>
                      </a:cubicBezTo>
                      <a:cubicBezTo>
                        <a:pt x="151675" y="94926"/>
                        <a:pt x="153401" y="96307"/>
                        <a:pt x="155127" y="97688"/>
                      </a:cubicBezTo>
                      <a:cubicBezTo>
                        <a:pt x="156232" y="98585"/>
                        <a:pt x="157336" y="99483"/>
                        <a:pt x="158372" y="100380"/>
                      </a:cubicBezTo>
                      <a:cubicBezTo>
                        <a:pt x="160098" y="101830"/>
                        <a:pt x="161824" y="103280"/>
                        <a:pt x="163550" y="104799"/>
                      </a:cubicBezTo>
                      <a:cubicBezTo>
                        <a:pt x="164585" y="105696"/>
                        <a:pt x="165621" y="106594"/>
                        <a:pt x="166656" y="107491"/>
                      </a:cubicBezTo>
                      <a:cubicBezTo>
                        <a:pt x="168589" y="109217"/>
                        <a:pt x="170592" y="111012"/>
                        <a:pt x="172525" y="112876"/>
                      </a:cubicBezTo>
                      <a:cubicBezTo>
                        <a:pt x="173284" y="113566"/>
                        <a:pt x="173974" y="114188"/>
                        <a:pt x="174734" y="114878"/>
                      </a:cubicBezTo>
                      <a:cubicBezTo>
                        <a:pt x="177357" y="117364"/>
                        <a:pt x="179980" y="119987"/>
                        <a:pt x="182535" y="122610"/>
                      </a:cubicBezTo>
                      <a:cubicBezTo>
                        <a:pt x="183018" y="123163"/>
                        <a:pt x="183571" y="123646"/>
                        <a:pt x="184054" y="124198"/>
                      </a:cubicBezTo>
                      <a:cubicBezTo>
                        <a:pt x="186401" y="126684"/>
                        <a:pt x="188817" y="129169"/>
                        <a:pt x="191096" y="131723"/>
                      </a:cubicBezTo>
                      <a:cubicBezTo>
                        <a:pt x="194478" y="135451"/>
                        <a:pt x="197792" y="139248"/>
                        <a:pt x="201037" y="143184"/>
                      </a:cubicBezTo>
                      <a:cubicBezTo>
                        <a:pt x="201106" y="143253"/>
                        <a:pt x="201175" y="143391"/>
                        <a:pt x="201244" y="143460"/>
                      </a:cubicBezTo>
                      <a:cubicBezTo>
                        <a:pt x="204006" y="146773"/>
                        <a:pt x="206698" y="150225"/>
                        <a:pt x="209390" y="15367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4" name="Google Shape;2064;p83"/>
                <p:cNvSpPr/>
                <p:nvPr/>
              </p:nvSpPr>
              <p:spPr>
                <a:xfrm>
                  <a:off x="2542301" y="2862616"/>
                  <a:ext cx="181499" cy="167139"/>
                </a:xfrm>
                <a:custGeom>
                  <a:rect b="b" l="l" r="r" t="t"/>
                  <a:pathLst>
                    <a:path extrusionOk="0" h="167139" w="181499">
                      <a:moveTo>
                        <a:pt x="181361" y="110115"/>
                      </a:moveTo>
                      <a:cubicBezTo>
                        <a:pt x="181361" y="109217"/>
                        <a:pt x="181292" y="108251"/>
                        <a:pt x="181223" y="107353"/>
                      </a:cubicBezTo>
                      <a:cubicBezTo>
                        <a:pt x="181223" y="107284"/>
                        <a:pt x="181223" y="107215"/>
                        <a:pt x="181223" y="107146"/>
                      </a:cubicBezTo>
                      <a:cubicBezTo>
                        <a:pt x="181223" y="107146"/>
                        <a:pt x="181223" y="107077"/>
                        <a:pt x="181223" y="107008"/>
                      </a:cubicBezTo>
                      <a:cubicBezTo>
                        <a:pt x="181223" y="106179"/>
                        <a:pt x="181085" y="105351"/>
                        <a:pt x="181016" y="104592"/>
                      </a:cubicBezTo>
                      <a:cubicBezTo>
                        <a:pt x="180947" y="103625"/>
                        <a:pt x="180809" y="102659"/>
                        <a:pt x="180671" y="101692"/>
                      </a:cubicBezTo>
                      <a:cubicBezTo>
                        <a:pt x="180533" y="100656"/>
                        <a:pt x="180395" y="99690"/>
                        <a:pt x="180256" y="98654"/>
                      </a:cubicBezTo>
                      <a:cubicBezTo>
                        <a:pt x="180188" y="98102"/>
                        <a:pt x="180049" y="97481"/>
                        <a:pt x="179980" y="96928"/>
                      </a:cubicBezTo>
                      <a:cubicBezTo>
                        <a:pt x="179980" y="96790"/>
                        <a:pt x="179980" y="96652"/>
                        <a:pt x="179911" y="96514"/>
                      </a:cubicBezTo>
                      <a:cubicBezTo>
                        <a:pt x="179911" y="96169"/>
                        <a:pt x="179773" y="95893"/>
                        <a:pt x="179773" y="95548"/>
                      </a:cubicBezTo>
                      <a:cubicBezTo>
                        <a:pt x="179566" y="94512"/>
                        <a:pt x="179359" y="93408"/>
                        <a:pt x="179152" y="92372"/>
                      </a:cubicBezTo>
                      <a:cubicBezTo>
                        <a:pt x="178945" y="91267"/>
                        <a:pt x="178669" y="90163"/>
                        <a:pt x="178393" y="89058"/>
                      </a:cubicBezTo>
                      <a:cubicBezTo>
                        <a:pt x="178116" y="88092"/>
                        <a:pt x="177909" y="87056"/>
                        <a:pt x="177633" y="86090"/>
                      </a:cubicBezTo>
                      <a:cubicBezTo>
                        <a:pt x="177633" y="86090"/>
                        <a:pt x="177633" y="85952"/>
                        <a:pt x="177633" y="85952"/>
                      </a:cubicBezTo>
                      <a:cubicBezTo>
                        <a:pt x="177633" y="85952"/>
                        <a:pt x="177633" y="85813"/>
                        <a:pt x="177633" y="85744"/>
                      </a:cubicBezTo>
                      <a:cubicBezTo>
                        <a:pt x="177357" y="84640"/>
                        <a:pt x="177012" y="83535"/>
                        <a:pt x="176667" y="82362"/>
                      </a:cubicBezTo>
                      <a:cubicBezTo>
                        <a:pt x="176322" y="81257"/>
                        <a:pt x="175976" y="80152"/>
                        <a:pt x="175631" y="79048"/>
                      </a:cubicBezTo>
                      <a:cubicBezTo>
                        <a:pt x="175286" y="77943"/>
                        <a:pt x="174872" y="76908"/>
                        <a:pt x="174526" y="75803"/>
                      </a:cubicBezTo>
                      <a:cubicBezTo>
                        <a:pt x="174457" y="75596"/>
                        <a:pt x="174388" y="75389"/>
                        <a:pt x="174319" y="75182"/>
                      </a:cubicBezTo>
                      <a:cubicBezTo>
                        <a:pt x="174319" y="75044"/>
                        <a:pt x="174250" y="74975"/>
                        <a:pt x="174181" y="74836"/>
                      </a:cubicBezTo>
                      <a:cubicBezTo>
                        <a:pt x="173905" y="74146"/>
                        <a:pt x="173629" y="73387"/>
                        <a:pt x="173353" y="72696"/>
                      </a:cubicBezTo>
                      <a:cubicBezTo>
                        <a:pt x="172939" y="71661"/>
                        <a:pt x="172524" y="70625"/>
                        <a:pt x="172110" y="69659"/>
                      </a:cubicBezTo>
                      <a:cubicBezTo>
                        <a:pt x="171696" y="68623"/>
                        <a:pt x="171282" y="67657"/>
                        <a:pt x="170798" y="66621"/>
                      </a:cubicBezTo>
                      <a:cubicBezTo>
                        <a:pt x="170453" y="65862"/>
                        <a:pt x="170108" y="65033"/>
                        <a:pt x="169763" y="64274"/>
                      </a:cubicBezTo>
                      <a:cubicBezTo>
                        <a:pt x="169763" y="64205"/>
                        <a:pt x="169694" y="64136"/>
                        <a:pt x="169625" y="63998"/>
                      </a:cubicBezTo>
                      <a:cubicBezTo>
                        <a:pt x="169556" y="63860"/>
                        <a:pt x="169487" y="63721"/>
                        <a:pt x="169418" y="63514"/>
                      </a:cubicBezTo>
                      <a:cubicBezTo>
                        <a:pt x="168934" y="62410"/>
                        <a:pt x="168382" y="61374"/>
                        <a:pt x="167899" y="60339"/>
                      </a:cubicBezTo>
                      <a:cubicBezTo>
                        <a:pt x="167278" y="59096"/>
                        <a:pt x="166656" y="57922"/>
                        <a:pt x="166035" y="56749"/>
                      </a:cubicBezTo>
                      <a:cubicBezTo>
                        <a:pt x="165621" y="55920"/>
                        <a:pt x="165137" y="55092"/>
                        <a:pt x="164654" y="54263"/>
                      </a:cubicBezTo>
                      <a:cubicBezTo>
                        <a:pt x="164378" y="53780"/>
                        <a:pt x="164171" y="53366"/>
                        <a:pt x="163895" y="52883"/>
                      </a:cubicBezTo>
                      <a:cubicBezTo>
                        <a:pt x="163619" y="52330"/>
                        <a:pt x="163342" y="51847"/>
                        <a:pt x="162997" y="51295"/>
                      </a:cubicBezTo>
                      <a:cubicBezTo>
                        <a:pt x="161479" y="48740"/>
                        <a:pt x="159891" y="46255"/>
                        <a:pt x="158234" y="43770"/>
                      </a:cubicBezTo>
                      <a:cubicBezTo>
                        <a:pt x="158165" y="43632"/>
                        <a:pt x="158096" y="43563"/>
                        <a:pt x="158027" y="43424"/>
                      </a:cubicBezTo>
                      <a:cubicBezTo>
                        <a:pt x="157888" y="43217"/>
                        <a:pt x="157750" y="43079"/>
                        <a:pt x="157681" y="42872"/>
                      </a:cubicBezTo>
                      <a:cubicBezTo>
                        <a:pt x="156784" y="41560"/>
                        <a:pt x="155817" y="40180"/>
                        <a:pt x="154851" y="38868"/>
                      </a:cubicBezTo>
                      <a:cubicBezTo>
                        <a:pt x="154091" y="37832"/>
                        <a:pt x="153263" y="36728"/>
                        <a:pt x="152434" y="35692"/>
                      </a:cubicBezTo>
                      <a:cubicBezTo>
                        <a:pt x="151882" y="35002"/>
                        <a:pt x="151330" y="34311"/>
                        <a:pt x="150847" y="33690"/>
                      </a:cubicBezTo>
                      <a:cubicBezTo>
                        <a:pt x="150640" y="33414"/>
                        <a:pt x="150433" y="33207"/>
                        <a:pt x="150225" y="32931"/>
                      </a:cubicBezTo>
                      <a:cubicBezTo>
                        <a:pt x="149535" y="32033"/>
                        <a:pt x="148775" y="31205"/>
                        <a:pt x="148016" y="30376"/>
                      </a:cubicBezTo>
                      <a:cubicBezTo>
                        <a:pt x="147257" y="29548"/>
                        <a:pt x="146566" y="28719"/>
                        <a:pt x="145807" y="27891"/>
                      </a:cubicBezTo>
                      <a:cubicBezTo>
                        <a:pt x="145255" y="27270"/>
                        <a:pt x="144702" y="26717"/>
                        <a:pt x="144081" y="26096"/>
                      </a:cubicBezTo>
                      <a:cubicBezTo>
                        <a:pt x="144012" y="26027"/>
                        <a:pt x="143943" y="25889"/>
                        <a:pt x="143805" y="25820"/>
                      </a:cubicBezTo>
                      <a:cubicBezTo>
                        <a:pt x="143667" y="25682"/>
                        <a:pt x="143529" y="25544"/>
                        <a:pt x="143391" y="25406"/>
                      </a:cubicBezTo>
                      <a:cubicBezTo>
                        <a:pt x="142562" y="24577"/>
                        <a:pt x="141734" y="23749"/>
                        <a:pt x="140905" y="22920"/>
                      </a:cubicBezTo>
                      <a:cubicBezTo>
                        <a:pt x="140008" y="22092"/>
                        <a:pt x="139179" y="21263"/>
                        <a:pt x="138282" y="20504"/>
                      </a:cubicBezTo>
                      <a:cubicBezTo>
                        <a:pt x="137799" y="20090"/>
                        <a:pt x="137384" y="19676"/>
                        <a:pt x="136901" y="19330"/>
                      </a:cubicBezTo>
                      <a:cubicBezTo>
                        <a:pt x="136763" y="19192"/>
                        <a:pt x="136556" y="19054"/>
                        <a:pt x="136418" y="18916"/>
                      </a:cubicBezTo>
                      <a:cubicBezTo>
                        <a:pt x="136142" y="18640"/>
                        <a:pt x="135866" y="18433"/>
                        <a:pt x="135590" y="18157"/>
                      </a:cubicBezTo>
                      <a:cubicBezTo>
                        <a:pt x="134692" y="17397"/>
                        <a:pt x="133794" y="16638"/>
                        <a:pt x="132828" y="15948"/>
                      </a:cubicBezTo>
                      <a:cubicBezTo>
                        <a:pt x="131930" y="15257"/>
                        <a:pt x="131033" y="14567"/>
                        <a:pt x="130135" y="13876"/>
                      </a:cubicBezTo>
                      <a:cubicBezTo>
                        <a:pt x="129859" y="13669"/>
                        <a:pt x="129652" y="13531"/>
                        <a:pt x="129376" y="13324"/>
                      </a:cubicBezTo>
                      <a:cubicBezTo>
                        <a:pt x="129238" y="13186"/>
                        <a:pt x="129100" y="13117"/>
                        <a:pt x="128962" y="12979"/>
                      </a:cubicBezTo>
                      <a:cubicBezTo>
                        <a:pt x="128478" y="12634"/>
                        <a:pt x="127995" y="12289"/>
                        <a:pt x="127443" y="11943"/>
                      </a:cubicBezTo>
                      <a:cubicBezTo>
                        <a:pt x="126545" y="11322"/>
                        <a:pt x="125648" y="10770"/>
                        <a:pt x="124819" y="10218"/>
                      </a:cubicBezTo>
                      <a:cubicBezTo>
                        <a:pt x="123922" y="9665"/>
                        <a:pt x="123094" y="9113"/>
                        <a:pt x="122196" y="8630"/>
                      </a:cubicBezTo>
                      <a:cubicBezTo>
                        <a:pt x="121989" y="8492"/>
                        <a:pt x="121782" y="8422"/>
                        <a:pt x="121575" y="8284"/>
                      </a:cubicBezTo>
                      <a:cubicBezTo>
                        <a:pt x="120885" y="7870"/>
                        <a:pt x="120263" y="7525"/>
                        <a:pt x="119573" y="7180"/>
                      </a:cubicBezTo>
                      <a:cubicBezTo>
                        <a:pt x="118744" y="6697"/>
                        <a:pt x="117847" y="6282"/>
                        <a:pt x="117018" y="5868"/>
                      </a:cubicBezTo>
                      <a:cubicBezTo>
                        <a:pt x="117018" y="5868"/>
                        <a:pt x="117018" y="5868"/>
                        <a:pt x="116949" y="5868"/>
                      </a:cubicBezTo>
                      <a:cubicBezTo>
                        <a:pt x="116949" y="5868"/>
                        <a:pt x="116811" y="5868"/>
                        <a:pt x="116742" y="5799"/>
                      </a:cubicBezTo>
                      <a:cubicBezTo>
                        <a:pt x="115983" y="5454"/>
                        <a:pt x="115223" y="5040"/>
                        <a:pt x="114464" y="4763"/>
                      </a:cubicBezTo>
                      <a:cubicBezTo>
                        <a:pt x="113774" y="4487"/>
                        <a:pt x="113083" y="4211"/>
                        <a:pt x="112462" y="3866"/>
                      </a:cubicBezTo>
                      <a:cubicBezTo>
                        <a:pt x="112324" y="3866"/>
                        <a:pt x="112255" y="3797"/>
                        <a:pt x="112117" y="3728"/>
                      </a:cubicBezTo>
                      <a:cubicBezTo>
                        <a:pt x="112117" y="3728"/>
                        <a:pt x="111979" y="3728"/>
                        <a:pt x="111910" y="3659"/>
                      </a:cubicBezTo>
                      <a:cubicBezTo>
                        <a:pt x="111081" y="3314"/>
                        <a:pt x="110184" y="2969"/>
                        <a:pt x="109355" y="2692"/>
                      </a:cubicBezTo>
                      <a:cubicBezTo>
                        <a:pt x="108872" y="2554"/>
                        <a:pt x="108389" y="2347"/>
                        <a:pt x="107905" y="2209"/>
                      </a:cubicBezTo>
                      <a:cubicBezTo>
                        <a:pt x="107698" y="2209"/>
                        <a:pt x="107491" y="2071"/>
                        <a:pt x="107284" y="2002"/>
                      </a:cubicBezTo>
                      <a:cubicBezTo>
                        <a:pt x="107146" y="2002"/>
                        <a:pt x="106939" y="1864"/>
                        <a:pt x="106801" y="1864"/>
                      </a:cubicBezTo>
                      <a:cubicBezTo>
                        <a:pt x="105972" y="1588"/>
                        <a:pt x="105075" y="1381"/>
                        <a:pt x="104246" y="1174"/>
                      </a:cubicBezTo>
                      <a:cubicBezTo>
                        <a:pt x="103970" y="1105"/>
                        <a:pt x="103625" y="1036"/>
                        <a:pt x="103349" y="967"/>
                      </a:cubicBezTo>
                      <a:cubicBezTo>
                        <a:pt x="103073" y="967"/>
                        <a:pt x="102866" y="828"/>
                        <a:pt x="102589" y="828"/>
                      </a:cubicBezTo>
                      <a:cubicBezTo>
                        <a:pt x="102244" y="759"/>
                        <a:pt x="101968" y="690"/>
                        <a:pt x="101623" y="621"/>
                      </a:cubicBezTo>
                      <a:cubicBezTo>
                        <a:pt x="100726" y="483"/>
                        <a:pt x="99897" y="276"/>
                        <a:pt x="99000" y="207"/>
                      </a:cubicBezTo>
                      <a:cubicBezTo>
                        <a:pt x="98930" y="207"/>
                        <a:pt x="98792" y="207"/>
                        <a:pt x="98723" y="207"/>
                      </a:cubicBezTo>
                      <a:cubicBezTo>
                        <a:pt x="98516" y="207"/>
                        <a:pt x="98309" y="207"/>
                        <a:pt x="98171" y="207"/>
                      </a:cubicBezTo>
                      <a:cubicBezTo>
                        <a:pt x="97550" y="207"/>
                        <a:pt x="96997" y="69"/>
                        <a:pt x="96376" y="0"/>
                      </a:cubicBezTo>
                      <a:cubicBezTo>
                        <a:pt x="95824" y="0"/>
                        <a:pt x="95341" y="0"/>
                        <a:pt x="94788" y="0"/>
                      </a:cubicBezTo>
                      <a:cubicBezTo>
                        <a:pt x="94512" y="0"/>
                        <a:pt x="94236" y="0"/>
                        <a:pt x="94029" y="0"/>
                      </a:cubicBezTo>
                      <a:cubicBezTo>
                        <a:pt x="93891" y="0"/>
                        <a:pt x="93753" y="0"/>
                        <a:pt x="93615" y="0"/>
                      </a:cubicBezTo>
                      <a:cubicBezTo>
                        <a:pt x="92648" y="0"/>
                        <a:pt x="91613" y="0"/>
                        <a:pt x="90646" y="138"/>
                      </a:cubicBezTo>
                      <a:cubicBezTo>
                        <a:pt x="90577" y="138"/>
                        <a:pt x="90439" y="138"/>
                        <a:pt x="90370" y="138"/>
                      </a:cubicBezTo>
                      <a:cubicBezTo>
                        <a:pt x="90025" y="138"/>
                        <a:pt x="89749" y="207"/>
                        <a:pt x="89403" y="276"/>
                      </a:cubicBezTo>
                      <a:cubicBezTo>
                        <a:pt x="88713" y="345"/>
                        <a:pt x="88092" y="414"/>
                        <a:pt x="87401" y="552"/>
                      </a:cubicBezTo>
                      <a:cubicBezTo>
                        <a:pt x="86987" y="621"/>
                        <a:pt x="86573" y="690"/>
                        <a:pt x="86159" y="828"/>
                      </a:cubicBezTo>
                      <a:lnTo>
                        <a:pt x="0" y="50881"/>
                      </a:lnTo>
                      <a:cubicBezTo>
                        <a:pt x="1036" y="50604"/>
                        <a:pt x="2140" y="50466"/>
                        <a:pt x="3176" y="50328"/>
                      </a:cubicBezTo>
                      <a:cubicBezTo>
                        <a:pt x="3521" y="50328"/>
                        <a:pt x="3797" y="50190"/>
                        <a:pt x="4142" y="50190"/>
                      </a:cubicBezTo>
                      <a:cubicBezTo>
                        <a:pt x="5316" y="50052"/>
                        <a:pt x="6559" y="50052"/>
                        <a:pt x="7801" y="50052"/>
                      </a:cubicBezTo>
                      <a:cubicBezTo>
                        <a:pt x="8077" y="50052"/>
                        <a:pt x="8285" y="50052"/>
                        <a:pt x="8561" y="50052"/>
                      </a:cubicBezTo>
                      <a:cubicBezTo>
                        <a:pt x="9665" y="50052"/>
                        <a:pt x="10770" y="50190"/>
                        <a:pt x="11944" y="50259"/>
                      </a:cubicBezTo>
                      <a:cubicBezTo>
                        <a:pt x="12151" y="50259"/>
                        <a:pt x="12358" y="50259"/>
                        <a:pt x="12565" y="50259"/>
                      </a:cubicBezTo>
                      <a:cubicBezTo>
                        <a:pt x="13807" y="50397"/>
                        <a:pt x="15119" y="50673"/>
                        <a:pt x="16431" y="50950"/>
                      </a:cubicBezTo>
                      <a:cubicBezTo>
                        <a:pt x="16707" y="50950"/>
                        <a:pt x="16914" y="51088"/>
                        <a:pt x="17190" y="51088"/>
                      </a:cubicBezTo>
                      <a:cubicBezTo>
                        <a:pt x="18502" y="51364"/>
                        <a:pt x="19814" y="51709"/>
                        <a:pt x="21125" y="52123"/>
                      </a:cubicBezTo>
                      <a:cubicBezTo>
                        <a:pt x="21333" y="52123"/>
                        <a:pt x="21540" y="52261"/>
                        <a:pt x="21747" y="52330"/>
                      </a:cubicBezTo>
                      <a:cubicBezTo>
                        <a:pt x="23128" y="52745"/>
                        <a:pt x="24508" y="53297"/>
                        <a:pt x="25889" y="53849"/>
                      </a:cubicBezTo>
                      <a:cubicBezTo>
                        <a:pt x="26027" y="53849"/>
                        <a:pt x="26096" y="53918"/>
                        <a:pt x="26234" y="53987"/>
                      </a:cubicBezTo>
                      <a:cubicBezTo>
                        <a:pt x="27684" y="54608"/>
                        <a:pt x="29134" y="55230"/>
                        <a:pt x="30515" y="55920"/>
                      </a:cubicBezTo>
                      <a:cubicBezTo>
                        <a:pt x="30515" y="55920"/>
                        <a:pt x="30653" y="55920"/>
                        <a:pt x="30722" y="55989"/>
                      </a:cubicBezTo>
                      <a:cubicBezTo>
                        <a:pt x="32241" y="56749"/>
                        <a:pt x="33828" y="57577"/>
                        <a:pt x="35347" y="58475"/>
                      </a:cubicBezTo>
                      <a:cubicBezTo>
                        <a:pt x="37833" y="59924"/>
                        <a:pt x="40249" y="61512"/>
                        <a:pt x="42734" y="63238"/>
                      </a:cubicBezTo>
                      <a:cubicBezTo>
                        <a:pt x="42872" y="63376"/>
                        <a:pt x="43010" y="63445"/>
                        <a:pt x="43148" y="63583"/>
                      </a:cubicBezTo>
                      <a:cubicBezTo>
                        <a:pt x="45496" y="65309"/>
                        <a:pt x="47912" y="67173"/>
                        <a:pt x="50190" y="69175"/>
                      </a:cubicBezTo>
                      <a:cubicBezTo>
                        <a:pt x="50328" y="69313"/>
                        <a:pt x="50535" y="69452"/>
                        <a:pt x="50673" y="69590"/>
                      </a:cubicBezTo>
                      <a:cubicBezTo>
                        <a:pt x="53021" y="71661"/>
                        <a:pt x="55299" y="73801"/>
                        <a:pt x="57577" y="76079"/>
                      </a:cubicBezTo>
                      <a:cubicBezTo>
                        <a:pt x="57646" y="76148"/>
                        <a:pt x="57715" y="76286"/>
                        <a:pt x="57853" y="76355"/>
                      </a:cubicBezTo>
                      <a:cubicBezTo>
                        <a:pt x="60131" y="78772"/>
                        <a:pt x="62410" y="81257"/>
                        <a:pt x="64619" y="83949"/>
                      </a:cubicBezTo>
                      <a:cubicBezTo>
                        <a:pt x="67035" y="86849"/>
                        <a:pt x="69314" y="89956"/>
                        <a:pt x="71454" y="93062"/>
                      </a:cubicBezTo>
                      <a:cubicBezTo>
                        <a:pt x="71592" y="93269"/>
                        <a:pt x="71730" y="93408"/>
                        <a:pt x="71799" y="93615"/>
                      </a:cubicBezTo>
                      <a:cubicBezTo>
                        <a:pt x="73870" y="96652"/>
                        <a:pt x="75803" y="99828"/>
                        <a:pt x="77667" y="103004"/>
                      </a:cubicBezTo>
                      <a:cubicBezTo>
                        <a:pt x="77943" y="103487"/>
                        <a:pt x="78150" y="103901"/>
                        <a:pt x="78426" y="104384"/>
                      </a:cubicBezTo>
                      <a:cubicBezTo>
                        <a:pt x="80221" y="107560"/>
                        <a:pt x="81878" y="110874"/>
                        <a:pt x="83466" y="114119"/>
                      </a:cubicBezTo>
                      <a:cubicBezTo>
                        <a:pt x="83466" y="114188"/>
                        <a:pt x="83535" y="114326"/>
                        <a:pt x="83604" y="114395"/>
                      </a:cubicBezTo>
                      <a:cubicBezTo>
                        <a:pt x="85192" y="117847"/>
                        <a:pt x="86711" y="121437"/>
                        <a:pt x="88023" y="124958"/>
                      </a:cubicBezTo>
                      <a:cubicBezTo>
                        <a:pt x="88023" y="125096"/>
                        <a:pt x="88092" y="125165"/>
                        <a:pt x="88161" y="125303"/>
                      </a:cubicBezTo>
                      <a:cubicBezTo>
                        <a:pt x="89472" y="128893"/>
                        <a:pt x="90646" y="132483"/>
                        <a:pt x="91613" y="136073"/>
                      </a:cubicBezTo>
                      <a:cubicBezTo>
                        <a:pt x="91613" y="136073"/>
                        <a:pt x="91613" y="136211"/>
                        <a:pt x="91613" y="136211"/>
                      </a:cubicBezTo>
                      <a:cubicBezTo>
                        <a:pt x="92579" y="139732"/>
                        <a:pt x="93408" y="143253"/>
                        <a:pt x="93960" y="146704"/>
                      </a:cubicBezTo>
                      <a:cubicBezTo>
                        <a:pt x="93960" y="146842"/>
                        <a:pt x="93960" y="146981"/>
                        <a:pt x="94029" y="147119"/>
                      </a:cubicBezTo>
                      <a:cubicBezTo>
                        <a:pt x="94650" y="150570"/>
                        <a:pt x="95064" y="153953"/>
                        <a:pt x="95271" y="157198"/>
                      </a:cubicBezTo>
                      <a:cubicBezTo>
                        <a:pt x="95271" y="157198"/>
                        <a:pt x="95271" y="157336"/>
                        <a:pt x="95271" y="157336"/>
                      </a:cubicBezTo>
                      <a:cubicBezTo>
                        <a:pt x="95479" y="160719"/>
                        <a:pt x="95548" y="163964"/>
                        <a:pt x="95271" y="167139"/>
                      </a:cubicBezTo>
                      <a:lnTo>
                        <a:pt x="181430" y="117087"/>
                      </a:lnTo>
                      <a:cubicBezTo>
                        <a:pt x="181430" y="116604"/>
                        <a:pt x="181430" y="116121"/>
                        <a:pt x="181499" y="115638"/>
                      </a:cubicBezTo>
                      <a:cubicBezTo>
                        <a:pt x="181499" y="114740"/>
                        <a:pt x="181499" y="113843"/>
                        <a:pt x="181499" y="113014"/>
                      </a:cubicBezTo>
                      <a:cubicBezTo>
                        <a:pt x="181499" y="112117"/>
                        <a:pt x="181499" y="111219"/>
                        <a:pt x="181499" y="11032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5" name="Google Shape;2065;p83"/>
                <p:cNvSpPr/>
                <p:nvPr/>
              </p:nvSpPr>
              <p:spPr>
                <a:xfrm>
                  <a:off x="2637503" y="2979566"/>
                  <a:ext cx="192890" cy="220229"/>
                </a:xfrm>
                <a:custGeom>
                  <a:rect b="b" l="l" r="r" t="t"/>
                  <a:pathLst>
                    <a:path extrusionOk="0" h="220229" w="192890">
                      <a:moveTo>
                        <a:pt x="192890" y="158441"/>
                      </a:moveTo>
                      <a:cubicBezTo>
                        <a:pt x="192890" y="158096"/>
                        <a:pt x="192890" y="157750"/>
                        <a:pt x="192890" y="157405"/>
                      </a:cubicBezTo>
                      <a:cubicBezTo>
                        <a:pt x="192890" y="155955"/>
                        <a:pt x="192890" y="154575"/>
                        <a:pt x="192890" y="153056"/>
                      </a:cubicBezTo>
                      <a:cubicBezTo>
                        <a:pt x="192890" y="151606"/>
                        <a:pt x="192752" y="150156"/>
                        <a:pt x="192683" y="148637"/>
                      </a:cubicBezTo>
                      <a:cubicBezTo>
                        <a:pt x="192683" y="147947"/>
                        <a:pt x="192545" y="147257"/>
                        <a:pt x="192545" y="146566"/>
                      </a:cubicBezTo>
                      <a:cubicBezTo>
                        <a:pt x="192545" y="146290"/>
                        <a:pt x="192545" y="146014"/>
                        <a:pt x="192545" y="145807"/>
                      </a:cubicBezTo>
                      <a:cubicBezTo>
                        <a:pt x="192545" y="145255"/>
                        <a:pt x="192476" y="144702"/>
                        <a:pt x="192407" y="144150"/>
                      </a:cubicBezTo>
                      <a:cubicBezTo>
                        <a:pt x="192269" y="142631"/>
                        <a:pt x="192062" y="141112"/>
                        <a:pt x="191924" y="139525"/>
                      </a:cubicBezTo>
                      <a:cubicBezTo>
                        <a:pt x="191717" y="138006"/>
                        <a:pt x="191510" y="136418"/>
                        <a:pt x="191233" y="134830"/>
                      </a:cubicBezTo>
                      <a:cubicBezTo>
                        <a:pt x="191165" y="134347"/>
                        <a:pt x="191095" y="133863"/>
                        <a:pt x="190957" y="133380"/>
                      </a:cubicBezTo>
                      <a:cubicBezTo>
                        <a:pt x="190957" y="133104"/>
                        <a:pt x="190888" y="132828"/>
                        <a:pt x="190819" y="132552"/>
                      </a:cubicBezTo>
                      <a:cubicBezTo>
                        <a:pt x="190681" y="131723"/>
                        <a:pt x="190543" y="130826"/>
                        <a:pt x="190405" y="129997"/>
                      </a:cubicBezTo>
                      <a:cubicBezTo>
                        <a:pt x="190129" y="128410"/>
                        <a:pt x="189784" y="126753"/>
                        <a:pt x="189439" y="125165"/>
                      </a:cubicBezTo>
                      <a:cubicBezTo>
                        <a:pt x="189093" y="123508"/>
                        <a:pt x="188679" y="121920"/>
                        <a:pt x="188265" y="120263"/>
                      </a:cubicBezTo>
                      <a:cubicBezTo>
                        <a:pt x="188265" y="120056"/>
                        <a:pt x="188127" y="119849"/>
                        <a:pt x="188127" y="119642"/>
                      </a:cubicBezTo>
                      <a:cubicBezTo>
                        <a:pt x="188127" y="119504"/>
                        <a:pt x="188058" y="119297"/>
                        <a:pt x="187989" y="119159"/>
                      </a:cubicBezTo>
                      <a:cubicBezTo>
                        <a:pt x="187644" y="117916"/>
                        <a:pt x="187367" y="116604"/>
                        <a:pt x="187022" y="115361"/>
                      </a:cubicBezTo>
                      <a:cubicBezTo>
                        <a:pt x="186608" y="113774"/>
                        <a:pt x="186125" y="112186"/>
                        <a:pt x="185641" y="110598"/>
                      </a:cubicBezTo>
                      <a:cubicBezTo>
                        <a:pt x="185158" y="109079"/>
                        <a:pt x="184675" y="107491"/>
                        <a:pt x="184192" y="105972"/>
                      </a:cubicBezTo>
                      <a:cubicBezTo>
                        <a:pt x="184192" y="105972"/>
                        <a:pt x="184192" y="105834"/>
                        <a:pt x="184192" y="105834"/>
                      </a:cubicBezTo>
                      <a:cubicBezTo>
                        <a:pt x="184192" y="105834"/>
                        <a:pt x="184192" y="105696"/>
                        <a:pt x="184192" y="105696"/>
                      </a:cubicBezTo>
                      <a:cubicBezTo>
                        <a:pt x="183708" y="104315"/>
                        <a:pt x="183294" y="103004"/>
                        <a:pt x="182742" y="101623"/>
                      </a:cubicBezTo>
                      <a:cubicBezTo>
                        <a:pt x="182259" y="100242"/>
                        <a:pt x="181706" y="98793"/>
                        <a:pt x="181154" y="97412"/>
                      </a:cubicBezTo>
                      <a:cubicBezTo>
                        <a:pt x="180671" y="96100"/>
                        <a:pt x="180118" y="94788"/>
                        <a:pt x="179566" y="93408"/>
                      </a:cubicBezTo>
                      <a:cubicBezTo>
                        <a:pt x="179428" y="93062"/>
                        <a:pt x="179290" y="92717"/>
                        <a:pt x="179083" y="92372"/>
                      </a:cubicBezTo>
                      <a:cubicBezTo>
                        <a:pt x="179014" y="92234"/>
                        <a:pt x="178945" y="92027"/>
                        <a:pt x="178876" y="91889"/>
                      </a:cubicBezTo>
                      <a:cubicBezTo>
                        <a:pt x="178531" y="91129"/>
                        <a:pt x="178185" y="90301"/>
                        <a:pt x="177840" y="89541"/>
                      </a:cubicBezTo>
                      <a:cubicBezTo>
                        <a:pt x="177288" y="88230"/>
                        <a:pt x="176667" y="86987"/>
                        <a:pt x="176114" y="85675"/>
                      </a:cubicBezTo>
                      <a:cubicBezTo>
                        <a:pt x="175493" y="84364"/>
                        <a:pt x="174872" y="83052"/>
                        <a:pt x="174250" y="81740"/>
                      </a:cubicBezTo>
                      <a:cubicBezTo>
                        <a:pt x="173836" y="80843"/>
                        <a:pt x="173353" y="80014"/>
                        <a:pt x="172939" y="79117"/>
                      </a:cubicBezTo>
                      <a:cubicBezTo>
                        <a:pt x="172801" y="78910"/>
                        <a:pt x="172731" y="78634"/>
                        <a:pt x="172593" y="78426"/>
                      </a:cubicBezTo>
                      <a:cubicBezTo>
                        <a:pt x="172386" y="78012"/>
                        <a:pt x="172179" y="77598"/>
                        <a:pt x="171972" y="77184"/>
                      </a:cubicBezTo>
                      <a:cubicBezTo>
                        <a:pt x="170868" y="75182"/>
                        <a:pt x="169763" y="73180"/>
                        <a:pt x="168658" y="71178"/>
                      </a:cubicBezTo>
                      <a:cubicBezTo>
                        <a:pt x="167623" y="69383"/>
                        <a:pt x="166518" y="67588"/>
                        <a:pt x="165413" y="65793"/>
                      </a:cubicBezTo>
                      <a:cubicBezTo>
                        <a:pt x="164309" y="64067"/>
                        <a:pt x="163273" y="62410"/>
                        <a:pt x="162100" y="60753"/>
                      </a:cubicBezTo>
                      <a:cubicBezTo>
                        <a:pt x="161547" y="59924"/>
                        <a:pt x="160926" y="59096"/>
                        <a:pt x="160305" y="58268"/>
                      </a:cubicBezTo>
                      <a:cubicBezTo>
                        <a:pt x="159752" y="57439"/>
                        <a:pt x="159131" y="56611"/>
                        <a:pt x="158510" y="55782"/>
                      </a:cubicBezTo>
                      <a:cubicBezTo>
                        <a:pt x="158096" y="55230"/>
                        <a:pt x="157750" y="54678"/>
                        <a:pt x="157336" y="54125"/>
                      </a:cubicBezTo>
                      <a:cubicBezTo>
                        <a:pt x="156163" y="52537"/>
                        <a:pt x="154989" y="51019"/>
                        <a:pt x="153815" y="49500"/>
                      </a:cubicBezTo>
                      <a:cubicBezTo>
                        <a:pt x="153608" y="49224"/>
                        <a:pt x="153401" y="48948"/>
                        <a:pt x="153125" y="48671"/>
                      </a:cubicBezTo>
                      <a:cubicBezTo>
                        <a:pt x="152918" y="48395"/>
                        <a:pt x="152642" y="48119"/>
                        <a:pt x="152434" y="47843"/>
                      </a:cubicBezTo>
                      <a:cubicBezTo>
                        <a:pt x="151813" y="47084"/>
                        <a:pt x="151192" y="46255"/>
                        <a:pt x="150501" y="45496"/>
                      </a:cubicBezTo>
                      <a:cubicBezTo>
                        <a:pt x="149397" y="44184"/>
                        <a:pt x="148361" y="42941"/>
                        <a:pt x="147257" y="41699"/>
                      </a:cubicBezTo>
                      <a:cubicBezTo>
                        <a:pt x="146980" y="41353"/>
                        <a:pt x="146704" y="41077"/>
                        <a:pt x="146359" y="40732"/>
                      </a:cubicBezTo>
                      <a:cubicBezTo>
                        <a:pt x="146083" y="40456"/>
                        <a:pt x="145876" y="40180"/>
                        <a:pt x="145600" y="39904"/>
                      </a:cubicBezTo>
                      <a:cubicBezTo>
                        <a:pt x="145047" y="39282"/>
                        <a:pt x="144426" y="38592"/>
                        <a:pt x="143874" y="37971"/>
                      </a:cubicBezTo>
                      <a:cubicBezTo>
                        <a:pt x="142700" y="36728"/>
                        <a:pt x="141527" y="35416"/>
                        <a:pt x="140284" y="34243"/>
                      </a:cubicBezTo>
                      <a:cubicBezTo>
                        <a:pt x="140008" y="33897"/>
                        <a:pt x="139662" y="33621"/>
                        <a:pt x="139317" y="33345"/>
                      </a:cubicBezTo>
                      <a:cubicBezTo>
                        <a:pt x="139041" y="33069"/>
                        <a:pt x="138696" y="32724"/>
                        <a:pt x="138420" y="32448"/>
                      </a:cubicBezTo>
                      <a:cubicBezTo>
                        <a:pt x="137799" y="31826"/>
                        <a:pt x="137177" y="31205"/>
                        <a:pt x="136487" y="30584"/>
                      </a:cubicBezTo>
                      <a:cubicBezTo>
                        <a:pt x="135175" y="29341"/>
                        <a:pt x="133863" y="28098"/>
                        <a:pt x="132552" y="26925"/>
                      </a:cubicBezTo>
                      <a:cubicBezTo>
                        <a:pt x="132345" y="26718"/>
                        <a:pt x="132137" y="26510"/>
                        <a:pt x="131861" y="26372"/>
                      </a:cubicBezTo>
                      <a:cubicBezTo>
                        <a:pt x="131585" y="26096"/>
                        <a:pt x="131309" y="25889"/>
                        <a:pt x="131033" y="25613"/>
                      </a:cubicBezTo>
                      <a:cubicBezTo>
                        <a:pt x="130204" y="24922"/>
                        <a:pt x="129376" y="24163"/>
                        <a:pt x="128548" y="23473"/>
                      </a:cubicBezTo>
                      <a:cubicBezTo>
                        <a:pt x="127236" y="22368"/>
                        <a:pt x="125924" y="21264"/>
                        <a:pt x="124543" y="20228"/>
                      </a:cubicBezTo>
                      <a:cubicBezTo>
                        <a:pt x="124405" y="20159"/>
                        <a:pt x="124336" y="20021"/>
                        <a:pt x="124198" y="19952"/>
                      </a:cubicBezTo>
                      <a:cubicBezTo>
                        <a:pt x="123991" y="19814"/>
                        <a:pt x="123853" y="19676"/>
                        <a:pt x="123646" y="19538"/>
                      </a:cubicBezTo>
                      <a:cubicBezTo>
                        <a:pt x="122610" y="18778"/>
                        <a:pt x="121644" y="17950"/>
                        <a:pt x="120608" y="17259"/>
                      </a:cubicBezTo>
                      <a:cubicBezTo>
                        <a:pt x="119365" y="16362"/>
                        <a:pt x="118054" y="15464"/>
                        <a:pt x="116811" y="14567"/>
                      </a:cubicBezTo>
                      <a:cubicBezTo>
                        <a:pt x="116742" y="14567"/>
                        <a:pt x="116604" y="14429"/>
                        <a:pt x="116535" y="14360"/>
                      </a:cubicBezTo>
                      <a:cubicBezTo>
                        <a:pt x="116397" y="14291"/>
                        <a:pt x="116259" y="14153"/>
                        <a:pt x="116121" y="14084"/>
                      </a:cubicBezTo>
                      <a:cubicBezTo>
                        <a:pt x="115154" y="13393"/>
                        <a:pt x="114119" y="12772"/>
                        <a:pt x="113152" y="12151"/>
                      </a:cubicBezTo>
                      <a:cubicBezTo>
                        <a:pt x="111979" y="11391"/>
                        <a:pt x="110736" y="10632"/>
                        <a:pt x="109562" y="9941"/>
                      </a:cubicBezTo>
                      <a:cubicBezTo>
                        <a:pt x="109286" y="9803"/>
                        <a:pt x="109010" y="9596"/>
                        <a:pt x="108734" y="9458"/>
                      </a:cubicBezTo>
                      <a:cubicBezTo>
                        <a:pt x="107836" y="8906"/>
                        <a:pt x="106939" y="8423"/>
                        <a:pt x="106041" y="7939"/>
                      </a:cubicBezTo>
                      <a:cubicBezTo>
                        <a:pt x="105213" y="7456"/>
                        <a:pt x="104315" y="7042"/>
                        <a:pt x="103487" y="6628"/>
                      </a:cubicBezTo>
                      <a:cubicBezTo>
                        <a:pt x="103280" y="6559"/>
                        <a:pt x="103073" y="6421"/>
                        <a:pt x="102866" y="6352"/>
                      </a:cubicBezTo>
                      <a:cubicBezTo>
                        <a:pt x="102797" y="6352"/>
                        <a:pt x="102659" y="6282"/>
                        <a:pt x="102589" y="6213"/>
                      </a:cubicBezTo>
                      <a:cubicBezTo>
                        <a:pt x="101485" y="5661"/>
                        <a:pt x="100311" y="5109"/>
                        <a:pt x="99207" y="4626"/>
                      </a:cubicBezTo>
                      <a:cubicBezTo>
                        <a:pt x="98792" y="4418"/>
                        <a:pt x="98309" y="4280"/>
                        <a:pt x="97895" y="4073"/>
                      </a:cubicBezTo>
                      <a:cubicBezTo>
                        <a:pt x="97550" y="3935"/>
                        <a:pt x="97274" y="3797"/>
                        <a:pt x="96928" y="3659"/>
                      </a:cubicBezTo>
                      <a:cubicBezTo>
                        <a:pt x="96583" y="3521"/>
                        <a:pt x="96238" y="3383"/>
                        <a:pt x="95893" y="3245"/>
                      </a:cubicBezTo>
                      <a:cubicBezTo>
                        <a:pt x="94788" y="2831"/>
                        <a:pt x="93684" y="2416"/>
                        <a:pt x="92579" y="2002"/>
                      </a:cubicBezTo>
                      <a:cubicBezTo>
                        <a:pt x="92372" y="2002"/>
                        <a:pt x="92234" y="1864"/>
                        <a:pt x="92027" y="1795"/>
                      </a:cubicBezTo>
                      <a:cubicBezTo>
                        <a:pt x="91751" y="1726"/>
                        <a:pt x="91475" y="1588"/>
                        <a:pt x="91198" y="1519"/>
                      </a:cubicBezTo>
                      <a:cubicBezTo>
                        <a:pt x="90577" y="1312"/>
                        <a:pt x="89956" y="1105"/>
                        <a:pt x="89265" y="898"/>
                      </a:cubicBezTo>
                      <a:cubicBezTo>
                        <a:pt x="88230" y="552"/>
                        <a:pt x="87194" y="276"/>
                        <a:pt x="86159" y="0"/>
                      </a:cubicBezTo>
                      <a:lnTo>
                        <a:pt x="0" y="50052"/>
                      </a:lnTo>
                      <a:cubicBezTo>
                        <a:pt x="1657" y="50466"/>
                        <a:pt x="3314" y="51019"/>
                        <a:pt x="5040" y="51571"/>
                      </a:cubicBezTo>
                      <a:cubicBezTo>
                        <a:pt x="5316" y="51640"/>
                        <a:pt x="5592" y="51709"/>
                        <a:pt x="5868" y="51847"/>
                      </a:cubicBezTo>
                      <a:cubicBezTo>
                        <a:pt x="7456" y="52399"/>
                        <a:pt x="9113" y="53021"/>
                        <a:pt x="10770" y="53711"/>
                      </a:cubicBezTo>
                      <a:cubicBezTo>
                        <a:pt x="11115" y="53849"/>
                        <a:pt x="11391" y="53987"/>
                        <a:pt x="11736" y="54125"/>
                      </a:cubicBezTo>
                      <a:cubicBezTo>
                        <a:pt x="13393" y="54816"/>
                        <a:pt x="15050" y="55575"/>
                        <a:pt x="16707" y="56404"/>
                      </a:cubicBezTo>
                      <a:cubicBezTo>
                        <a:pt x="16914" y="56473"/>
                        <a:pt x="17121" y="56611"/>
                        <a:pt x="17328" y="56680"/>
                      </a:cubicBezTo>
                      <a:cubicBezTo>
                        <a:pt x="19054" y="57577"/>
                        <a:pt x="20849" y="58475"/>
                        <a:pt x="22575" y="59510"/>
                      </a:cubicBezTo>
                      <a:cubicBezTo>
                        <a:pt x="25061" y="60960"/>
                        <a:pt x="27477" y="62479"/>
                        <a:pt x="29962" y="64136"/>
                      </a:cubicBezTo>
                      <a:cubicBezTo>
                        <a:pt x="30100" y="64205"/>
                        <a:pt x="30238" y="64343"/>
                        <a:pt x="30376" y="64412"/>
                      </a:cubicBezTo>
                      <a:cubicBezTo>
                        <a:pt x="32793" y="66069"/>
                        <a:pt x="35140" y="67795"/>
                        <a:pt x="37487" y="69590"/>
                      </a:cubicBezTo>
                      <a:cubicBezTo>
                        <a:pt x="37694" y="69728"/>
                        <a:pt x="37832" y="69866"/>
                        <a:pt x="38039" y="70004"/>
                      </a:cubicBezTo>
                      <a:cubicBezTo>
                        <a:pt x="40318" y="71799"/>
                        <a:pt x="42596" y="73663"/>
                        <a:pt x="44805" y="75665"/>
                      </a:cubicBezTo>
                      <a:cubicBezTo>
                        <a:pt x="45081" y="75941"/>
                        <a:pt x="45357" y="76148"/>
                        <a:pt x="45634" y="76424"/>
                      </a:cubicBezTo>
                      <a:cubicBezTo>
                        <a:pt x="47843" y="78357"/>
                        <a:pt x="49983" y="80429"/>
                        <a:pt x="52123" y="82500"/>
                      </a:cubicBezTo>
                      <a:cubicBezTo>
                        <a:pt x="52399" y="82776"/>
                        <a:pt x="52744" y="83121"/>
                        <a:pt x="53021" y="83397"/>
                      </a:cubicBezTo>
                      <a:cubicBezTo>
                        <a:pt x="55161" y="85537"/>
                        <a:pt x="57232" y="87747"/>
                        <a:pt x="59303" y="90025"/>
                      </a:cubicBezTo>
                      <a:cubicBezTo>
                        <a:pt x="59579" y="90301"/>
                        <a:pt x="59786" y="90577"/>
                        <a:pt x="60062" y="90853"/>
                      </a:cubicBezTo>
                      <a:cubicBezTo>
                        <a:pt x="62134" y="93131"/>
                        <a:pt x="64136" y="95548"/>
                        <a:pt x="66138" y="97964"/>
                      </a:cubicBezTo>
                      <a:cubicBezTo>
                        <a:pt x="66345" y="98240"/>
                        <a:pt x="66621" y="98516"/>
                        <a:pt x="66828" y="98793"/>
                      </a:cubicBezTo>
                      <a:cubicBezTo>
                        <a:pt x="68692" y="101071"/>
                        <a:pt x="70418" y="103487"/>
                        <a:pt x="72213" y="105903"/>
                      </a:cubicBezTo>
                      <a:cubicBezTo>
                        <a:pt x="72834" y="106732"/>
                        <a:pt x="73387" y="107560"/>
                        <a:pt x="74008" y="108389"/>
                      </a:cubicBezTo>
                      <a:cubicBezTo>
                        <a:pt x="75734" y="110874"/>
                        <a:pt x="77460" y="113359"/>
                        <a:pt x="79048" y="115914"/>
                      </a:cubicBezTo>
                      <a:cubicBezTo>
                        <a:pt x="81602" y="119987"/>
                        <a:pt x="84018" y="124198"/>
                        <a:pt x="86297" y="128479"/>
                      </a:cubicBezTo>
                      <a:cubicBezTo>
                        <a:pt x="86435" y="128686"/>
                        <a:pt x="86504" y="128962"/>
                        <a:pt x="86642" y="129169"/>
                      </a:cubicBezTo>
                      <a:cubicBezTo>
                        <a:pt x="88782" y="133311"/>
                        <a:pt x="90784" y="137592"/>
                        <a:pt x="92648" y="141872"/>
                      </a:cubicBezTo>
                      <a:cubicBezTo>
                        <a:pt x="92717" y="142010"/>
                        <a:pt x="92786" y="142217"/>
                        <a:pt x="92855" y="142355"/>
                      </a:cubicBezTo>
                      <a:cubicBezTo>
                        <a:pt x="94719" y="146774"/>
                        <a:pt x="96376" y="151192"/>
                        <a:pt x="97895" y="155679"/>
                      </a:cubicBezTo>
                      <a:cubicBezTo>
                        <a:pt x="97895" y="155679"/>
                        <a:pt x="97895" y="155817"/>
                        <a:pt x="97895" y="155817"/>
                      </a:cubicBezTo>
                      <a:cubicBezTo>
                        <a:pt x="99414" y="160236"/>
                        <a:pt x="100726" y="164723"/>
                        <a:pt x="101830" y="169142"/>
                      </a:cubicBezTo>
                      <a:cubicBezTo>
                        <a:pt x="101830" y="169280"/>
                        <a:pt x="101899" y="169487"/>
                        <a:pt x="101968" y="169625"/>
                      </a:cubicBezTo>
                      <a:cubicBezTo>
                        <a:pt x="103073" y="173974"/>
                        <a:pt x="103970" y="178255"/>
                        <a:pt x="104661" y="182535"/>
                      </a:cubicBezTo>
                      <a:cubicBezTo>
                        <a:pt x="104661" y="182811"/>
                        <a:pt x="104730" y="183087"/>
                        <a:pt x="104799" y="183363"/>
                      </a:cubicBezTo>
                      <a:cubicBezTo>
                        <a:pt x="105489" y="187575"/>
                        <a:pt x="106041" y="191717"/>
                        <a:pt x="106387" y="195721"/>
                      </a:cubicBezTo>
                      <a:cubicBezTo>
                        <a:pt x="106387" y="195997"/>
                        <a:pt x="106387" y="196273"/>
                        <a:pt x="106387" y="196480"/>
                      </a:cubicBezTo>
                      <a:cubicBezTo>
                        <a:pt x="106732" y="200554"/>
                        <a:pt x="106870" y="204489"/>
                        <a:pt x="106801" y="208286"/>
                      </a:cubicBezTo>
                      <a:cubicBezTo>
                        <a:pt x="106801" y="208493"/>
                        <a:pt x="106801" y="208700"/>
                        <a:pt x="106801" y="208907"/>
                      </a:cubicBezTo>
                      <a:cubicBezTo>
                        <a:pt x="106732" y="212842"/>
                        <a:pt x="106456" y="216639"/>
                        <a:pt x="105972" y="220229"/>
                      </a:cubicBezTo>
                      <a:lnTo>
                        <a:pt x="192131" y="170177"/>
                      </a:lnTo>
                      <a:cubicBezTo>
                        <a:pt x="192131" y="170177"/>
                        <a:pt x="192131" y="169832"/>
                        <a:pt x="192131" y="169625"/>
                      </a:cubicBezTo>
                      <a:cubicBezTo>
                        <a:pt x="192269" y="168313"/>
                        <a:pt x="192407" y="166932"/>
                        <a:pt x="192545" y="165552"/>
                      </a:cubicBezTo>
                      <a:cubicBezTo>
                        <a:pt x="192683" y="164171"/>
                        <a:pt x="192752" y="162790"/>
                        <a:pt x="192821" y="161409"/>
                      </a:cubicBezTo>
                      <a:cubicBezTo>
                        <a:pt x="192821" y="160581"/>
                        <a:pt x="192821" y="159752"/>
                        <a:pt x="192821" y="158855"/>
                      </a:cubicBezTo>
                      <a:cubicBezTo>
                        <a:pt x="192821" y="158648"/>
                        <a:pt x="192821" y="158441"/>
                        <a:pt x="192821" y="15823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66" name="Google Shape;2066;p83"/>
              <p:cNvSpPr/>
              <p:nvPr/>
            </p:nvSpPr>
            <p:spPr>
              <a:xfrm>
                <a:off x="1998286" y="2614133"/>
                <a:ext cx="745976" cy="585868"/>
              </a:xfrm>
              <a:custGeom>
                <a:rect b="b" l="l" r="r" t="t"/>
                <a:pathLst>
                  <a:path extrusionOk="0" h="585868" w="745976">
                    <a:moveTo>
                      <a:pt x="375149" y="24250"/>
                    </a:moveTo>
                    <a:cubicBezTo>
                      <a:pt x="399174" y="38126"/>
                      <a:pt x="423199" y="57595"/>
                      <a:pt x="445015" y="81689"/>
                    </a:cubicBezTo>
                    <a:cubicBezTo>
                      <a:pt x="499278" y="141475"/>
                      <a:pt x="538353" y="227427"/>
                      <a:pt x="543807" y="299018"/>
                    </a:cubicBezTo>
                    <a:cubicBezTo>
                      <a:pt x="554094" y="296533"/>
                      <a:pt x="566659" y="299502"/>
                      <a:pt x="579224" y="306751"/>
                    </a:cubicBezTo>
                    <a:cubicBezTo>
                      <a:pt x="589441" y="312619"/>
                      <a:pt x="599589" y="321317"/>
                      <a:pt x="608426" y="332156"/>
                    </a:cubicBezTo>
                    <a:cubicBezTo>
                      <a:pt x="628309" y="356388"/>
                      <a:pt x="640736" y="390079"/>
                      <a:pt x="639148" y="415346"/>
                    </a:cubicBezTo>
                    <a:cubicBezTo>
                      <a:pt x="646466" y="417210"/>
                      <a:pt x="654060" y="420386"/>
                      <a:pt x="661654" y="424805"/>
                    </a:cubicBezTo>
                    <a:cubicBezTo>
                      <a:pt x="682158" y="436610"/>
                      <a:pt x="702662" y="456907"/>
                      <a:pt x="718127" y="481346"/>
                    </a:cubicBezTo>
                    <a:cubicBezTo>
                      <a:pt x="739321" y="514829"/>
                      <a:pt x="749056" y="556045"/>
                      <a:pt x="745120" y="585869"/>
                    </a:cubicBezTo>
                    <a:lnTo>
                      <a:pt x="0" y="155628"/>
                    </a:lnTo>
                    <a:cubicBezTo>
                      <a:pt x="0" y="119452"/>
                      <a:pt x="11598" y="93011"/>
                      <a:pt x="37901" y="88247"/>
                    </a:cubicBezTo>
                    <a:cubicBezTo>
                      <a:pt x="53021" y="85486"/>
                      <a:pt x="71592" y="90526"/>
                      <a:pt x="90094" y="101226"/>
                    </a:cubicBezTo>
                    <a:cubicBezTo>
                      <a:pt x="103763" y="109097"/>
                      <a:pt x="117432" y="120074"/>
                      <a:pt x="129721" y="133260"/>
                    </a:cubicBezTo>
                    <a:cubicBezTo>
                      <a:pt x="135106" y="119866"/>
                      <a:pt x="146912" y="113101"/>
                      <a:pt x="161271" y="115310"/>
                    </a:cubicBezTo>
                    <a:cubicBezTo>
                      <a:pt x="168520" y="116415"/>
                      <a:pt x="175907" y="118831"/>
                      <a:pt x="183225" y="122973"/>
                    </a:cubicBezTo>
                    <a:cubicBezTo>
                      <a:pt x="190336" y="127046"/>
                      <a:pt x="197309" y="132915"/>
                      <a:pt x="203867" y="140923"/>
                    </a:cubicBezTo>
                    <a:cubicBezTo>
                      <a:pt x="198068" y="69193"/>
                      <a:pt x="226166" y="14446"/>
                      <a:pt x="274769" y="2503"/>
                    </a:cubicBezTo>
                    <a:cubicBezTo>
                      <a:pt x="303833" y="-4608"/>
                      <a:pt x="339526" y="3677"/>
                      <a:pt x="375149" y="242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7" name="Google Shape;2067;p83"/>
            <p:cNvGrpSpPr/>
            <p:nvPr/>
          </p:nvGrpSpPr>
          <p:grpSpPr>
            <a:xfrm>
              <a:off x="2034945" y="2718328"/>
              <a:ext cx="482985" cy="589186"/>
              <a:chOff x="2034945" y="2718328"/>
              <a:chExt cx="482985" cy="589186"/>
            </a:xfrm>
          </p:grpSpPr>
          <p:sp>
            <p:nvSpPr>
              <p:cNvPr id="2068" name="Google Shape;2068;p83"/>
              <p:cNvSpPr/>
              <p:nvPr/>
            </p:nvSpPr>
            <p:spPr>
              <a:xfrm>
                <a:off x="2038949" y="2865516"/>
                <a:ext cx="96238" cy="73248"/>
              </a:xfrm>
              <a:custGeom>
                <a:rect b="b" l="l" r="r" t="t"/>
                <a:pathLst>
                  <a:path extrusionOk="0" h="73248" w="96238">
                    <a:moveTo>
                      <a:pt x="95962" y="40318"/>
                    </a:moveTo>
                    <a:cubicBezTo>
                      <a:pt x="95962" y="40318"/>
                      <a:pt x="95962" y="39973"/>
                      <a:pt x="95962" y="39765"/>
                    </a:cubicBezTo>
                    <a:cubicBezTo>
                      <a:pt x="95962" y="39558"/>
                      <a:pt x="95962" y="39420"/>
                      <a:pt x="95962" y="39213"/>
                    </a:cubicBezTo>
                    <a:cubicBezTo>
                      <a:pt x="95962" y="39006"/>
                      <a:pt x="95962" y="38868"/>
                      <a:pt x="95962" y="38661"/>
                    </a:cubicBezTo>
                    <a:cubicBezTo>
                      <a:pt x="95962" y="38454"/>
                      <a:pt x="95962" y="38247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8109"/>
                      <a:pt x="95893" y="38109"/>
                      <a:pt x="95893" y="38109"/>
                    </a:cubicBezTo>
                    <a:cubicBezTo>
                      <a:pt x="95893" y="37901"/>
                      <a:pt x="95893" y="37763"/>
                      <a:pt x="95824" y="37556"/>
                    </a:cubicBezTo>
                    <a:cubicBezTo>
                      <a:pt x="95824" y="37349"/>
                      <a:pt x="95755" y="37142"/>
                      <a:pt x="95686" y="36935"/>
                    </a:cubicBezTo>
                    <a:cubicBezTo>
                      <a:pt x="95686" y="36728"/>
                      <a:pt x="95617" y="36521"/>
                      <a:pt x="95548" y="36314"/>
                    </a:cubicBezTo>
                    <a:cubicBezTo>
                      <a:pt x="95548" y="36107"/>
                      <a:pt x="95410" y="35899"/>
                      <a:pt x="95410" y="35692"/>
                    </a:cubicBezTo>
                    <a:cubicBezTo>
                      <a:pt x="95410" y="35554"/>
                      <a:pt x="95341" y="35347"/>
                      <a:pt x="95272" y="35209"/>
                    </a:cubicBezTo>
                    <a:cubicBezTo>
                      <a:pt x="95272" y="35209"/>
                      <a:pt x="95272" y="35209"/>
                      <a:pt x="95272" y="35209"/>
                    </a:cubicBezTo>
                    <a:cubicBezTo>
                      <a:pt x="95272" y="35209"/>
                      <a:pt x="95272" y="35209"/>
                      <a:pt x="95272" y="35140"/>
                    </a:cubicBezTo>
                    <a:cubicBezTo>
                      <a:pt x="95272" y="34933"/>
                      <a:pt x="95133" y="34726"/>
                      <a:pt x="95064" y="34519"/>
                    </a:cubicBezTo>
                    <a:cubicBezTo>
                      <a:pt x="95064" y="34312"/>
                      <a:pt x="94926" y="34104"/>
                      <a:pt x="94857" y="33897"/>
                    </a:cubicBezTo>
                    <a:cubicBezTo>
                      <a:pt x="94857" y="33690"/>
                      <a:pt x="94719" y="33552"/>
                      <a:pt x="94650" y="33345"/>
                    </a:cubicBezTo>
                    <a:cubicBezTo>
                      <a:pt x="94581" y="33138"/>
                      <a:pt x="94512" y="33000"/>
                      <a:pt x="94443" y="32793"/>
                    </a:cubicBezTo>
                    <a:cubicBezTo>
                      <a:pt x="94443" y="32655"/>
                      <a:pt x="94305" y="32517"/>
                      <a:pt x="94236" y="32379"/>
                    </a:cubicBezTo>
                    <a:cubicBezTo>
                      <a:pt x="94236" y="32379"/>
                      <a:pt x="94236" y="32379"/>
                      <a:pt x="94236" y="32379"/>
                    </a:cubicBezTo>
                    <a:cubicBezTo>
                      <a:pt x="94236" y="32379"/>
                      <a:pt x="94236" y="32379"/>
                      <a:pt x="94236" y="32309"/>
                    </a:cubicBezTo>
                    <a:cubicBezTo>
                      <a:pt x="94167" y="32102"/>
                      <a:pt x="94098" y="31964"/>
                      <a:pt x="93960" y="31757"/>
                    </a:cubicBezTo>
                    <a:cubicBezTo>
                      <a:pt x="93891" y="31550"/>
                      <a:pt x="93753" y="31343"/>
                      <a:pt x="93684" y="31136"/>
                    </a:cubicBezTo>
                    <a:cubicBezTo>
                      <a:pt x="93546" y="30929"/>
                      <a:pt x="93477" y="30653"/>
                      <a:pt x="93338" y="30445"/>
                    </a:cubicBezTo>
                    <a:cubicBezTo>
                      <a:pt x="93200" y="30238"/>
                      <a:pt x="93062" y="29962"/>
                      <a:pt x="92924" y="29755"/>
                    </a:cubicBezTo>
                    <a:cubicBezTo>
                      <a:pt x="92924" y="29755"/>
                      <a:pt x="92924" y="29686"/>
                      <a:pt x="92855" y="29617"/>
                    </a:cubicBezTo>
                    <a:cubicBezTo>
                      <a:pt x="92855" y="29617"/>
                      <a:pt x="92855" y="29479"/>
                      <a:pt x="92786" y="29479"/>
                    </a:cubicBezTo>
                    <a:cubicBezTo>
                      <a:pt x="92510" y="28996"/>
                      <a:pt x="92234" y="28581"/>
                      <a:pt x="91958" y="28098"/>
                    </a:cubicBezTo>
                    <a:cubicBezTo>
                      <a:pt x="91751" y="27753"/>
                      <a:pt x="91475" y="27408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267" y="27063"/>
                      <a:pt x="91267" y="27063"/>
                      <a:pt x="91267" y="27063"/>
                    </a:cubicBezTo>
                    <a:cubicBezTo>
                      <a:pt x="91129" y="26856"/>
                      <a:pt x="90922" y="26579"/>
                      <a:pt x="90784" y="26372"/>
                    </a:cubicBezTo>
                    <a:cubicBezTo>
                      <a:pt x="90646" y="26165"/>
                      <a:pt x="90508" y="26027"/>
                      <a:pt x="90370" y="25820"/>
                    </a:cubicBezTo>
                    <a:cubicBezTo>
                      <a:pt x="90232" y="25613"/>
                      <a:pt x="90094" y="25475"/>
                      <a:pt x="89956" y="25268"/>
                    </a:cubicBezTo>
                    <a:cubicBezTo>
                      <a:pt x="89818" y="25130"/>
                      <a:pt x="89679" y="24922"/>
                      <a:pt x="89541" y="24784"/>
                    </a:cubicBezTo>
                    <a:cubicBezTo>
                      <a:pt x="89541" y="24784"/>
                      <a:pt x="89541" y="24784"/>
                      <a:pt x="89472" y="24715"/>
                    </a:cubicBezTo>
                    <a:cubicBezTo>
                      <a:pt x="89472" y="24715"/>
                      <a:pt x="89472" y="24715"/>
                      <a:pt x="89472" y="24715"/>
                    </a:cubicBezTo>
                    <a:cubicBezTo>
                      <a:pt x="89334" y="24577"/>
                      <a:pt x="89265" y="24439"/>
                      <a:pt x="89127" y="24370"/>
                    </a:cubicBezTo>
                    <a:cubicBezTo>
                      <a:pt x="88989" y="24232"/>
                      <a:pt x="88782" y="24025"/>
                      <a:pt x="88644" y="23887"/>
                    </a:cubicBezTo>
                    <a:cubicBezTo>
                      <a:pt x="88506" y="23749"/>
                      <a:pt x="88299" y="23542"/>
                      <a:pt x="88161" y="23404"/>
                    </a:cubicBezTo>
                    <a:cubicBezTo>
                      <a:pt x="88023" y="23266"/>
                      <a:pt x="87816" y="23127"/>
                      <a:pt x="87678" y="22989"/>
                    </a:cubicBezTo>
                    <a:cubicBezTo>
                      <a:pt x="87608" y="22920"/>
                      <a:pt x="87539" y="22851"/>
                      <a:pt x="87401" y="22782"/>
                    </a:cubicBezTo>
                    <a:cubicBezTo>
                      <a:pt x="87401" y="22782"/>
                      <a:pt x="87401" y="22782"/>
                      <a:pt x="87401" y="22782"/>
                    </a:cubicBezTo>
                    <a:cubicBezTo>
                      <a:pt x="87401" y="22782"/>
                      <a:pt x="87263" y="22644"/>
                      <a:pt x="87194" y="22644"/>
                    </a:cubicBezTo>
                    <a:cubicBezTo>
                      <a:pt x="87056" y="22506"/>
                      <a:pt x="86849" y="22368"/>
                      <a:pt x="86711" y="22230"/>
                    </a:cubicBezTo>
                    <a:cubicBezTo>
                      <a:pt x="86573" y="22092"/>
                      <a:pt x="86366" y="22023"/>
                      <a:pt x="86228" y="21885"/>
                    </a:cubicBezTo>
                    <a:cubicBezTo>
                      <a:pt x="86090" y="21747"/>
                      <a:pt x="85883" y="21678"/>
                      <a:pt x="85745" y="21540"/>
                    </a:cubicBezTo>
                    <a:cubicBezTo>
                      <a:pt x="85606" y="21471"/>
                      <a:pt x="85399" y="21333"/>
                      <a:pt x="85261" y="21264"/>
                    </a:cubicBezTo>
                    <a:cubicBezTo>
                      <a:pt x="85261" y="21264"/>
                      <a:pt x="85192" y="21264"/>
                      <a:pt x="85123" y="21264"/>
                    </a:cubicBezTo>
                    <a:lnTo>
                      <a:pt x="51019" y="1588"/>
                    </a:lnTo>
                    <a:cubicBezTo>
                      <a:pt x="51019" y="1588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7"/>
                    </a:cubicBezTo>
                    <a:cubicBezTo>
                      <a:pt x="49569" y="828"/>
                      <a:pt x="49431" y="759"/>
                      <a:pt x="49224" y="690"/>
                    </a:cubicBezTo>
                    <a:cubicBezTo>
                      <a:pt x="49086" y="690"/>
                      <a:pt x="48879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20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441"/>
                    </a:cubicBezTo>
                    <a:lnTo>
                      <a:pt x="42251" y="46117"/>
                    </a:lnTo>
                    <a:cubicBezTo>
                      <a:pt x="43010" y="46600"/>
                      <a:pt x="43839" y="47083"/>
                      <a:pt x="44529" y="47705"/>
                    </a:cubicBezTo>
                    <a:cubicBezTo>
                      <a:pt x="44529" y="47705"/>
                      <a:pt x="44529" y="47705"/>
                      <a:pt x="44529" y="47705"/>
                    </a:cubicBezTo>
                    <a:cubicBezTo>
                      <a:pt x="45289" y="48326"/>
                      <a:pt x="45979" y="48947"/>
                      <a:pt x="46669" y="49707"/>
                    </a:cubicBezTo>
                    <a:cubicBezTo>
                      <a:pt x="46669" y="49707"/>
                      <a:pt x="46669" y="49707"/>
                      <a:pt x="46669" y="49707"/>
                    </a:cubicBezTo>
                    <a:cubicBezTo>
                      <a:pt x="47360" y="50466"/>
                      <a:pt x="47981" y="51226"/>
                      <a:pt x="48602" y="52054"/>
                    </a:cubicBezTo>
                    <a:cubicBezTo>
                      <a:pt x="48602" y="52054"/>
                      <a:pt x="48602" y="52054"/>
                      <a:pt x="48602" y="52054"/>
                    </a:cubicBezTo>
                    <a:cubicBezTo>
                      <a:pt x="49224" y="52883"/>
                      <a:pt x="49776" y="53711"/>
                      <a:pt x="50259" y="54608"/>
                    </a:cubicBezTo>
                    <a:cubicBezTo>
                      <a:pt x="50259" y="54608"/>
                      <a:pt x="50259" y="54678"/>
                      <a:pt x="50328" y="54747"/>
                    </a:cubicBezTo>
                    <a:cubicBezTo>
                      <a:pt x="50812" y="55644"/>
                      <a:pt x="51295" y="56542"/>
                      <a:pt x="51709" y="57439"/>
                    </a:cubicBezTo>
                    <a:cubicBezTo>
                      <a:pt x="51709" y="57439"/>
                      <a:pt x="51709" y="57439"/>
                      <a:pt x="51709" y="57439"/>
                    </a:cubicBezTo>
                    <a:cubicBezTo>
                      <a:pt x="52123" y="58406"/>
                      <a:pt x="52468" y="59303"/>
                      <a:pt x="52745" y="60270"/>
                    </a:cubicBezTo>
                    <a:cubicBezTo>
                      <a:pt x="52745" y="60270"/>
                      <a:pt x="52745" y="60270"/>
                      <a:pt x="52745" y="60270"/>
                    </a:cubicBezTo>
                    <a:cubicBezTo>
                      <a:pt x="53021" y="61236"/>
                      <a:pt x="53228" y="62203"/>
                      <a:pt x="53435" y="63100"/>
                    </a:cubicBezTo>
                    <a:cubicBezTo>
                      <a:pt x="53435" y="63100"/>
                      <a:pt x="53435" y="63100"/>
                      <a:pt x="53435" y="63100"/>
                    </a:cubicBezTo>
                    <a:cubicBezTo>
                      <a:pt x="53573" y="64067"/>
                      <a:pt x="53642" y="64964"/>
                      <a:pt x="53642" y="65931"/>
                    </a:cubicBezTo>
                    <a:cubicBezTo>
                      <a:pt x="53642" y="66828"/>
                      <a:pt x="53573" y="67657"/>
                      <a:pt x="53435" y="68416"/>
                    </a:cubicBezTo>
                    <a:cubicBezTo>
                      <a:pt x="53435" y="68416"/>
                      <a:pt x="53435" y="68416"/>
                      <a:pt x="53435" y="68416"/>
                    </a:cubicBezTo>
                    <a:cubicBezTo>
                      <a:pt x="53297" y="69175"/>
                      <a:pt x="53090" y="69866"/>
                      <a:pt x="52814" y="70487"/>
                    </a:cubicBezTo>
                    <a:cubicBezTo>
                      <a:pt x="52814" y="70487"/>
                      <a:pt x="52814" y="70487"/>
                      <a:pt x="52814" y="70487"/>
                    </a:cubicBezTo>
                    <a:cubicBezTo>
                      <a:pt x="52606" y="70901"/>
                      <a:pt x="52399" y="71178"/>
                      <a:pt x="52123" y="71523"/>
                    </a:cubicBezTo>
                    <a:cubicBezTo>
                      <a:pt x="51640" y="72213"/>
                      <a:pt x="51088" y="72834"/>
                      <a:pt x="50328" y="73249"/>
                    </a:cubicBezTo>
                    <a:lnTo>
                      <a:pt x="93131" y="48395"/>
                    </a:lnTo>
                    <a:cubicBezTo>
                      <a:pt x="93822" y="47981"/>
                      <a:pt x="94374" y="47360"/>
                      <a:pt x="94926" y="46669"/>
                    </a:cubicBezTo>
                    <a:cubicBezTo>
                      <a:pt x="94926" y="46600"/>
                      <a:pt x="95064" y="46531"/>
                      <a:pt x="95133" y="46462"/>
                    </a:cubicBezTo>
                    <a:cubicBezTo>
                      <a:pt x="95272" y="46186"/>
                      <a:pt x="95410" y="45979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548" y="45703"/>
                      <a:pt x="95548" y="45703"/>
                      <a:pt x="95548" y="45703"/>
                    </a:cubicBezTo>
                    <a:cubicBezTo>
                      <a:pt x="95617" y="45496"/>
                      <a:pt x="95686" y="45357"/>
                      <a:pt x="95824" y="45150"/>
                    </a:cubicBezTo>
                    <a:cubicBezTo>
                      <a:pt x="95893" y="44943"/>
                      <a:pt x="95962" y="44736"/>
                      <a:pt x="96031" y="44529"/>
                    </a:cubicBezTo>
                    <a:cubicBezTo>
                      <a:pt x="96031" y="44322"/>
                      <a:pt x="96169" y="44115"/>
                      <a:pt x="96169" y="43908"/>
                    </a:cubicBezTo>
                    <a:cubicBezTo>
                      <a:pt x="96169" y="43839"/>
                      <a:pt x="96169" y="43701"/>
                      <a:pt x="96169" y="43632"/>
                    </a:cubicBezTo>
                    <a:cubicBezTo>
                      <a:pt x="96169" y="43632"/>
                      <a:pt x="96169" y="43632"/>
                      <a:pt x="96169" y="43632"/>
                    </a:cubicBezTo>
                    <a:cubicBezTo>
                      <a:pt x="96169" y="43563"/>
                      <a:pt x="96169" y="43493"/>
                      <a:pt x="96169" y="43424"/>
                    </a:cubicBezTo>
                    <a:cubicBezTo>
                      <a:pt x="96169" y="43217"/>
                      <a:pt x="96169" y="43079"/>
                      <a:pt x="96238" y="42872"/>
                    </a:cubicBezTo>
                    <a:cubicBezTo>
                      <a:pt x="96238" y="42665"/>
                      <a:pt x="96238" y="42527"/>
                      <a:pt x="96238" y="42320"/>
                    </a:cubicBezTo>
                    <a:cubicBezTo>
                      <a:pt x="96238" y="42113"/>
                      <a:pt x="96238" y="41975"/>
                      <a:pt x="96238" y="41768"/>
                    </a:cubicBezTo>
                    <a:cubicBezTo>
                      <a:pt x="96238" y="41560"/>
                      <a:pt x="96238" y="41422"/>
                      <a:pt x="96238" y="41215"/>
                    </a:cubicBezTo>
                    <a:lnTo>
                      <a:pt x="96238" y="41215"/>
                    </a:lnTo>
                    <a:cubicBezTo>
                      <a:pt x="96238" y="41215"/>
                      <a:pt x="96238" y="40870"/>
                      <a:pt x="96238" y="406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9" name="Google Shape;2069;p83"/>
              <p:cNvSpPr/>
              <p:nvPr/>
            </p:nvSpPr>
            <p:spPr>
              <a:xfrm>
                <a:off x="2246890" y="3185987"/>
                <a:ext cx="62133" cy="92717"/>
              </a:xfrm>
              <a:custGeom>
                <a:rect b="b" l="l" r="r" t="t"/>
                <a:pathLst>
                  <a:path extrusionOk="0" h="92717" w="62133">
                    <a:moveTo>
                      <a:pt x="61789" y="20780"/>
                    </a:moveTo>
                    <a:cubicBezTo>
                      <a:pt x="61789" y="20780"/>
                      <a:pt x="61789" y="20435"/>
                      <a:pt x="61789" y="20228"/>
                    </a:cubicBezTo>
                    <a:cubicBezTo>
                      <a:pt x="61789" y="20021"/>
                      <a:pt x="61789" y="19883"/>
                      <a:pt x="61789" y="19676"/>
                    </a:cubicBezTo>
                    <a:cubicBezTo>
                      <a:pt x="61789" y="19468"/>
                      <a:pt x="61789" y="19330"/>
                      <a:pt x="61789" y="19123"/>
                    </a:cubicBezTo>
                    <a:cubicBezTo>
                      <a:pt x="61789" y="18916"/>
                      <a:pt x="61789" y="18709"/>
                      <a:pt x="61719" y="18571"/>
                    </a:cubicBezTo>
                    <a:cubicBezTo>
                      <a:pt x="61719" y="18364"/>
                      <a:pt x="61719" y="18157"/>
                      <a:pt x="61651" y="18019"/>
                    </a:cubicBezTo>
                    <a:cubicBezTo>
                      <a:pt x="61651" y="17812"/>
                      <a:pt x="61581" y="17605"/>
                      <a:pt x="61512" y="17397"/>
                    </a:cubicBezTo>
                    <a:cubicBezTo>
                      <a:pt x="61512" y="17190"/>
                      <a:pt x="61443" y="16983"/>
                      <a:pt x="61374" y="16776"/>
                    </a:cubicBezTo>
                    <a:cubicBezTo>
                      <a:pt x="61374" y="16569"/>
                      <a:pt x="61236" y="16362"/>
                      <a:pt x="61236" y="16155"/>
                    </a:cubicBezTo>
                    <a:cubicBezTo>
                      <a:pt x="61236" y="16017"/>
                      <a:pt x="61167" y="15879"/>
                      <a:pt x="61098" y="15672"/>
                    </a:cubicBezTo>
                    <a:cubicBezTo>
                      <a:pt x="61098" y="15672"/>
                      <a:pt x="61098" y="15672"/>
                      <a:pt x="61098" y="15672"/>
                    </a:cubicBezTo>
                    <a:cubicBezTo>
                      <a:pt x="61098" y="15672"/>
                      <a:pt x="61098" y="15602"/>
                      <a:pt x="61098" y="15533"/>
                    </a:cubicBezTo>
                    <a:cubicBezTo>
                      <a:pt x="61098" y="15326"/>
                      <a:pt x="60960" y="15119"/>
                      <a:pt x="60891" y="14912"/>
                    </a:cubicBezTo>
                    <a:cubicBezTo>
                      <a:pt x="60891" y="14705"/>
                      <a:pt x="60753" y="14498"/>
                      <a:pt x="60684" y="14291"/>
                    </a:cubicBezTo>
                    <a:cubicBezTo>
                      <a:pt x="60684" y="14084"/>
                      <a:pt x="60546" y="13946"/>
                      <a:pt x="60477" y="13738"/>
                    </a:cubicBezTo>
                    <a:cubicBezTo>
                      <a:pt x="60408" y="13531"/>
                      <a:pt x="60339" y="13393"/>
                      <a:pt x="60270" y="13186"/>
                    </a:cubicBezTo>
                    <a:cubicBezTo>
                      <a:pt x="60270" y="13048"/>
                      <a:pt x="60132" y="12910"/>
                      <a:pt x="60063" y="12772"/>
                    </a:cubicBezTo>
                    <a:cubicBezTo>
                      <a:pt x="60063" y="12772"/>
                      <a:pt x="60063" y="12772"/>
                      <a:pt x="60063" y="12772"/>
                    </a:cubicBezTo>
                    <a:cubicBezTo>
                      <a:pt x="60063" y="12772"/>
                      <a:pt x="60063" y="12703"/>
                      <a:pt x="60063" y="12634"/>
                    </a:cubicBezTo>
                    <a:cubicBezTo>
                      <a:pt x="59993" y="12427"/>
                      <a:pt x="59925" y="12289"/>
                      <a:pt x="59786" y="12082"/>
                    </a:cubicBezTo>
                    <a:cubicBezTo>
                      <a:pt x="59717" y="11874"/>
                      <a:pt x="59579" y="11667"/>
                      <a:pt x="59510" y="11460"/>
                    </a:cubicBezTo>
                    <a:cubicBezTo>
                      <a:pt x="59372" y="11253"/>
                      <a:pt x="59303" y="10977"/>
                      <a:pt x="59165" y="10770"/>
                    </a:cubicBezTo>
                    <a:cubicBezTo>
                      <a:pt x="59027" y="10563"/>
                      <a:pt x="58889" y="10287"/>
                      <a:pt x="58751" y="10079"/>
                    </a:cubicBezTo>
                    <a:cubicBezTo>
                      <a:pt x="58751" y="10079"/>
                      <a:pt x="58751" y="10010"/>
                      <a:pt x="58682" y="9941"/>
                    </a:cubicBezTo>
                    <a:cubicBezTo>
                      <a:pt x="58682" y="9941"/>
                      <a:pt x="58682" y="9803"/>
                      <a:pt x="58613" y="9803"/>
                    </a:cubicBezTo>
                    <a:cubicBezTo>
                      <a:pt x="58337" y="9320"/>
                      <a:pt x="58060" y="8906"/>
                      <a:pt x="57784" y="8423"/>
                    </a:cubicBezTo>
                    <a:cubicBezTo>
                      <a:pt x="57577" y="8077"/>
                      <a:pt x="57301" y="7732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7094" y="7387"/>
                      <a:pt x="57094" y="7387"/>
                      <a:pt x="57094" y="7387"/>
                    </a:cubicBezTo>
                    <a:cubicBezTo>
                      <a:pt x="56956" y="7180"/>
                      <a:pt x="56749" y="6904"/>
                      <a:pt x="56611" y="6697"/>
                    </a:cubicBezTo>
                    <a:cubicBezTo>
                      <a:pt x="56473" y="6490"/>
                      <a:pt x="56335" y="6351"/>
                      <a:pt x="56197" y="6144"/>
                    </a:cubicBezTo>
                    <a:cubicBezTo>
                      <a:pt x="56058" y="5937"/>
                      <a:pt x="55920" y="5799"/>
                      <a:pt x="55782" y="5592"/>
                    </a:cubicBezTo>
                    <a:cubicBezTo>
                      <a:pt x="55644" y="5454"/>
                      <a:pt x="55506" y="5247"/>
                      <a:pt x="55368" y="5109"/>
                    </a:cubicBezTo>
                    <a:cubicBezTo>
                      <a:pt x="55368" y="5109"/>
                      <a:pt x="55368" y="5109"/>
                      <a:pt x="55299" y="5040"/>
                    </a:cubicBezTo>
                    <a:cubicBezTo>
                      <a:pt x="55299" y="5040"/>
                      <a:pt x="55299" y="5040"/>
                      <a:pt x="55299" y="5040"/>
                    </a:cubicBezTo>
                    <a:cubicBezTo>
                      <a:pt x="55161" y="4902"/>
                      <a:pt x="55092" y="4764"/>
                      <a:pt x="54954" y="4694"/>
                    </a:cubicBezTo>
                    <a:cubicBezTo>
                      <a:pt x="54816" y="4556"/>
                      <a:pt x="54609" y="4349"/>
                      <a:pt x="54471" y="4211"/>
                    </a:cubicBezTo>
                    <a:cubicBezTo>
                      <a:pt x="54332" y="4073"/>
                      <a:pt x="54125" y="3866"/>
                      <a:pt x="53987" y="3728"/>
                    </a:cubicBezTo>
                    <a:cubicBezTo>
                      <a:pt x="53849" y="3590"/>
                      <a:pt x="53642" y="3452"/>
                      <a:pt x="53504" y="3314"/>
                    </a:cubicBezTo>
                    <a:cubicBezTo>
                      <a:pt x="53435" y="3245"/>
                      <a:pt x="53366" y="3176"/>
                      <a:pt x="53228" y="3107"/>
                    </a:cubicBezTo>
                    <a:cubicBezTo>
                      <a:pt x="53228" y="3107"/>
                      <a:pt x="53228" y="3107"/>
                      <a:pt x="53228" y="3107"/>
                    </a:cubicBezTo>
                    <a:cubicBezTo>
                      <a:pt x="53228" y="3107"/>
                      <a:pt x="53090" y="2969"/>
                      <a:pt x="53021" y="2969"/>
                    </a:cubicBezTo>
                    <a:cubicBezTo>
                      <a:pt x="52883" y="2831"/>
                      <a:pt x="52676" y="2692"/>
                      <a:pt x="52538" y="2554"/>
                    </a:cubicBezTo>
                    <a:cubicBezTo>
                      <a:pt x="52399" y="2416"/>
                      <a:pt x="52192" y="2347"/>
                      <a:pt x="52054" y="2209"/>
                    </a:cubicBezTo>
                    <a:cubicBezTo>
                      <a:pt x="51916" y="2071"/>
                      <a:pt x="51709" y="2002"/>
                      <a:pt x="51571" y="1864"/>
                    </a:cubicBezTo>
                    <a:cubicBezTo>
                      <a:pt x="51433" y="1795"/>
                      <a:pt x="51226" y="1657"/>
                      <a:pt x="51088" y="1588"/>
                    </a:cubicBezTo>
                    <a:cubicBezTo>
                      <a:pt x="51088" y="1588"/>
                      <a:pt x="51019" y="1588"/>
                      <a:pt x="50950" y="1588"/>
                    </a:cubicBezTo>
                    <a:cubicBezTo>
                      <a:pt x="50812" y="1519"/>
                      <a:pt x="50673" y="1450"/>
                      <a:pt x="50605" y="1381"/>
                    </a:cubicBezTo>
                    <a:cubicBezTo>
                      <a:pt x="50466" y="1312"/>
                      <a:pt x="50259" y="1243"/>
                      <a:pt x="50121" y="1105"/>
                    </a:cubicBezTo>
                    <a:cubicBezTo>
                      <a:pt x="49983" y="1036"/>
                      <a:pt x="49776" y="967"/>
                      <a:pt x="49638" y="897"/>
                    </a:cubicBezTo>
                    <a:cubicBezTo>
                      <a:pt x="49500" y="828"/>
                      <a:pt x="49293" y="759"/>
                      <a:pt x="49155" y="690"/>
                    </a:cubicBezTo>
                    <a:cubicBezTo>
                      <a:pt x="49017" y="690"/>
                      <a:pt x="48809" y="552"/>
                      <a:pt x="48671" y="483"/>
                    </a:cubicBezTo>
                    <a:cubicBezTo>
                      <a:pt x="48671" y="483"/>
                      <a:pt x="48671" y="483"/>
                      <a:pt x="48602" y="483"/>
                    </a:cubicBezTo>
                    <a:cubicBezTo>
                      <a:pt x="48602" y="483"/>
                      <a:pt x="48602" y="483"/>
                      <a:pt x="48602" y="483"/>
                    </a:cubicBezTo>
                    <a:cubicBezTo>
                      <a:pt x="48464" y="483"/>
                      <a:pt x="48395" y="414"/>
                      <a:pt x="48257" y="345"/>
                    </a:cubicBezTo>
                    <a:cubicBezTo>
                      <a:pt x="48119" y="345"/>
                      <a:pt x="47912" y="276"/>
                      <a:pt x="47774" y="207"/>
                    </a:cubicBezTo>
                    <a:cubicBezTo>
                      <a:pt x="47636" y="207"/>
                      <a:pt x="47429" y="138"/>
                      <a:pt x="47291" y="69"/>
                    </a:cubicBezTo>
                    <a:cubicBezTo>
                      <a:pt x="47153" y="69"/>
                      <a:pt x="46946" y="69"/>
                      <a:pt x="46807" y="0"/>
                    </a:cubicBezTo>
                    <a:cubicBezTo>
                      <a:pt x="46669" y="0"/>
                      <a:pt x="46600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462" y="0"/>
                      <a:pt x="46393" y="0"/>
                      <a:pt x="46324" y="0"/>
                    </a:cubicBezTo>
                    <a:cubicBezTo>
                      <a:pt x="46117" y="0"/>
                      <a:pt x="45979" y="0"/>
                      <a:pt x="45772" y="0"/>
                    </a:cubicBezTo>
                    <a:cubicBezTo>
                      <a:pt x="45565" y="0"/>
                      <a:pt x="45358" y="0"/>
                      <a:pt x="45151" y="0"/>
                    </a:cubicBezTo>
                    <a:cubicBezTo>
                      <a:pt x="44943" y="0"/>
                      <a:pt x="44736" y="0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460" y="69"/>
                      <a:pt x="44460" y="69"/>
                      <a:pt x="44460" y="69"/>
                    </a:cubicBezTo>
                    <a:cubicBezTo>
                      <a:pt x="44184" y="69"/>
                      <a:pt x="43908" y="207"/>
                      <a:pt x="43701" y="276"/>
                    </a:cubicBezTo>
                    <a:cubicBezTo>
                      <a:pt x="43355" y="414"/>
                      <a:pt x="43079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0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0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7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lnTo>
                      <a:pt x="12565" y="30031"/>
                    </a:lnTo>
                    <a:cubicBezTo>
                      <a:pt x="13255" y="30791"/>
                      <a:pt x="13877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7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866"/>
                      <a:pt x="17605" y="37763"/>
                    </a:cubicBezTo>
                    <a:cubicBezTo>
                      <a:pt x="17605" y="37763"/>
                      <a:pt x="17605" y="37763"/>
                      <a:pt x="17605" y="37763"/>
                    </a:cubicBezTo>
                    <a:cubicBezTo>
                      <a:pt x="18019" y="38730"/>
                      <a:pt x="18364" y="39627"/>
                      <a:pt x="18640" y="40594"/>
                    </a:cubicBezTo>
                    <a:cubicBezTo>
                      <a:pt x="18640" y="40594"/>
                      <a:pt x="18640" y="40594"/>
                      <a:pt x="18640" y="40594"/>
                    </a:cubicBezTo>
                    <a:cubicBezTo>
                      <a:pt x="19192" y="42527"/>
                      <a:pt x="19538" y="44460"/>
                      <a:pt x="19538" y="46255"/>
                    </a:cubicBezTo>
                    <a:lnTo>
                      <a:pt x="19399" y="85399"/>
                    </a:lnTo>
                    <a:cubicBezTo>
                      <a:pt x="19399" y="86297"/>
                      <a:pt x="19331" y="87125"/>
                      <a:pt x="19192" y="87885"/>
                    </a:cubicBezTo>
                    <a:cubicBezTo>
                      <a:pt x="19192" y="87885"/>
                      <a:pt x="19192" y="87885"/>
                      <a:pt x="19192" y="87885"/>
                    </a:cubicBezTo>
                    <a:cubicBezTo>
                      <a:pt x="19054" y="88644"/>
                      <a:pt x="18847" y="89334"/>
                      <a:pt x="18571" y="89956"/>
                    </a:cubicBezTo>
                    <a:cubicBezTo>
                      <a:pt x="18571" y="89956"/>
                      <a:pt x="18571" y="89956"/>
                      <a:pt x="18571" y="89956"/>
                    </a:cubicBezTo>
                    <a:cubicBezTo>
                      <a:pt x="18364" y="90370"/>
                      <a:pt x="18157" y="90646"/>
                      <a:pt x="17881" y="90991"/>
                    </a:cubicBezTo>
                    <a:cubicBezTo>
                      <a:pt x="17398" y="91682"/>
                      <a:pt x="16776" y="92303"/>
                      <a:pt x="16086" y="92717"/>
                    </a:cubicBezTo>
                    <a:lnTo>
                      <a:pt x="16086" y="92717"/>
                    </a:lnTo>
                    <a:cubicBezTo>
                      <a:pt x="16086" y="92717"/>
                      <a:pt x="16086" y="92717"/>
                      <a:pt x="16086" y="92717"/>
                    </a:cubicBezTo>
                    <a:lnTo>
                      <a:pt x="58889" y="67864"/>
                    </a:lnTo>
                    <a:cubicBezTo>
                      <a:pt x="59579" y="67450"/>
                      <a:pt x="60132" y="66828"/>
                      <a:pt x="60684" y="66138"/>
                    </a:cubicBezTo>
                    <a:cubicBezTo>
                      <a:pt x="60684" y="66069"/>
                      <a:pt x="60822" y="66000"/>
                      <a:pt x="60891" y="65931"/>
                    </a:cubicBezTo>
                    <a:cubicBezTo>
                      <a:pt x="61029" y="65655"/>
                      <a:pt x="61167" y="65447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05" y="65171"/>
                      <a:pt x="61305" y="65171"/>
                      <a:pt x="61305" y="65171"/>
                    </a:cubicBezTo>
                    <a:cubicBezTo>
                      <a:pt x="61374" y="64964"/>
                      <a:pt x="61443" y="64826"/>
                      <a:pt x="61581" y="64619"/>
                    </a:cubicBezTo>
                    <a:cubicBezTo>
                      <a:pt x="61651" y="64412"/>
                      <a:pt x="61719" y="64205"/>
                      <a:pt x="61789" y="63998"/>
                    </a:cubicBezTo>
                    <a:cubicBezTo>
                      <a:pt x="61789" y="63790"/>
                      <a:pt x="61927" y="63583"/>
                      <a:pt x="61927" y="63376"/>
                    </a:cubicBezTo>
                    <a:cubicBezTo>
                      <a:pt x="61927" y="63307"/>
                      <a:pt x="61927" y="63169"/>
                      <a:pt x="61927" y="63100"/>
                    </a:cubicBezTo>
                    <a:cubicBezTo>
                      <a:pt x="61927" y="63100"/>
                      <a:pt x="61927" y="63100"/>
                      <a:pt x="61927" y="63100"/>
                    </a:cubicBezTo>
                    <a:cubicBezTo>
                      <a:pt x="61927" y="63031"/>
                      <a:pt x="61927" y="62962"/>
                      <a:pt x="61927" y="62893"/>
                    </a:cubicBezTo>
                    <a:cubicBezTo>
                      <a:pt x="61927" y="62686"/>
                      <a:pt x="61927" y="62548"/>
                      <a:pt x="61996" y="62341"/>
                    </a:cubicBezTo>
                    <a:cubicBezTo>
                      <a:pt x="61996" y="62134"/>
                      <a:pt x="61996" y="61996"/>
                      <a:pt x="61996" y="61788"/>
                    </a:cubicBezTo>
                    <a:cubicBezTo>
                      <a:pt x="61996" y="61581"/>
                      <a:pt x="61996" y="61443"/>
                      <a:pt x="61996" y="61236"/>
                    </a:cubicBezTo>
                    <a:cubicBezTo>
                      <a:pt x="61996" y="61029"/>
                      <a:pt x="61996" y="60891"/>
                      <a:pt x="61996" y="60684"/>
                    </a:cubicBezTo>
                    <a:cubicBezTo>
                      <a:pt x="61996" y="60684"/>
                      <a:pt x="61996" y="60684"/>
                      <a:pt x="61996" y="60684"/>
                    </a:cubicBezTo>
                    <a:lnTo>
                      <a:pt x="62134" y="21540"/>
                    </a:lnTo>
                    <a:cubicBezTo>
                      <a:pt x="62134" y="21540"/>
                      <a:pt x="62134" y="21194"/>
                      <a:pt x="62134" y="209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0" name="Google Shape;2070;p83"/>
              <p:cNvSpPr/>
              <p:nvPr/>
            </p:nvSpPr>
            <p:spPr>
              <a:xfrm>
                <a:off x="2066426" y="2998896"/>
                <a:ext cx="91819" cy="53227"/>
              </a:xfrm>
              <a:custGeom>
                <a:rect b="b" l="l" r="r" t="t"/>
                <a:pathLst>
                  <a:path extrusionOk="0" h="53227" w="91819">
                    <a:moveTo>
                      <a:pt x="91613" y="20711"/>
                    </a:moveTo>
                    <a:cubicBezTo>
                      <a:pt x="91613" y="20711"/>
                      <a:pt x="91613" y="20711"/>
                      <a:pt x="91613" y="20711"/>
                    </a:cubicBezTo>
                    <a:cubicBezTo>
                      <a:pt x="91613" y="20711"/>
                      <a:pt x="91613" y="20642"/>
                      <a:pt x="91613" y="20573"/>
                    </a:cubicBezTo>
                    <a:cubicBezTo>
                      <a:pt x="91613" y="20366"/>
                      <a:pt x="91613" y="20228"/>
                      <a:pt x="91613" y="20021"/>
                    </a:cubicBezTo>
                    <a:cubicBezTo>
                      <a:pt x="91613" y="19814"/>
                      <a:pt x="91613" y="19676"/>
                      <a:pt x="91613" y="19469"/>
                    </a:cubicBezTo>
                    <a:cubicBezTo>
                      <a:pt x="91613" y="19261"/>
                      <a:pt x="91613" y="19123"/>
                      <a:pt x="91613" y="18916"/>
                    </a:cubicBezTo>
                    <a:cubicBezTo>
                      <a:pt x="91613" y="18778"/>
                      <a:pt x="91613" y="18640"/>
                      <a:pt x="91613" y="18502"/>
                    </a:cubicBezTo>
                    <a:cubicBezTo>
                      <a:pt x="91613" y="18502"/>
                      <a:pt x="91613" y="18502"/>
                      <a:pt x="91613" y="18502"/>
                    </a:cubicBezTo>
                    <a:cubicBezTo>
                      <a:pt x="91613" y="18502"/>
                      <a:pt x="91613" y="18433"/>
                      <a:pt x="91613" y="18364"/>
                    </a:cubicBezTo>
                    <a:cubicBezTo>
                      <a:pt x="91613" y="18157"/>
                      <a:pt x="91613" y="17950"/>
                      <a:pt x="91543" y="17743"/>
                    </a:cubicBezTo>
                    <a:cubicBezTo>
                      <a:pt x="91543" y="17536"/>
                      <a:pt x="91475" y="17328"/>
                      <a:pt x="91405" y="17121"/>
                    </a:cubicBezTo>
                    <a:cubicBezTo>
                      <a:pt x="91405" y="16914"/>
                      <a:pt x="91336" y="16707"/>
                      <a:pt x="91267" y="16500"/>
                    </a:cubicBezTo>
                    <a:cubicBezTo>
                      <a:pt x="91267" y="16362"/>
                      <a:pt x="91198" y="16224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439" y="13807"/>
                      <a:pt x="90370" y="13600"/>
                      <a:pt x="90301" y="13462"/>
                    </a:cubicBezTo>
                    <a:cubicBezTo>
                      <a:pt x="90301" y="13462"/>
                      <a:pt x="90301" y="13462"/>
                      <a:pt x="90301" y="13462"/>
                    </a:cubicBezTo>
                    <a:cubicBezTo>
                      <a:pt x="90232" y="13255"/>
                      <a:pt x="90163" y="13048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7" y="12151"/>
                      <a:pt x="89749" y="12013"/>
                      <a:pt x="89610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4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1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21" y="6144"/>
                      <a:pt x="86021" y="6075"/>
                    </a:cubicBezTo>
                    <a:cubicBezTo>
                      <a:pt x="85883" y="5868"/>
                      <a:pt x="85744" y="5730"/>
                      <a:pt x="85606" y="5523"/>
                    </a:cubicBezTo>
                    <a:cubicBezTo>
                      <a:pt x="85468" y="5385"/>
                      <a:pt x="85330" y="5178"/>
                      <a:pt x="85123" y="5040"/>
                    </a:cubicBezTo>
                    <a:cubicBezTo>
                      <a:pt x="84985" y="4902"/>
                      <a:pt x="84778" y="4695"/>
                      <a:pt x="84640" y="4556"/>
                    </a:cubicBezTo>
                    <a:cubicBezTo>
                      <a:pt x="84502" y="4418"/>
                      <a:pt x="84295" y="4211"/>
                      <a:pt x="84157" y="4073"/>
                    </a:cubicBezTo>
                    <a:cubicBezTo>
                      <a:pt x="84018" y="3935"/>
                      <a:pt x="83811" y="3728"/>
                      <a:pt x="83673" y="3590"/>
                    </a:cubicBezTo>
                    <a:cubicBezTo>
                      <a:pt x="83673" y="3590"/>
                      <a:pt x="83535" y="3521"/>
                      <a:pt x="83535" y="3452"/>
                    </a:cubicBezTo>
                    <a:cubicBezTo>
                      <a:pt x="83535" y="3452"/>
                      <a:pt x="83535" y="3452"/>
                      <a:pt x="83535" y="3452"/>
                    </a:cubicBezTo>
                    <a:cubicBezTo>
                      <a:pt x="83466" y="3383"/>
                      <a:pt x="83328" y="3245"/>
                      <a:pt x="83190" y="3176"/>
                    </a:cubicBezTo>
                    <a:cubicBezTo>
                      <a:pt x="83052" y="3038"/>
                      <a:pt x="82845" y="2900"/>
                      <a:pt x="82638" y="2762"/>
                    </a:cubicBezTo>
                    <a:cubicBezTo>
                      <a:pt x="82500" y="2623"/>
                      <a:pt x="82292" y="2485"/>
                      <a:pt x="82154" y="2347"/>
                    </a:cubicBezTo>
                    <a:cubicBezTo>
                      <a:pt x="82016" y="2209"/>
                      <a:pt x="81809" y="2140"/>
                      <a:pt x="81671" y="2002"/>
                    </a:cubicBezTo>
                    <a:cubicBezTo>
                      <a:pt x="81533" y="1864"/>
                      <a:pt x="81326" y="1795"/>
                      <a:pt x="81188" y="1657"/>
                    </a:cubicBezTo>
                    <a:cubicBezTo>
                      <a:pt x="81050" y="1588"/>
                      <a:pt x="80843" y="1450"/>
                      <a:pt x="80705" y="1381"/>
                    </a:cubicBezTo>
                    <a:cubicBezTo>
                      <a:pt x="80705" y="1381"/>
                      <a:pt x="80636" y="1381"/>
                      <a:pt x="80566" y="1381"/>
                    </a:cubicBezTo>
                    <a:cubicBezTo>
                      <a:pt x="80429" y="1312"/>
                      <a:pt x="80359" y="1243"/>
                      <a:pt x="80221" y="1174"/>
                    </a:cubicBezTo>
                    <a:cubicBezTo>
                      <a:pt x="80083" y="1105"/>
                      <a:pt x="79945" y="1036"/>
                      <a:pt x="79738" y="967"/>
                    </a:cubicBezTo>
                    <a:cubicBezTo>
                      <a:pt x="79600" y="898"/>
                      <a:pt x="79462" y="829"/>
                      <a:pt x="79255" y="759"/>
                    </a:cubicBezTo>
                    <a:cubicBezTo>
                      <a:pt x="79117" y="759"/>
                      <a:pt x="78979" y="621"/>
                      <a:pt x="78772" y="552"/>
                    </a:cubicBezTo>
                    <a:cubicBezTo>
                      <a:pt x="78633" y="552"/>
                      <a:pt x="78495" y="414"/>
                      <a:pt x="78288" y="345"/>
                    </a:cubicBezTo>
                    <a:cubicBezTo>
                      <a:pt x="78150" y="345"/>
                      <a:pt x="78012" y="207"/>
                      <a:pt x="77805" y="207"/>
                    </a:cubicBezTo>
                    <a:cubicBezTo>
                      <a:pt x="77736" y="207"/>
                      <a:pt x="77667" y="207"/>
                      <a:pt x="77598" y="207"/>
                    </a:cubicBezTo>
                    <a:cubicBezTo>
                      <a:pt x="77598" y="207"/>
                      <a:pt x="77598" y="207"/>
                      <a:pt x="77598" y="207"/>
                    </a:cubicBezTo>
                    <a:cubicBezTo>
                      <a:pt x="77598" y="207"/>
                      <a:pt x="77460" y="207"/>
                      <a:pt x="77391" y="207"/>
                    </a:cubicBezTo>
                    <a:cubicBezTo>
                      <a:pt x="77253" y="207"/>
                      <a:pt x="77046" y="138"/>
                      <a:pt x="76908" y="69"/>
                    </a:cubicBezTo>
                    <a:cubicBezTo>
                      <a:pt x="76770" y="69"/>
                      <a:pt x="76562" y="69"/>
                      <a:pt x="76424" y="0"/>
                    </a:cubicBezTo>
                    <a:cubicBezTo>
                      <a:pt x="76286" y="0"/>
                      <a:pt x="76079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4974" y="0"/>
                      <a:pt x="74836" y="0"/>
                    </a:cubicBezTo>
                    <a:lnTo>
                      <a:pt x="45219" y="2554"/>
                    </a:lnTo>
                    <a:cubicBezTo>
                      <a:pt x="45219" y="2554"/>
                      <a:pt x="45219" y="2554"/>
                      <a:pt x="45219" y="2554"/>
                    </a:cubicBezTo>
                    <a:cubicBezTo>
                      <a:pt x="45012" y="2554"/>
                      <a:pt x="44736" y="2554"/>
                      <a:pt x="44529" y="2623"/>
                    </a:cubicBezTo>
                    <a:cubicBezTo>
                      <a:pt x="44253" y="2623"/>
                      <a:pt x="43977" y="2762"/>
                      <a:pt x="43770" y="2831"/>
                    </a:cubicBezTo>
                    <a:cubicBezTo>
                      <a:pt x="43424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102" y="24784"/>
                    </a:lnTo>
                    <a:cubicBezTo>
                      <a:pt x="33000" y="24715"/>
                      <a:pt x="33966" y="24784"/>
                      <a:pt x="34933" y="25061"/>
                    </a:cubicBezTo>
                    <a:cubicBezTo>
                      <a:pt x="34933" y="25061"/>
                      <a:pt x="34933" y="25061"/>
                      <a:pt x="34933" y="25061"/>
                    </a:cubicBezTo>
                    <a:cubicBezTo>
                      <a:pt x="35899" y="25337"/>
                      <a:pt x="36866" y="25751"/>
                      <a:pt x="37832" y="26303"/>
                    </a:cubicBezTo>
                    <a:cubicBezTo>
                      <a:pt x="38799" y="26856"/>
                      <a:pt x="39834" y="27615"/>
                      <a:pt x="40732" y="28443"/>
                    </a:cubicBezTo>
                    <a:cubicBezTo>
                      <a:pt x="40732" y="28443"/>
                      <a:pt x="40732" y="28443"/>
                      <a:pt x="40732" y="28443"/>
                    </a:cubicBezTo>
                    <a:cubicBezTo>
                      <a:pt x="41698" y="29272"/>
                      <a:pt x="42596" y="30238"/>
                      <a:pt x="43424" y="31274"/>
                    </a:cubicBezTo>
                    <a:cubicBezTo>
                      <a:pt x="43424" y="31274"/>
                      <a:pt x="43424" y="31274"/>
                      <a:pt x="43424" y="31274"/>
                    </a:cubicBezTo>
                    <a:cubicBezTo>
                      <a:pt x="44253" y="32310"/>
                      <a:pt x="45081" y="33483"/>
                      <a:pt x="45772" y="34657"/>
                    </a:cubicBezTo>
                    <a:cubicBezTo>
                      <a:pt x="45772" y="34657"/>
                      <a:pt x="45772" y="34657"/>
                      <a:pt x="45772" y="34657"/>
                    </a:cubicBezTo>
                    <a:cubicBezTo>
                      <a:pt x="46462" y="35899"/>
                      <a:pt x="47152" y="37211"/>
                      <a:pt x="47636" y="38592"/>
                    </a:cubicBezTo>
                    <a:cubicBezTo>
                      <a:pt x="47981" y="39420"/>
                      <a:pt x="48257" y="40249"/>
                      <a:pt x="48464" y="41077"/>
                    </a:cubicBezTo>
                    <a:cubicBezTo>
                      <a:pt x="48464" y="41077"/>
                      <a:pt x="48464" y="41077"/>
                      <a:pt x="48464" y="41077"/>
                    </a:cubicBezTo>
                    <a:cubicBezTo>
                      <a:pt x="48671" y="41906"/>
                      <a:pt x="48878" y="42665"/>
                      <a:pt x="48947" y="43425"/>
                    </a:cubicBezTo>
                    <a:cubicBezTo>
                      <a:pt x="48947" y="43425"/>
                      <a:pt x="48947" y="43425"/>
                      <a:pt x="48947" y="43425"/>
                    </a:cubicBezTo>
                    <a:cubicBezTo>
                      <a:pt x="49085" y="44184"/>
                      <a:pt x="49155" y="44943"/>
                      <a:pt x="49155" y="45634"/>
                    </a:cubicBezTo>
                    <a:cubicBezTo>
                      <a:pt x="49155" y="45634"/>
                      <a:pt x="49155" y="45634"/>
                      <a:pt x="49155" y="45634"/>
                    </a:cubicBezTo>
                    <a:cubicBezTo>
                      <a:pt x="49155" y="46324"/>
                      <a:pt x="49155" y="47014"/>
                      <a:pt x="49085" y="47636"/>
                    </a:cubicBezTo>
                    <a:cubicBezTo>
                      <a:pt x="49085" y="47636"/>
                      <a:pt x="49085" y="47636"/>
                      <a:pt x="49085" y="47636"/>
                    </a:cubicBezTo>
                    <a:cubicBezTo>
                      <a:pt x="49017" y="48257"/>
                      <a:pt x="48878" y="48878"/>
                      <a:pt x="48671" y="49431"/>
                    </a:cubicBezTo>
                    <a:cubicBezTo>
                      <a:pt x="48671" y="49431"/>
                      <a:pt x="48671" y="49431"/>
                      <a:pt x="48671" y="49500"/>
                    </a:cubicBezTo>
                    <a:cubicBezTo>
                      <a:pt x="48533" y="49983"/>
                      <a:pt x="48326" y="50466"/>
                      <a:pt x="48050" y="50881"/>
                    </a:cubicBezTo>
                    <a:cubicBezTo>
                      <a:pt x="48050" y="50881"/>
                      <a:pt x="47981" y="51019"/>
                      <a:pt x="47912" y="51088"/>
                    </a:cubicBezTo>
                    <a:cubicBezTo>
                      <a:pt x="47843" y="51226"/>
                      <a:pt x="47705" y="51364"/>
                      <a:pt x="47636" y="51433"/>
                    </a:cubicBezTo>
                    <a:cubicBezTo>
                      <a:pt x="47152" y="52192"/>
                      <a:pt x="46531" y="52814"/>
                      <a:pt x="45772" y="53228"/>
                    </a:cubicBezTo>
                    <a:lnTo>
                      <a:pt x="88575" y="28374"/>
                    </a:lnTo>
                    <a:cubicBezTo>
                      <a:pt x="89334" y="27960"/>
                      <a:pt x="89887" y="27339"/>
                      <a:pt x="90439" y="26579"/>
                    </a:cubicBezTo>
                    <a:cubicBezTo>
                      <a:pt x="90439" y="26579"/>
                      <a:pt x="90577" y="26510"/>
                      <a:pt x="90577" y="26441"/>
                    </a:cubicBezTo>
                    <a:cubicBezTo>
                      <a:pt x="90577" y="26372"/>
                      <a:pt x="90646" y="26303"/>
                      <a:pt x="90715" y="26234"/>
                    </a:cubicBezTo>
                    <a:cubicBezTo>
                      <a:pt x="90715" y="26234"/>
                      <a:pt x="90784" y="26096"/>
                      <a:pt x="90853" y="26027"/>
                    </a:cubicBezTo>
                    <a:cubicBezTo>
                      <a:pt x="90853" y="25889"/>
                      <a:pt x="90991" y="25820"/>
                      <a:pt x="91060" y="25682"/>
                    </a:cubicBezTo>
                    <a:cubicBezTo>
                      <a:pt x="91198" y="25475"/>
                      <a:pt x="91267" y="25268"/>
                      <a:pt x="91336" y="24992"/>
                    </a:cubicBezTo>
                    <a:cubicBezTo>
                      <a:pt x="91336" y="24853"/>
                      <a:pt x="91405" y="24715"/>
                      <a:pt x="91475" y="24577"/>
                    </a:cubicBezTo>
                    <a:cubicBezTo>
                      <a:pt x="91475" y="24577"/>
                      <a:pt x="91475" y="24577"/>
                      <a:pt x="91475" y="24508"/>
                    </a:cubicBezTo>
                    <a:cubicBezTo>
                      <a:pt x="91475" y="24508"/>
                      <a:pt x="91475" y="24439"/>
                      <a:pt x="91475" y="24370"/>
                    </a:cubicBezTo>
                    <a:cubicBezTo>
                      <a:pt x="91475" y="24163"/>
                      <a:pt x="91613" y="23956"/>
                      <a:pt x="91613" y="23818"/>
                    </a:cubicBezTo>
                    <a:cubicBezTo>
                      <a:pt x="91613" y="23611"/>
                      <a:pt x="91682" y="23404"/>
                      <a:pt x="91751" y="23266"/>
                    </a:cubicBezTo>
                    <a:cubicBezTo>
                      <a:pt x="91751" y="23128"/>
                      <a:pt x="91751" y="22920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782"/>
                      <a:pt x="91820" y="22782"/>
                      <a:pt x="91820" y="22782"/>
                    </a:cubicBezTo>
                    <a:cubicBezTo>
                      <a:pt x="91820" y="22575"/>
                      <a:pt x="91820" y="22437"/>
                      <a:pt x="91820" y="22230"/>
                    </a:cubicBezTo>
                    <a:cubicBezTo>
                      <a:pt x="91820" y="22023"/>
                      <a:pt x="91820" y="21885"/>
                      <a:pt x="91820" y="21678"/>
                    </a:cubicBezTo>
                    <a:cubicBezTo>
                      <a:pt x="91820" y="21471"/>
                      <a:pt x="91820" y="21333"/>
                      <a:pt x="91820" y="21125"/>
                    </a:cubicBezTo>
                    <a:cubicBezTo>
                      <a:pt x="91820" y="20987"/>
                      <a:pt x="91820" y="20849"/>
                      <a:pt x="91820" y="2078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1" name="Google Shape;2071;p83"/>
              <p:cNvSpPr/>
              <p:nvPr/>
            </p:nvSpPr>
            <p:spPr>
              <a:xfrm>
                <a:off x="2159005" y="3108735"/>
                <a:ext cx="63100" cy="77528"/>
              </a:xfrm>
              <a:custGeom>
                <a:rect b="b" l="l" r="r" t="t"/>
                <a:pathLst>
                  <a:path extrusionOk="0" h="77528" w="63100">
                    <a:moveTo>
                      <a:pt x="62617" y="20849"/>
                    </a:moveTo>
                    <a:cubicBezTo>
                      <a:pt x="62617" y="20849"/>
                      <a:pt x="62617" y="20573"/>
                      <a:pt x="62617" y="20435"/>
                    </a:cubicBezTo>
                    <a:cubicBezTo>
                      <a:pt x="62617" y="20435"/>
                      <a:pt x="62617" y="20435"/>
                      <a:pt x="62617" y="20435"/>
                    </a:cubicBezTo>
                    <a:cubicBezTo>
                      <a:pt x="62617" y="20435"/>
                      <a:pt x="62617" y="20366"/>
                      <a:pt x="62617" y="20297"/>
                    </a:cubicBezTo>
                    <a:cubicBezTo>
                      <a:pt x="62617" y="20090"/>
                      <a:pt x="62617" y="19952"/>
                      <a:pt x="62617" y="19745"/>
                    </a:cubicBezTo>
                    <a:cubicBezTo>
                      <a:pt x="62617" y="19538"/>
                      <a:pt x="62617" y="19399"/>
                      <a:pt x="62617" y="19192"/>
                    </a:cubicBezTo>
                    <a:cubicBezTo>
                      <a:pt x="62617" y="18985"/>
                      <a:pt x="62617" y="18778"/>
                      <a:pt x="62548" y="18640"/>
                    </a:cubicBezTo>
                    <a:cubicBezTo>
                      <a:pt x="62548" y="18433"/>
                      <a:pt x="62548" y="18226"/>
                      <a:pt x="62479" y="18019"/>
                    </a:cubicBezTo>
                    <a:cubicBezTo>
                      <a:pt x="62479" y="17950"/>
                      <a:pt x="62479" y="17812"/>
                      <a:pt x="62479" y="17743"/>
                    </a:cubicBezTo>
                    <a:cubicBezTo>
                      <a:pt x="62479" y="17743"/>
                      <a:pt x="62479" y="17743"/>
                      <a:pt x="62479" y="17743"/>
                    </a:cubicBezTo>
                    <a:cubicBezTo>
                      <a:pt x="62479" y="17674"/>
                      <a:pt x="62479" y="17535"/>
                      <a:pt x="62479" y="17466"/>
                    </a:cubicBezTo>
                    <a:cubicBezTo>
                      <a:pt x="62479" y="17259"/>
                      <a:pt x="62410" y="17052"/>
                      <a:pt x="62341" y="16845"/>
                    </a:cubicBezTo>
                    <a:cubicBezTo>
                      <a:pt x="62341" y="16638"/>
                      <a:pt x="62203" y="16431"/>
                      <a:pt x="62203" y="16224"/>
                    </a:cubicBezTo>
                    <a:cubicBezTo>
                      <a:pt x="62203" y="16017"/>
                      <a:pt x="62065" y="15810"/>
                      <a:pt x="61995" y="15602"/>
                    </a:cubicBezTo>
                    <a:cubicBezTo>
                      <a:pt x="61995" y="15395"/>
                      <a:pt x="61857" y="15188"/>
                      <a:pt x="61788" y="14981"/>
                    </a:cubicBezTo>
                    <a:lnTo>
                      <a:pt x="61788" y="14981"/>
                    </a:lnTo>
                    <a:cubicBezTo>
                      <a:pt x="61788" y="14981"/>
                      <a:pt x="61788" y="14912"/>
                      <a:pt x="61788" y="14912"/>
                    </a:cubicBezTo>
                    <a:cubicBezTo>
                      <a:pt x="61788" y="14774"/>
                      <a:pt x="61650" y="14567"/>
                      <a:pt x="61581" y="14429"/>
                    </a:cubicBezTo>
                    <a:cubicBezTo>
                      <a:pt x="61581" y="14222"/>
                      <a:pt x="61443" y="14084"/>
                      <a:pt x="61374" y="13876"/>
                    </a:cubicBezTo>
                    <a:cubicBezTo>
                      <a:pt x="61305" y="13669"/>
                      <a:pt x="61236" y="13531"/>
                      <a:pt x="61167" y="13324"/>
                    </a:cubicBezTo>
                    <a:cubicBezTo>
                      <a:pt x="61098" y="13117"/>
                      <a:pt x="61029" y="12979"/>
                      <a:pt x="60960" y="12772"/>
                    </a:cubicBezTo>
                    <a:cubicBezTo>
                      <a:pt x="60891" y="12565"/>
                      <a:pt x="60822" y="12427"/>
                      <a:pt x="60684" y="12220"/>
                    </a:cubicBezTo>
                    <a:cubicBezTo>
                      <a:pt x="60684" y="12220"/>
                      <a:pt x="60684" y="12151"/>
                      <a:pt x="60684" y="12082"/>
                    </a:cubicBezTo>
                    <a:cubicBezTo>
                      <a:pt x="60684" y="12082"/>
                      <a:pt x="60684" y="12082"/>
                      <a:pt x="60684" y="12082"/>
                    </a:cubicBezTo>
                    <a:cubicBezTo>
                      <a:pt x="60615" y="11943"/>
                      <a:pt x="60546" y="11736"/>
                      <a:pt x="60477" y="11598"/>
                    </a:cubicBezTo>
                    <a:cubicBezTo>
                      <a:pt x="60339" y="11391"/>
                      <a:pt x="60269" y="11184"/>
                      <a:pt x="60131" y="10977"/>
                    </a:cubicBezTo>
                    <a:cubicBezTo>
                      <a:pt x="59924" y="10632"/>
                      <a:pt x="59786" y="10287"/>
                      <a:pt x="59579" y="9941"/>
                    </a:cubicBezTo>
                    <a:cubicBezTo>
                      <a:pt x="59510" y="9803"/>
                      <a:pt x="59372" y="9596"/>
                      <a:pt x="59303" y="9458"/>
                    </a:cubicBezTo>
                    <a:cubicBezTo>
                      <a:pt x="59234" y="9320"/>
                      <a:pt x="59165" y="9182"/>
                      <a:pt x="59027" y="9044"/>
                    </a:cubicBezTo>
                    <a:cubicBezTo>
                      <a:pt x="58889" y="8837"/>
                      <a:pt x="58751" y="8630"/>
                      <a:pt x="58682" y="8423"/>
                    </a:cubicBezTo>
                    <a:cubicBezTo>
                      <a:pt x="58475" y="8077"/>
                      <a:pt x="58198" y="7732"/>
                      <a:pt x="57991" y="7387"/>
                    </a:cubicBezTo>
                    <a:cubicBezTo>
                      <a:pt x="57853" y="7180"/>
                      <a:pt x="57646" y="6973"/>
                      <a:pt x="57508" y="6766"/>
                    </a:cubicBezTo>
                    <a:cubicBezTo>
                      <a:pt x="57508" y="6697"/>
                      <a:pt x="57370" y="6628"/>
                      <a:pt x="57370" y="6559"/>
                    </a:cubicBezTo>
                    <a:cubicBezTo>
                      <a:pt x="57301" y="6420"/>
                      <a:pt x="57163" y="6351"/>
                      <a:pt x="57094" y="6213"/>
                    </a:cubicBezTo>
                    <a:cubicBezTo>
                      <a:pt x="56956" y="6006"/>
                      <a:pt x="56818" y="5868"/>
                      <a:pt x="56680" y="5730"/>
                    </a:cubicBezTo>
                    <a:cubicBezTo>
                      <a:pt x="56542" y="5592"/>
                      <a:pt x="56403" y="5385"/>
                      <a:pt x="56196" y="5247"/>
                    </a:cubicBezTo>
                    <a:cubicBezTo>
                      <a:pt x="56058" y="5109"/>
                      <a:pt x="55851" y="4902"/>
                      <a:pt x="55713" y="4764"/>
                    </a:cubicBezTo>
                    <a:cubicBezTo>
                      <a:pt x="55575" y="4625"/>
                      <a:pt x="55368" y="4418"/>
                      <a:pt x="55230" y="4280"/>
                    </a:cubicBezTo>
                    <a:cubicBezTo>
                      <a:pt x="55092" y="4142"/>
                      <a:pt x="54885" y="3935"/>
                      <a:pt x="54747" y="3797"/>
                    </a:cubicBezTo>
                    <a:cubicBezTo>
                      <a:pt x="54747" y="3797"/>
                      <a:pt x="54677" y="3728"/>
                      <a:pt x="54609" y="3659"/>
                    </a:cubicBezTo>
                    <a:cubicBezTo>
                      <a:pt x="54609" y="3659"/>
                      <a:pt x="54609" y="3659"/>
                      <a:pt x="54609" y="3659"/>
                    </a:cubicBezTo>
                    <a:cubicBezTo>
                      <a:pt x="54470" y="3590"/>
                      <a:pt x="54401" y="3452"/>
                      <a:pt x="54263" y="3383"/>
                    </a:cubicBezTo>
                    <a:cubicBezTo>
                      <a:pt x="54125" y="3245"/>
                      <a:pt x="53918" y="3107"/>
                      <a:pt x="53780" y="2969"/>
                    </a:cubicBezTo>
                    <a:cubicBezTo>
                      <a:pt x="53642" y="2831"/>
                      <a:pt x="53435" y="2692"/>
                      <a:pt x="53297" y="2554"/>
                    </a:cubicBezTo>
                    <a:cubicBezTo>
                      <a:pt x="53159" y="2416"/>
                      <a:pt x="52952" y="2347"/>
                      <a:pt x="52814" y="2209"/>
                    </a:cubicBezTo>
                    <a:cubicBezTo>
                      <a:pt x="52675" y="2071"/>
                      <a:pt x="52468" y="2002"/>
                      <a:pt x="52330" y="1864"/>
                    </a:cubicBezTo>
                    <a:cubicBezTo>
                      <a:pt x="52192" y="1795"/>
                      <a:pt x="51985" y="1657"/>
                      <a:pt x="51847" y="1588"/>
                    </a:cubicBezTo>
                    <a:cubicBezTo>
                      <a:pt x="51847" y="1588"/>
                      <a:pt x="51778" y="1588"/>
                      <a:pt x="51709" y="1588"/>
                    </a:cubicBezTo>
                    <a:cubicBezTo>
                      <a:pt x="51571" y="1519"/>
                      <a:pt x="51502" y="1450"/>
                      <a:pt x="51364" y="1381"/>
                    </a:cubicBezTo>
                    <a:cubicBezTo>
                      <a:pt x="51226" y="1312"/>
                      <a:pt x="51019" y="1243"/>
                      <a:pt x="50881" y="1105"/>
                    </a:cubicBezTo>
                    <a:cubicBezTo>
                      <a:pt x="50742" y="1036"/>
                      <a:pt x="50604" y="967"/>
                      <a:pt x="50397" y="898"/>
                    </a:cubicBezTo>
                    <a:cubicBezTo>
                      <a:pt x="50259" y="828"/>
                      <a:pt x="50121" y="759"/>
                      <a:pt x="49914" y="690"/>
                    </a:cubicBezTo>
                    <a:cubicBezTo>
                      <a:pt x="49776" y="690"/>
                      <a:pt x="49569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6" y="345"/>
                    </a:cubicBezTo>
                    <a:cubicBezTo>
                      <a:pt x="48878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0" y="0"/>
                      <a:pt x="47222" y="0"/>
                      <a:pt x="47152" y="0"/>
                    </a:cubicBezTo>
                    <a:cubicBezTo>
                      <a:pt x="46945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4" y="0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357" y="69"/>
                      <a:pt x="45357" y="69"/>
                      <a:pt x="45357" y="69"/>
                    </a:cubicBezTo>
                    <a:cubicBezTo>
                      <a:pt x="45081" y="69"/>
                      <a:pt x="44805" y="207"/>
                      <a:pt x="44529" y="276"/>
                    </a:cubicBezTo>
                    <a:cubicBezTo>
                      <a:pt x="44184" y="414"/>
                      <a:pt x="43908" y="552"/>
                      <a:pt x="43563" y="690"/>
                    </a:cubicBezTo>
                    <a:lnTo>
                      <a:pt x="759" y="25544"/>
                    </a:lnTo>
                    <a:cubicBezTo>
                      <a:pt x="1312" y="25199"/>
                      <a:pt x="1933" y="24991"/>
                      <a:pt x="2554" y="24853"/>
                    </a:cubicBezTo>
                    <a:cubicBezTo>
                      <a:pt x="2554" y="24853"/>
                      <a:pt x="2554" y="24853"/>
                      <a:pt x="2554" y="24853"/>
                    </a:cubicBezTo>
                    <a:cubicBezTo>
                      <a:pt x="3176" y="24715"/>
                      <a:pt x="3866" y="24715"/>
                      <a:pt x="4556" y="24784"/>
                    </a:cubicBezTo>
                    <a:cubicBezTo>
                      <a:pt x="4556" y="24784"/>
                      <a:pt x="4556" y="24784"/>
                      <a:pt x="4556" y="24784"/>
                    </a:cubicBezTo>
                    <a:cubicBezTo>
                      <a:pt x="5247" y="24853"/>
                      <a:pt x="5937" y="24991"/>
                      <a:pt x="6697" y="25268"/>
                    </a:cubicBezTo>
                    <a:cubicBezTo>
                      <a:pt x="6697" y="25268"/>
                      <a:pt x="6697" y="25268"/>
                      <a:pt x="6697" y="25268"/>
                    </a:cubicBezTo>
                    <a:cubicBezTo>
                      <a:pt x="7456" y="25544"/>
                      <a:pt x="8215" y="25889"/>
                      <a:pt x="8975" y="26303"/>
                    </a:cubicBezTo>
                    <a:cubicBezTo>
                      <a:pt x="9941" y="26856"/>
                      <a:pt x="10908" y="27546"/>
                      <a:pt x="11874" y="28443"/>
                    </a:cubicBezTo>
                    <a:cubicBezTo>
                      <a:pt x="11874" y="28443"/>
                      <a:pt x="11874" y="28443"/>
                      <a:pt x="11874" y="28443"/>
                    </a:cubicBezTo>
                    <a:cubicBezTo>
                      <a:pt x="12841" y="29272"/>
                      <a:pt x="13738" y="30238"/>
                      <a:pt x="14636" y="31412"/>
                    </a:cubicBezTo>
                    <a:cubicBezTo>
                      <a:pt x="15257" y="32240"/>
                      <a:pt x="15879" y="33069"/>
                      <a:pt x="16362" y="33897"/>
                    </a:cubicBezTo>
                    <a:cubicBezTo>
                      <a:pt x="16431" y="34035"/>
                      <a:pt x="16500" y="34173"/>
                      <a:pt x="16638" y="34312"/>
                    </a:cubicBezTo>
                    <a:cubicBezTo>
                      <a:pt x="17190" y="35140"/>
                      <a:pt x="17674" y="36038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cubicBezTo>
                      <a:pt x="20021" y="42527"/>
                      <a:pt x="20021" y="42527"/>
                      <a:pt x="20021" y="42527"/>
                    </a:cubicBezTo>
                    <a:cubicBezTo>
                      <a:pt x="20228" y="43424"/>
                      <a:pt x="20297" y="44322"/>
                      <a:pt x="20366" y="45219"/>
                    </a:cubicBezTo>
                    <a:cubicBezTo>
                      <a:pt x="20366" y="45219"/>
                      <a:pt x="20366" y="45219"/>
                      <a:pt x="20366" y="45219"/>
                    </a:cubicBezTo>
                    <a:cubicBezTo>
                      <a:pt x="20366" y="46117"/>
                      <a:pt x="20366" y="46945"/>
                      <a:pt x="20366" y="47705"/>
                    </a:cubicBezTo>
                    <a:cubicBezTo>
                      <a:pt x="20366" y="47705"/>
                      <a:pt x="20366" y="47705"/>
                      <a:pt x="20366" y="47705"/>
                    </a:cubicBezTo>
                    <a:cubicBezTo>
                      <a:pt x="20297" y="48464"/>
                      <a:pt x="20090" y="49224"/>
                      <a:pt x="19883" y="49914"/>
                    </a:cubicBezTo>
                    <a:cubicBezTo>
                      <a:pt x="19883" y="49914"/>
                      <a:pt x="19883" y="49914"/>
                      <a:pt x="19883" y="49914"/>
                    </a:cubicBezTo>
                    <a:cubicBezTo>
                      <a:pt x="19607" y="50604"/>
                      <a:pt x="19330" y="51226"/>
                      <a:pt x="18916" y="51778"/>
                    </a:cubicBezTo>
                    <a:lnTo>
                      <a:pt x="1795" y="75872"/>
                    </a:lnTo>
                    <a:cubicBezTo>
                      <a:pt x="1312" y="76562"/>
                      <a:pt x="690" y="77115"/>
                      <a:pt x="0" y="77529"/>
                    </a:cubicBezTo>
                    <a:lnTo>
                      <a:pt x="42803" y="52676"/>
                    </a:lnTo>
                    <a:cubicBezTo>
                      <a:pt x="43493" y="52261"/>
                      <a:pt x="44115" y="51709"/>
                      <a:pt x="44598" y="51019"/>
                    </a:cubicBezTo>
                    <a:lnTo>
                      <a:pt x="61719" y="26925"/>
                    </a:lnTo>
                    <a:cubicBezTo>
                      <a:pt x="61719" y="26925"/>
                      <a:pt x="61857" y="26717"/>
                      <a:pt x="61927" y="26579"/>
                    </a:cubicBezTo>
                    <a:cubicBezTo>
                      <a:pt x="62065" y="26303"/>
                      <a:pt x="62203" y="26096"/>
                      <a:pt x="62341" y="25820"/>
                    </a:cubicBezTo>
                    <a:cubicBezTo>
                      <a:pt x="62410" y="25613"/>
                      <a:pt x="62548" y="25406"/>
                      <a:pt x="62617" y="25130"/>
                    </a:cubicBezTo>
                    <a:cubicBezTo>
                      <a:pt x="62617" y="25130"/>
                      <a:pt x="62617" y="25130"/>
                      <a:pt x="62617" y="25061"/>
                    </a:cubicBezTo>
                    <a:cubicBezTo>
                      <a:pt x="62617" y="25061"/>
                      <a:pt x="62617" y="25061"/>
                      <a:pt x="62617" y="25061"/>
                    </a:cubicBezTo>
                    <a:cubicBezTo>
                      <a:pt x="62617" y="24922"/>
                      <a:pt x="62755" y="24784"/>
                      <a:pt x="62755" y="24577"/>
                    </a:cubicBezTo>
                    <a:cubicBezTo>
                      <a:pt x="62755" y="24370"/>
                      <a:pt x="62893" y="24232"/>
                      <a:pt x="62893" y="24025"/>
                    </a:cubicBezTo>
                    <a:cubicBezTo>
                      <a:pt x="62893" y="23818"/>
                      <a:pt x="62962" y="23680"/>
                      <a:pt x="63031" y="23473"/>
                    </a:cubicBezTo>
                    <a:cubicBezTo>
                      <a:pt x="63031" y="23266"/>
                      <a:pt x="63031" y="23128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920"/>
                      <a:pt x="63100" y="22920"/>
                      <a:pt x="63100" y="22920"/>
                    </a:cubicBezTo>
                    <a:cubicBezTo>
                      <a:pt x="63100" y="22782"/>
                      <a:pt x="63100" y="22644"/>
                      <a:pt x="63100" y="22437"/>
                    </a:cubicBezTo>
                    <a:cubicBezTo>
                      <a:pt x="63100" y="22230"/>
                      <a:pt x="63100" y="22092"/>
                      <a:pt x="63100" y="21885"/>
                    </a:cubicBezTo>
                    <a:cubicBezTo>
                      <a:pt x="63100" y="21678"/>
                      <a:pt x="63100" y="21540"/>
                      <a:pt x="63100" y="21333"/>
                    </a:cubicBezTo>
                    <a:cubicBezTo>
                      <a:pt x="63100" y="21125"/>
                      <a:pt x="63100" y="20987"/>
                      <a:pt x="63100" y="2078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2" name="Google Shape;2072;p83"/>
              <p:cNvSpPr/>
              <p:nvPr/>
            </p:nvSpPr>
            <p:spPr>
              <a:xfrm>
                <a:off x="2333877" y="3209943"/>
                <a:ext cx="79047" cy="97066"/>
              </a:xfrm>
              <a:custGeom>
                <a:rect b="b" l="l" r="r" t="t"/>
                <a:pathLst>
                  <a:path extrusionOk="0" h="97066" w="79047">
                    <a:moveTo>
                      <a:pt x="78979" y="64205"/>
                    </a:moveTo>
                    <a:cubicBezTo>
                      <a:pt x="78979" y="64205"/>
                      <a:pt x="78979" y="64205"/>
                      <a:pt x="78979" y="64205"/>
                    </a:cubicBezTo>
                    <a:cubicBezTo>
                      <a:pt x="78979" y="64205"/>
                      <a:pt x="78979" y="64136"/>
                      <a:pt x="78979" y="64067"/>
                    </a:cubicBezTo>
                    <a:cubicBezTo>
                      <a:pt x="78979" y="63859"/>
                      <a:pt x="78979" y="63721"/>
                      <a:pt x="78979" y="63514"/>
                    </a:cubicBezTo>
                    <a:cubicBezTo>
                      <a:pt x="78979" y="63307"/>
                      <a:pt x="78979" y="63169"/>
                      <a:pt x="78979" y="62962"/>
                    </a:cubicBezTo>
                    <a:cubicBezTo>
                      <a:pt x="78979" y="62755"/>
                      <a:pt x="78979" y="62617"/>
                      <a:pt x="78979" y="62410"/>
                    </a:cubicBezTo>
                    <a:cubicBezTo>
                      <a:pt x="78979" y="62272"/>
                      <a:pt x="78979" y="62134"/>
                      <a:pt x="78979" y="61996"/>
                    </a:cubicBezTo>
                    <a:cubicBezTo>
                      <a:pt x="78979" y="61996"/>
                      <a:pt x="78979" y="61996"/>
                      <a:pt x="78979" y="61996"/>
                    </a:cubicBezTo>
                    <a:cubicBezTo>
                      <a:pt x="78979" y="61996"/>
                      <a:pt x="78979" y="61996"/>
                      <a:pt x="78979" y="61926"/>
                    </a:cubicBezTo>
                    <a:cubicBezTo>
                      <a:pt x="78979" y="61719"/>
                      <a:pt x="78979" y="61512"/>
                      <a:pt x="78910" y="61374"/>
                    </a:cubicBezTo>
                    <a:cubicBezTo>
                      <a:pt x="78910" y="61167"/>
                      <a:pt x="78841" y="60960"/>
                      <a:pt x="78772" y="60753"/>
                    </a:cubicBezTo>
                    <a:cubicBezTo>
                      <a:pt x="78772" y="60546"/>
                      <a:pt x="78703" y="60339"/>
                      <a:pt x="78634" y="60131"/>
                    </a:cubicBezTo>
                    <a:cubicBezTo>
                      <a:pt x="78634" y="59993"/>
                      <a:pt x="78565" y="59786"/>
                      <a:pt x="78495" y="59648"/>
                    </a:cubicBezTo>
                    <a:cubicBezTo>
                      <a:pt x="78495" y="59648"/>
                      <a:pt x="78495" y="59648"/>
                      <a:pt x="78495" y="59648"/>
                    </a:cubicBezTo>
                    <a:cubicBezTo>
                      <a:pt x="78495" y="59648"/>
                      <a:pt x="78495" y="59648"/>
                      <a:pt x="78495" y="59579"/>
                    </a:cubicBezTo>
                    <a:cubicBezTo>
                      <a:pt x="78495" y="59372"/>
                      <a:pt x="78357" y="59165"/>
                      <a:pt x="78288" y="58958"/>
                    </a:cubicBezTo>
                    <a:cubicBezTo>
                      <a:pt x="78288" y="58751"/>
                      <a:pt x="78150" y="58544"/>
                      <a:pt x="78081" y="58337"/>
                    </a:cubicBezTo>
                    <a:cubicBezTo>
                      <a:pt x="78081" y="58129"/>
                      <a:pt x="77943" y="57922"/>
                      <a:pt x="77874" y="57784"/>
                    </a:cubicBezTo>
                    <a:cubicBezTo>
                      <a:pt x="77805" y="57577"/>
                      <a:pt x="77736" y="57370"/>
                      <a:pt x="77667" y="57232"/>
                    </a:cubicBezTo>
                    <a:cubicBezTo>
                      <a:pt x="77667" y="57232"/>
                      <a:pt x="77667" y="57232"/>
                      <a:pt x="77667" y="57232"/>
                    </a:cubicBezTo>
                    <a:lnTo>
                      <a:pt x="60753" y="13462"/>
                    </a:lnTo>
                    <a:cubicBezTo>
                      <a:pt x="60753" y="13462"/>
                      <a:pt x="60753" y="13462"/>
                      <a:pt x="60753" y="13462"/>
                    </a:cubicBezTo>
                    <a:cubicBezTo>
                      <a:pt x="60684" y="13255"/>
                      <a:pt x="60615" y="13117"/>
                      <a:pt x="60546" y="12910"/>
                    </a:cubicBezTo>
                    <a:cubicBezTo>
                      <a:pt x="60477" y="12703"/>
                      <a:pt x="60408" y="12565"/>
                      <a:pt x="60339" y="12358"/>
                    </a:cubicBezTo>
                    <a:cubicBezTo>
                      <a:pt x="60270" y="12151"/>
                      <a:pt x="60201" y="12012"/>
                      <a:pt x="60063" y="11805"/>
                    </a:cubicBezTo>
                    <a:cubicBezTo>
                      <a:pt x="59993" y="11598"/>
                      <a:pt x="59855" y="11391"/>
                      <a:pt x="59786" y="11253"/>
                    </a:cubicBezTo>
                    <a:cubicBezTo>
                      <a:pt x="59648" y="11046"/>
                      <a:pt x="59579" y="10770"/>
                      <a:pt x="59441" y="10563"/>
                    </a:cubicBezTo>
                    <a:cubicBezTo>
                      <a:pt x="59303" y="10218"/>
                      <a:pt x="59096" y="9941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958" y="9665"/>
                      <a:pt x="58958" y="9665"/>
                      <a:pt x="58958" y="9665"/>
                    </a:cubicBezTo>
                    <a:cubicBezTo>
                      <a:pt x="58682" y="9182"/>
                      <a:pt x="58337" y="8630"/>
                      <a:pt x="57991" y="8146"/>
                    </a:cubicBezTo>
                    <a:cubicBezTo>
                      <a:pt x="57784" y="7801"/>
                      <a:pt x="57577" y="7525"/>
                      <a:pt x="57370" y="7249"/>
                    </a:cubicBezTo>
                    <a:cubicBezTo>
                      <a:pt x="57232" y="7042"/>
                      <a:pt x="57025" y="6835"/>
                      <a:pt x="56887" y="6628"/>
                    </a:cubicBezTo>
                    <a:cubicBezTo>
                      <a:pt x="56818" y="6490"/>
                      <a:pt x="56680" y="6420"/>
                      <a:pt x="56611" y="6282"/>
                    </a:cubicBezTo>
                    <a:lnTo>
                      <a:pt x="56611" y="6282"/>
                    </a:lnTo>
                    <a:cubicBezTo>
                      <a:pt x="56611" y="6282"/>
                      <a:pt x="56542" y="6144"/>
                      <a:pt x="56473" y="6075"/>
                    </a:cubicBezTo>
                    <a:cubicBezTo>
                      <a:pt x="56335" y="5868"/>
                      <a:pt x="56197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4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1" y="3935"/>
                      <a:pt x="54263" y="3728"/>
                      <a:pt x="54125" y="3590"/>
                    </a:cubicBezTo>
                    <a:cubicBezTo>
                      <a:pt x="54125" y="3590"/>
                      <a:pt x="53987" y="3452"/>
                      <a:pt x="53918" y="3452"/>
                    </a:cubicBezTo>
                    <a:cubicBezTo>
                      <a:pt x="53918" y="3452"/>
                      <a:pt x="53918" y="3452"/>
                      <a:pt x="53918" y="3452"/>
                    </a:cubicBezTo>
                    <a:cubicBezTo>
                      <a:pt x="53849" y="3383"/>
                      <a:pt x="53711" y="3245"/>
                      <a:pt x="53642" y="3176"/>
                    </a:cubicBezTo>
                    <a:cubicBezTo>
                      <a:pt x="53435" y="3038"/>
                      <a:pt x="53297" y="2900"/>
                      <a:pt x="53090" y="2761"/>
                    </a:cubicBezTo>
                    <a:cubicBezTo>
                      <a:pt x="52952" y="2623"/>
                      <a:pt x="52745" y="2485"/>
                      <a:pt x="52606" y="2347"/>
                    </a:cubicBezTo>
                    <a:cubicBezTo>
                      <a:pt x="52468" y="2209"/>
                      <a:pt x="52261" y="2071"/>
                      <a:pt x="52123" y="2002"/>
                    </a:cubicBezTo>
                    <a:cubicBezTo>
                      <a:pt x="51985" y="1864"/>
                      <a:pt x="51778" y="1795"/>
                      <a:pt x="51640" y="1657"/>
                    </a:cubicBezTo>
                    <a:cubicBezTo>
                      <a:pt x="51502" y="1588"/>
                      <a:pt x="51295" y="1450"/>
                      <a:pt x="51157" y="1381"/>
                    </a:cubicBezTo>
                    <a:cubicBezTo>
                      <a:pt x="51157" y="1381"/>
                      <a:pt x="51088" y="1381"/>
                      <a:pt x="51019" y="1381"/>
                    </a:cubicBezTo>
                    <a:cubicBezTo>
                      <a:pt x="50881" y="1312"/>
                      <a:pt x="50743" y="1243"/>
                      <a:pt x="50673" y="1174"/>
                    </a:cubicBezTo>
                    <a:cubicBezTo>
                      <a:pt x="50535" y="1105"/>
                      <a:pt x="50397" y="1036"/>
                      <a:pt x="50190" y="967"/>
                    </a:cubicBezTo>
                    <a:cubicBezTo>
                      <a:pt x="50052" y="897"/>
                      <a:pt x="49914" y="828"/>
                      <a:pt x="49707" y="759"/>
                    </a:cubicBezTo>
                    <a:cubicBezTo>
                      <a:pt x="49569" y="690"/>
                      <a:pt x="49431" y="621"/>
                      <a:pt x="49224" y="552"/>
                    </a:cubicBezTo>
                    <a:cubicBezTo>
                      <a:pt x="49086" y="552"/>
                      <a:pt x="48947" y="414"/>
                      <a:pt x="48740" y="345"/>
                    </a:cubicBezTo>
                    <a:cubicBezTo>
                      <a:pt x="48602" y="345"/>
                      <a:pt x="48464" y="207"/>
                      <a:pt x="48257" y="207"/>
                    </a:cubicBezTo>
                    <a:cubicBezTo>
                      <a:pt x="48188" y="207"/>
                      <a:pt x="48119" y="207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669" y="0"/>
                      <a:pt x="46531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81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16" y="24784"/>
                    </a:cubicBezTo>
                    <a:cubicBezTo>
                      <a:pt x="3314" y="24715"/>
                      <a:pt x="4280" y="24784"/>
                      <a:pt x="5247" y="25060"/>
                    </a:cubicBezTo>
                    <a:cubicBezTo>
                      <a:pt x="5247" y="25060"/>
                      <a:pt x="5247" y="25060"/>
                      <a:pt x="5247" y="25060"/>
                    </a:cubicBezTo>
                    <a:cubicBezTo>
                      <a:pt x="6213" y="25337"/>
                      <a:pt x="7180" y="25751"/>
                      <a:pt x="8146" y="26303"/>
                    </a:cubicBezTo>
                    <a:cubicBezTo>
                      <a:pt x="9113" y="26856"/>
                      <a:pt x="10149" y="27615"/>
                      <a:pt x="11046" y="28443"/>
                    </a:cubicBezTo>
                    <a:cubicBezTo>
                      <a:pt x="11046" y="28443"/>
                      <a:pt x="11046" y="28443"/>
                      <a:pt x="11046" y="28443"/>
                    </a:cubicBezTo>
                    <a:cubicBezTo>
                      <a:pt x="12012" y="29272"/>
                      <a:pt x="12910" y="30238"/>
                      <a:pt x="13738" y="31274"/>
                    </a:cubicBezTo>
                    <a:cubicBezTo>
                      <a:pt x="13738" y="31274"/>
                      <a:pt x="13738" y="31274"/>
                      <a:pt x="13738" y="31274"/>
                    </a:cubicBezTo>
                    <a:cubicBezTo>
                      <a:pt x="14567" y="32309"/>
                      <a:pt x="15395" y="33483"/>
                      <a:pt x="16086" y="34657"/>
                    </a:cubicBezTo>
                    <a:cubicBezTo>
                      <a:pt x="16086" y="34657"/>
                      <a:pt x="16086" y="34657"/>
                      <a:pt x="16086" y="34657"/>
                    </a:cubicBezTo>
                    <a:cubicBezTo>
                      <a:pt x="16776" y="35899"/>
                      <a:pt x="17466" y="37211"/>
                      <a:pt x="17950" y="38592"/>
                    </a:cubicBezTo>
                    <a:lnTo>
                      <a:pt x="34864" y="82362"/>
                    </a:lnTo>
                    <a:cubicBezTo>
                      <a:pt x="35209" y="83190"/>
                      <a:pt x="35485" y="84018"/>
                      <a:pt x="35692" y="84847"/>
                    </a:cubicBezTo>
                    <a:cubicBezTo>
                      <a:pt x="35692" y="84847"/>
                      <a:pt x="35692" y="84847"/>
                      <a:pt x="35692" y="84847"/>
                    </a:cubicBezTo>
                    <a:cubicBezTo>
                      <a:pt x="35900" y="85675"/>
                      <a:pt x="36107" y="86435"/>
                      <a:pt x="36176" y="87194"/>
                    </a:cubicBezTo>
                    <a:cubicBezTo>
                      <a:pt x="36176" y="87194"/>
                      <a:pt x="36176" y="87194"/>
                      <a:pt x="36176" y="87194"/>
                    </a:cubicBezTo>
                    <a:cubicBezTo>
                      <a:pt x="36314" y="87954"/>
                      <a:pt x="36383" y="88713"/>
                      <a:pt x="36383" y="89403"/>
                    </a:cubicBezTo>
                    <a:cubicBezTo>
                      <a:pt x="36383" y="89403"/>
                      <a:pt x="36383" y="89403"/>
                      <a:pt x="36383" y="89403"/>
                    </a:cubicBezTo>
                    <a:cubicBezTo>
                      <a:pt x="36383" y="90094"/>
                      <a:pt x="36383" y="90784"/>
                      <a:pt x="36314" y="91406"/>
                    </a:cubicBezTo>
                    <a:cubicBezTo>
                      <a:pt x="36314" y="91406"/>
                      <a:pt x="36314" y="91406"/>
                      <a:pt x="36314" y="91406"/>
                    </a:cubicBezTo>
                    <a:cubicBezTo>
                      <a:pt x="36245" y="92027"/>
                      <a:pt x="36107" y="92648"/>
                      <a:pt x="35900" y="93200"/>
                    </a:cubicBezTo>
                    <a:cubicBezTo>
                      <a:pt x="35900" y="93200"/>
                      <a:pt x="35900" y="93200"/>
                      <a:pt x="35900" y="93269"/>
                    </a:cubicBezTo>
                    <a:cubicBezTo>
                      <a:pt x="35761" y="93753"/>
                      <a:pt x="35554" y="94236"/>
                      <a:pt x="35278" y="94719"/>
                    </a:cubicBezTo>
                    <a:cubicBezTo>
                      <a:pt x="35278" y="94719"/>
                      <a:pt x="35209" y="94857"/>
                      <a:pt x="35140" y="94926"/>
                    </a:cubicBezTo>
                    <a:cubicBezTo>
                      <a:pt x="35071" y="95064"/>
                      <a:pt x="34933" y="95202"/>
                      <a:pt x="34864" y="95272"/>
                    </a:cubicBezTo>
                    <a:cubicBezTo>
                      <a:pt x="34381" y="96031"/>
                      <a:pt x="33759" y="96652"/>
                      <a:pt x="33000" y="97066"/>
                    </a:cubicBez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33000" y="97066"/>
                    </a:lnTo>
                    <a:cubicBezTo>
                      <a:pt x="33000" y="97066"/>
                      <a:pt x="33000" y="97066"/>
                      <a:pt x="33000" y="97066"/>
                    </a:cubicBezTo>
                    <a:lnTo>
                      <a:pt x="75803" y="72213"/>
                    </a:lnTo>
                    <a:cubicBezTo>
                      <a:pt x="76562" y="71799"/>
                      <a:pt x="77115" y="71177"/>
                      <a:pt x="77667" y="70418"/>
                    </a:cubicBezTo>
                    <a:cubicBezTo>
                      <a:pt x="77667" y="70418"/>
                      <a:pt x="77805" y="70349"/>
                      <a:pt x="77805" y="70280"/>
                    </a:cubicBezTo>
                    <a:cubicBezTo>
                      <a:pt x="77805" y="70211"/>
                      <a:pt x="77874" y="70142"/>
                      <a:pt x="77943" y="70073"/>
                    </a:cubicBezTo>
                    <a:cubicBezTo>
                      <a:pt x="77943" y="70073"/>
                      <a:pt x="78012" y="69935"/>
                      <a:pt x="78081" y="69866"/>
                    </a:cubicBezTo>
                    <a:cubicBezTo>
                      <a:pt x="78081" y="69728"/>
                      <a:pt x="78219" y="69659"/>
                      <a:pt x="78288" y="69521"/>
                    </a:cubicBezTo>
                    <a:cubicBezTo>
                      <a:pt x="78427" y="69313"/>
                      <a:pt x="78495" y="69106"/>
                      <a:pt x="78565" y="68830"/>
                    </a:cubicBezTo>
                    <a:cubicBezTo>
                      <a:pt x="78565" y="68692"/>
                      <a:pt x="78634" y="68554"/>
                      <a:pt x="78703" y="68416"/>
                    </a:cubicBezTo>
                    <a:cubicBezTo>
                      <a:pt x="78703" y="68416"/>
                      <a:pt x="78703" y="68416"/>
                      <a:pt x="78703" y="68347"/>
                    </a:cubicBezTo>
                    <a:cubicBezTo>
                      <a:pt x="78703" y="68347"/>
                      <a:pt x="78703" y="68278"/>
                      <a:pt x="78703" y="68209"/>
                    </a:cubicBezTo>
                    <a:cubicBezTo>
                      <a:pt x="78703" y="68002"/>
                      <a:pt x="78841" y="67795"/>
                      <a:pt x="78841" y="67657"/>
                    </a:cubicBezTo>
                    <a:cubicBezTo>
                      <a:pt x="78841" y="67450"/>
                      <a:pt x="78910" y="67242"/>
                      <a:pt x="78979" y="67104"/>
                    </a:cubicBezTo>
                    <a:cubicBezTo>
                      <a:pt x="78979" y="66966"/>
                      <a:pt x="78979" y="66759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621"/>
                      <a:pt x="79048" y="66621"/>
                      <a:pt x="79048" y="66621"/>
                    </a:cubicBezTo>
                    <a:cubicBezTo>
                      <a:pt x="79048" y="66414"/>
                      <a:pt x="79048" y="66276"/>
                      <a:pt x="79048" y="66069"/>
                    </a:cubicBezTo>
                    <a:cubicBezTo>
                      <a:pt x="79048" y="65862"/>
                      <a:pt x="79048" y="65724"/>
                      <a:pt x="79048" y="65516"/>
                    </a:cubicBezTo>
                    <a:cubicBezTo>
                      <a:pt x="79048" y="65309"/>
                      <a:pt x="79048" y="65171"/>
                      <a:pt x="79048" y="64964"/>
                    </a:cubicBezTo>
                    <a:cubicBezTo>
                      <a:pt x="79048" y="64826"/>
                      <a:pt x="79048" y="64688"/>
                      <a:pt x="79048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3" name="Google Shape;2073;p83"/>
              <p:cNvSpPr/>
              <p:nvPr/>
            </p:nvSpPr>
            <p:spPr>
              <a:xfrm>
                <a:off x="2067462" y="2761684"/>
                <a:ext cx="91888" cy="90162"/>
              </a:xfrm>
              <a:custGeom>
                <a:rect b="b" l="l" r="r" t="t"/>
                <a:pathLst>
                  <a:path extrusionOk="0" h="90162" w="91888">
                    <a:moveTo>
                      <a:pt x="91129" y="57439"/>
                    </a:moveTo>
                    <a:cubicBezTo>
                      <a:pt x="91129" y="57439"/>
                      <a:pt x="91129" y="57163"/>
                      <a:pt x="91129" y="57025"/>
                    </a:cubicBezTo>
                    <a:cubicBezTo>
                      <a:pt x="91129" y="57025"/>
                      <a:pt x="91129" y="57025"/>
                      <a:pt x="91129" y="57025"/>
                    </a:cubicBezTo>
                    <a:cubicBezTo>
                      <a:pt x="91129" y="57025"/>
                      <a:pt x="91129" y="56956"/>
                      <a:pt x="91129" y="56887"/>
                    </a:cubicBezTo>
                    <a:cubicBezTo>
                      <a:pt x="91129" y="56680"/>
                      <a:pt x="91129" y="56542"/>
                      <a:pt x="91129" y="56335"/>
                    </a:cubicBezTo>
                    <a:cubicBezTo>
                      <a:pt x="91129" y="56127"/>
                      <a:pt x="91129" y="55989"/>
                      <a:pt x="91129" y="55782"/>
                    </a:cubicBezTo>
                    <a:cubicBezTo>
                      <a:pt x="91129" y="55575"/>
                      <a:pt x="91129" y="55368"/>
                      <a:pt x="91060" y="55230"/>
                    </a:cubicBezTo>
                    <a:cubicBezTo>
                      <a:pt x="91060" y="55023"/>
                      <a:pt x="91060" y="54816"/>
                      <a:pt x="90991" y="54609"/>
                    </a:cubicBezTo>
                    <a:cubicBezTo>
                      <a:pt x="90991" y="54540"/>
                      <a:pt x="90991" y="54401"/>
                      <a:pt x="90991" y="54332"/>
                    </a:cubicBezTo>
                    <a:cubicBezTo>
                      <a:pt x="90991" y="54332"/>
                      <a:pt x="90991" y="54332"/>
                      <a:pt x="90991" y="54332"/>
                    </a:cubicBezTo>
                    <a:cubicBezTo>
                      <a:pt x="90991" y="54263"/>
                      <a:pt x="90991" y="54125"/>
                      <a:pt x="90991" y="54056"/>
                    </a:cubicBezTo>
                    <a:cubicBezTo>
                      <a:pt x="90991" y="53849"/>
                      <a:pt x="90922" y="53642"/>
                      <a:pt x="90853" y="53435"/>
                    </a:cubicBezTo>
                    <a:cubicBezTo>
                      <a:pt x="90853" y="53228"/>
                      <a:pt x="90715" y="53021"/>
                      <a:pt x="90715" y="52814"/>
                    </a:cubicBezTo>
                    <a:cubicBezTo>
                      <a:pt x="90715" y="52607"/>
                      <a:pt x="90577" y="52399"/>
                      <a:pt x="90508" y="52192"/>
                    </a:cubicBezTo>
                    <a:cubicBezTo>
                      <a:pt x="90508" y="51985"/>
                      <a:pt x="90370" y="51778"/>
                      <a:pt x="90301" y="51571"/>
                    </a:cubicBezTo>
                    <a:cubicBezTo>
                      <a:pt x="90301" y="51571"/>
                      <a:pt x="90301" y="51571"/>
                      <a:pt x="90301" y="51502"/>
                    </a:cubicBezTo>
                    <a:cubicBezTo>
                      <a:pt x="90301" y="51502"/>
                      <a:pt x="90301" y="51502"/>
                      <a:pt x="90301" y="51502"/>
                    </a:cubicBezTo>
                    <a:cubicBezTo>
                      <a:pt x="90301" y="51364"/>
                      <a:pt x="90163" y="51157"/>
                      <a:pt x="90163" y="51019"/>
                    </a:cubicBezTo>
                    <a:cubicBezTo>
                      <a:pt x="90163" y="50812"/>
                      <a:pt x="90025" y="50673"/>
                      <a:pt x="89956" y="50466"/>
                    </a:cubicBezTo>
                    <a:cubicBezTo>
                      <a:pt x="89887" y="50259"/>
                      <a:pt x="89818" y="50121"/>
                      <a:pt x="89749" y="49914"/>
                    </a:cubicBezTo>
                    <a:cubicBezTo>
                      <a:pt x="89679" y="49707"/>
                      <a:pt x="89611" y="49569"/>
                      <a:pt x="89541" y="49362"/>
                    </a:cubicBezTo>
                    <a:cubicBezTo>
                      <a:pt x="89472" y="49155"/>
                      <a:pt x="89403" y="49017"/>
                      <a:pt x="89265" y="48809"/>
                    </a:cubicBezTo>
                    <a:cubicBezTo>
                      <a:pt x="89265" y="48809"/>
                      <a:pt x="89265" y="48740"/>
                      <a:pt x="89265" y="48671"/>
                    </a:cubicBezTo>
                    <a:cubicBezTo>
                      <a:pt x="89265" y="48671"/>
                      <a:pt x="89265" y="48671"/>
                      <a:pt x="89265" y="48671"/>
                    </a:cubicBezTo>
                    <a:cubicBezTo>
                      <a:pt x="89196" y="48533"/>
                      <a:pt x="89127" y="48395"/>
                      <a:pt x="89058" y="48257"/>
                    </a:cubicBezTo>
                    <a:cubicBezTo>
                      <a:pt x="88920" y="48050"/>
                      <a:pt x="88851" y="47843"/>
                      <a:pt x="88713" y="47636"/>
                    </a:cubicBezTo>
                    <a:cubicBezTo>
                      <a:pt x="88506" y="47291"/>
                      <a:pt x="88368" y="46945"/>
                      <a:pt x="88161" y="46600"/>
                    </a:cubicBezTo>
                    <a:cubicBezTo>
                      <a:pt x="88092" y="46462"/>
                      <a:pt x="87954" y="46255"/>
                      <a:pt x="87816" y="46117"/>
                    </a:cubicBezTo>
                    <a:cubicBezTo>
                      <a:pt x="87746" y="45979"/>
                      <a:pt x="87678" y="45841"/>
                      <a:pt x="87539" y="45703"/>
                    </a:cubicBezTo>
                    <a:cubicBezTo>
                      <a:pt x="87401" y="45496"/>
                      <a:pt x="87332" y="45358"/>
                      <a:pt x="87194" y="45150"/>
                    </a:cubicBezTo>
                    <a:cubicBezTo>
                      <a:pt x="86987" y="44805"/>
                      <a:pt x="86711" y="44460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2" y="43425"/>
                      <a:pt x="85883" y="43286"/>
                      <a:pt x="85813" y="43217"/>
                    </a:cubicBezTo>
                    <a:lnTo>
                      <a:pt x="56404" y="6559"/>
                    </a:lnTo>
                    <a:cubicBezTo>
                      <a:pt x="56404" y="6559"/>
                      <a:pt x="56265" y="6351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23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9" y="4625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3" y="2969"/>
                    </a:cubicBezTo>
                    <a:cubicBezTo>
                      <a:pt x="52744" y="2831"/>
                      <a:pt x="52537" y="2692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50" y="1588"/>
                    </a:cubicBezTo>
                    <a:cubicBezTo>
                      <a:pt x="50950" y="1588"/>
                      <a:pt x="50881" y="1588"/>
                      <a:pt x="50811" y="1588"/>
                    </a:cubicBezTo>
                    <a:cubicBezTo>
                      <a:pt x="50673" y="1519"/>
                      <a:pt x="50604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7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1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cubicBezTo>
                      <a:pt x="46462" y="0"/>
                      <a:pt x="46462" y="0"/>
                      <a:pt x="46462" y="0"/>
                    </a:cubicBezTo>
                    <a:cubicBezTo>
                      <a:pt x="46393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8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1"/>
                    </a:cubicBezTo>
                    <a:cubicBezTo>
                      <a:pt x="11046" y="28581"/>
                      <a:pt x="11046" y="28581"/>
                      <a:pt x="11046" y="28581"/>
                    </a:cubicBezTo>
                    <a:cubicBezTo>
                      <a:pt x="12012" y="29410"/>
                      <a:pt x="12979" y="30446"/>
                      <a:pt x="13877" y="31550"/>
                    </a:cubicBezTo>
                    <a:lnTo>
                      <a:pt x="43355" y="68209"/>
                    </a:lnTo>
                    <a:cubicBezTo>
                      <a:pt x="43977" y="69037"/>
                      <a:pt x="44598" y="69866"/>
                      <a:pt x="45151" y="70694"/>
                    </a:cubicBezTo>
                    <a:cubicBezTo>
                      <a:pt x="45219" y="70832"/>
                      <a:pt x="45289" y="70970"/>
                      <a:pt x="45358" y="71109"/>
                    </a:cubicBezTo>
                    <a:cubicBezTo>
                      <a:pt x="45910" y="71937"/>
                      <a:pt x="46393" y="72834"/>
                      <a:pt x="46807" y="73663"/>
                    </a:cubicBezTo>
                    <a:cubicBezTo>
                      <a:pt x="46807" y="73663"/>
                      <a:pt x="46807" y="73663"/>
                      <a:pt x="46807" y="73663"/>
                    </a:cubicBezTo>
                    <a:cubicBezTo>
                      <a:pt x="47222" y="74629"/>
                      <a:pt x="47636" y="75527"/>
                      <a:pt x="47981" y="76493"/>
                    </a:cubicBezTo>
                    <a:cubicBezTo>
                      <a:pt x="47981" y="76493"/>
                      <a:pt x="47981" y="76493"/>
                      <a:pt x="47981" y="76493"/>
                    </a:cubicBezTo>
                    <a:cubicBezTo>
                      <a:pt x="48326" y="77460"/>
                      <a:pt x="48533" y="78357"/>
                      <a:pt x="48740" y="79255"/>
                    </a:cubicBezTo>
                    <a:cubicBezTo>
                      <a:pt x="48740" y="79255"/>
                      <a:pt x="48740" y="79255"/>
                      <a:pt x="48740" y="79255"/>
                    </a:cubicBezTo>
                    <a:cubicBezTo>
                      <a:pt x="48947" y="80152"/>
                      <a:pt x="49017" y="81050"/>
                      <a:pt x="49085" y="81947"/>
                    </a:cubicBezTo>
                    <a:cubicBezTo>
                      <a:pt x="49085" y="81947"/>
                      <a:pt x="49085" y="81947"/>
                      <a:pt x="49085" y="81947"/>
                    </a:cubicBezTo>
                    <a:cubicBezTo>
                      <a:pt x="49085" y="82845"/>
                      <a:pt x="49085" y="83673"/>
                      <a:pt x="49085" y="84433"/>
                    </a:cubicBezTo>
                    <a:cubicBezTo>
                      <a:pt x="49085" y="84433"/>
                      <a:pt x="49085" y="84433"/>
                      <a:pt x="49085" y="84433"/>
                    </a:cubicBezTo>
                    <a:cubicBezTo>
                      <a:pt x="49017" y="85192"/>
                      <a:pt x="48809" y="85952"/>
                      <a:pt x="48602" y="86642"/>
                    </a:cubicBezTo>
                    <a:cubicBezTo>
                      <a:pt x="48602" y="86642"/>
                      <a:pt x="48602" y="86642"/>
                      <a:pt x="48602" y="86642"/>
                    </a:cubicBezTo>
                    <a:cubicBezTo>
                      <a:pt x="48326" y="87332"/>
                      <a:pt x="48050" y="87954"/>
                      <a:pt x="47636" y="88506"/>
                    </a:cubicBezTo>
                    <a:cubicBezTo>
                      <a:pt x="47152" y="89196"/>
                      <a:pt x="46531" y="89749"/>
                      <a:pt x="45841" y="90163"/>
                    </a:cubicBezTo>
                    <a:lnTo>
                      <a:pt x="45841" y="90163"/>
                    </a:lnTo>
                    <a:cubicBezTo>
                      <a:pt x="45841" y="90163"/>
                      <a:pt x="45841" y="90163"/>
                      <a:pt x="45841" y="90163"/>
                    </a:cubicBezTo>
                    <a:lnTo>
                      <a:pt x="88644" y="65309"/>
                    </a:lnTo>
                    <a:cubicBezTo>
                      <a:pt x="89334" y="64895"/>
                      <a:pt x="89956" y="64343"/>
                      <a:pt x="90439" y="63652"/>
                    </a:cubicBezTo>
                    <a:cubicBezTo>
                      <a:pt x="90439" y="63583"/>
                      <a:pt x="90577" y="63445"/>
                      <a:pt x="90646" y="63376"/>
                    </a:cubicBezTo>
                    <a:cubicBezTo>
                      <a:pt x="90784" y="63100"/>
                      <a:pt x="90991" y="62824"/>
                      <a:pt x="91129" y="62548"/>
                    </a:cubicBezTo>
                    <a:cubicBezTo>
                      <a:pt x="91267" y="62341"/>
                      <a:pt x="91337" y="62134"/>
                      <a:pt x="91405" y="61858"/>
                    </a:cubicBezTo>
                    <a:cubicBezTo>
                      <a:pt x="91405" y="61858"/>
                      <a:pt x="91405" y="61788"/>
                      <a:pt x="91405" y="61719"/>
                    </a:cubicBezTo>
                    <a:cubicBezTo>
                      <a:pt x="91405" y="61719"/>
                      <a:pt x="91405" y="61719"/>
                      <a:pt x="91405" y="61719"/>
                    </a:cubicBezTo>
                    <a:cubicBezTo>
                      <a:pt x="91405" y="61581"/>
                      <a:pt x="91544" y="61443"/>
                      <a:pt x="91544" y="61236"/>
                    </a:cubicBezTo>
                    <a:cubicBezTo>
                      <a:pt x="91544" y="61029"/>
                      <a:pt x="91682" y="60822"/>
                      <a:pt x="91682" y="60684"/>
                    </a:cubicBezTo>
                    <a:cubicBezTo>
                      <a:pt x="91682" y="60477"/>
                      <a:pt x="91751" y="60339"/>
                      <a:pt x="91820" y="60132"/>
                    </a:cubicBezTo>
                    <a:cubicBezTo>
                      <a:pt x="91820" y="59924"/>
                      <a:pt x="91820" y="59786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579"/>
                      <a:pt x="91889" y="59579"/>
                      <a:pt x="91889" y="59579"/>
                    </a:cubicBezTo>
                    <a:cubicBezTo>
                      <a:pt x="91889" y="59441"/>
                      <a:pt x="91889" y="59303"/>
                      <a:pt x="91889" y="59096"/>
                    </a:cubicBezTo>
                    <a:cubicBezTo>
                      <a:pt x="91889" y="58889"/>
                      <a:pt x="91889" y="58751"/>
                      <a:pt x="91889" y="58544"/>
                    </a:cubicBezTo>
                    <a:cubicBezTo>
                      <a:pt x="91889" y="58337"/>
                      <a:pt x="91889" y="58199"/>
                      <a:pt x="91889" y="57991"/>
                    </a:cubicBezTo>
                    <a:cubicBezTo>
                      <a:pt x="91889" y="57784"/>
                      <a:pt x="91889" y="57646"/>
                      <a:pt x="91889" y="5743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4" name="Google Shape;2074;p83"/>
              <p:cNvSpPr/>
              <p:nvPr/>
            </p:nvSpPr>
            <p:spPr>
              <a:xfrm>
                <a:off x="2398289" y="3173077"/>
                <a:ext cx="91750" cy="90231"/>
              </a:xfrm>
              <a:custGeom>
                <a:rect b="b" l="l" r="r" t="t"/>
                <a:pathLst>
                  <a:path extrusionOk="0" h="90231" w="91750">
                    <a:moveTo>
                      <a:pt x="91060" y="57301"/>
                    </a:moveTo>
                    <a:cubicBezTo>
                      <a:pt x="91060" y="57301"/>
                      <a:pt x="91060" y="57025"/>
                      <a:pt x="91060" y="56887"/>
                    </a:cubicBezTo>
                    <a:lnTo>
                      <a:pt x="91060" y="56887"/>
                    </a:lnTo>
                    <a:cubicBezTo>
                      <a:pt x="91060" y="56887"/>
                      <a:pt x="91060" y="56749"/>
                      <a:pt x="91060" y="56749"/>
                    </a:cubicBezTo>
                    <a:cubicBezTo>
                      <a:pt x="91060" y="56542"/>
                      <a:pt x="91060" y="56404"/>
                      <a:pt x="91060" y="56197"/>
                    </a:cubicBezTo>
                    <a:cubicBezTo>
                      <a:pt x="91060" y="55989"/>
                      <a:pt x="91060" y="55851"/>
                      <a:pt x="91060" y="55644"/>
                    </a:cubicBezTo>
                    <a:cubicBezTo>
                      <a:pt x="91060" y="55437"/>
                      <a:pt x="91060" y="55230"/>
                      <a:pt x="90991" y="55092"/>
                    </a:cubicBezTo>
                    <a:cubicBezTo>
                      <a:pt x="90991" y="54885"/>
                      <a:pt x="90991" y="54678"/>
                      <a:pt x="90922" y="54471"/>
                    </a:cubicBezTo>
                    <a:cubicBezTo>
                      <a:pt x="90922" y="54401"/>
                      <a:pt x="90922" y="54332"/>
                      <a:pt x="90922" y="54194"/>
                    </a:cubicBezTo>
                    <a:cubicBezTo>
                      <a:pt x="90922" y="54194"/>
                      <a:pt x="90922" y="54194"/>
                      <a:pt x="90922" y="54194"/>
                    </a:cubicBezTo>
                    <a:cubicBezTo>
                      <a:pt x="90922" y="54125"/>
                      <a:pt x="90922" y="53987"/>
                      <a:pt x="90922" y="53918"/>
                    </a:cubicBezTo>
                    <a:cubicBezTo>
                      <a:pt x="90922" y="53711"/>
                      <a:pt x="90853" y="53504"/>
                      <a:pt x="90784" y="53297"/>
                    </a:cubicBezTo>
                    <a:cubicBezTo>
                      <a:pt x="90784" y="53090"/>
                      <a:pt x="90646" y="52883"/>
                      <a:pt x="90646" y="52676"/>
                    </a:cubicBezTo>
                    <a:cubicBezTo>
                      <a:pt x="90646" y="52468"/>
                      <a:pt x="90508" y="52261"/>
                      <a:pt x="90439" y="52054"/>
                    </a:cubicBezTo>
                    <a:cubicBezTo>
                      <a:pt x="90439" y="51847"/>
                      <a:pt x="90301" y="51640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433"/>
                      <a:pt x="90232" y="51433"/>
                      <a:pt x="90232" y="51433"/>
                    </a:cubicBezTo>
                    <a:cubicBezTo>
                      <a:pt x="90232" y="51226"/>
                      <a:pt x="90094" y="51088"/>
                      <a:pt x="90025" y="50881"/>
                    </a:cubicBezTo>
                    <a:cubicBezTo>
                      <a:pt x="90025" y="50674"/>
                      <a:pt x="89887" y="50535"/>
                      <a:pt x="89817" y="50328"/>
                    </a:cubicBezTo>
                    <a:cubicBezTo>
                      <a:pt x="89749" y="50121"/>
                      <a:pt x="89679" y="49983"/>
                      <a:pt x="89610" y="49776"/>
                    </a:cubicBezTo>
                    <a:cubicBezTo>
                      <a:pt x="89541" y="49569"/>
                      <a:pt x="89472" y="49431"/>
                      <a:pt x="89403" y="49224"/>
                    </a:cubicBezTo>
                    <a:cubicBezTo>
                      <a:pt x="89334" y="49017"/>
                      <a:pt x="89265" y="48878"/>
                      <a:pt x="89127" y="48671"/>
                    </a:cubicBezTo>
                    <a:cubicBezTo>
                      <a:pt x="89127" y="48671"/>
                      <a:pt x="89127" y="48671"/>
                      <a:pt x="89127" y="48602"/>
                    </a:cubicBezTo>
                    <a:lnTo>
                      <a:pt x="89127" y="48602"/>
                    </a:lnTo>
                    <a:cubicBezTo>
                      <a:pt x="89127" y="48602"/>
                      <a:pt x="88989" y="48257"/>
                      <a:pt x="88920" y="48119"/>
                    </a:cubicBezTo>
                    <a:cubicBezTo>
                      <a:pt x="88782" y="47912"/>
                      <a:pt x="88713" y="47705"/>
                      <a:pt x="88575" y="47498"/>
                    </a:cubicBezTo>
                    <a:cubicBezTo>
                      <a:pt x="88368" y="47153"/>
                      <a:pt x="88230" y="46807"/>
                      <a:pt x="88023" y="46462"/>
                    </a:cubicBezTo>
                    <a:cubicBezTo>
                      <a:pt x="87954" y="46324"/>
                      <a:pt x="87815" y="46117"/>
                      <a:pt x="87746" y="45979"/>
                    </a:cubicBezTo>
                    <a:cubicBezTo>
                      <a:pt x="87677" y="45841"/>
                      <a:pt x="87608" y="45703"/>
                      <a:pt x="87539" y="45634"/>
                    </a:cubicBezTo>
                    <a:cubicBezTo>
                      <a:pt x="87401" y="45427"/>
                      <a:pt x="87332" y="45219"/>
                      <a:pt x="87194" y="45081"/>
                    </a:cubicBezTo>
                    <a:cubicBezTo>
                      <a:pt x="86987" y="44736"/>
                      <a:pt x="86711" y="44391"/>
                      <a:pt x="86504" y="44115"/>
                    </a:cubicBezTo>
                    <a:cubicBezTo>
                      <a:pt x="86366" y="43908"/>
                      <a:pt x="86159" y="43701"/>
                      <a:pt x="86021" y="43494"/>
                    </a:cubicBezTo>
                    <a:cubicBezTo>
                      <a:pt x="85951" y="43425"/>
                      <a:pt x="85882" y="43286"/>
                      <a:pt x="85813" y="43217"/>
                    </a:cubicBezTo>
                    <a:lnTo>
                      <a:pt x="56403" y="6559"/>
                    </a:lnTo>
                    <a:cubicBezTo>
                      <a:pt x="56403" y="6559"/>
                      <a:pt x="56265" y="6352"/>
                      <a:pt x="56127" y="6282"/>
                    </a:cubicBezTo>
                    <a:cubicBezTo>
                      <a:pt x="55989" y="6075"/>
                      <a:pt x="55851" y="5937"/>
                      <a:pt x="55713" y="5730"/>
                    </a:cubicBezTo>
                    <a:cubicBezTo>
                      <a:pt x="55575" y="5592"/>
                      <a:pt x="55437" y="5385"/>
                      <a:pt x="55230" y="5247"/>
                    </a:cubicBezTo>
                    <a:cubicBezTo>
                      <a:pt x="55092" y="5109"/>
                      <a:pt x="54885" y="4902"/>
                      <a:pt x="54747" y="4764"/>
                    </a:cubicBezTo>
                    <a:cubicBezTo>
                      <a:pt x="54608" y="4626"/>
                      <a:pt x="54401" y="4418"/>
                      <a:pt x="54263" y="4280"/>
                    </a:cubicBezTo>
                    <a:cubicBezTo>
                      <a:pt x="54125" y="4142"/>
                      <a:pt x="53918" y="3935"/>
                      <a:pt x="53780" y="3797"/>
                    </a:cubicBezTo>
                    <a:cubicBezTo>
                      <a:pt x="53780" y="3797"/>
                      <a:pt x="53642" y="3728"/>
                      <a:pt x="53642" y="3659"/>
                    </a:cubicBezTo>
                    <a:cubicBezTo>
                      <a:pt x="53642" y="3659"/>
                      <a:pt x="53642" y="3659"/>
                      <a:pt x="53642" y="3659"/>
                    </a:cubicBezTo>
                    <a:cubicBezTo>
                      <a:pt x="53573" y="3590"/>
                      <a:pt x="53435" y="3452"/>
                      <a:pt x="53366" y="3383"/>
                    </a:cubicBezTo>
                    <a:cubicBezTo>
                      <a:pt x="53228" y="3245"/>
                      <a:pt x="53021" y="3107"/>
                      <a:pt x="52882" y="2969"/>
                    </a:cubicBezTo>
                    <a:cubicBezTo>
                      <a:pt x="52744" y="2831"/>
                      <a:pt x="52537" y="2693"/>
                      <a:pt x="52399" y="2554"/>
                    </a:cubicBezTo>
                    <a:cubicBezTo>
                      <a:pt x="52261" y="2416"/>
                      <a:pt x="52054" y="2347"/>
                      <a:pt x="51916" y="2209"/>
                    </a:cubicBezTo>
                    <a:cubicBezTo>
                      <a:pt x="51778" y="2071"/>
                      <a:pt x="51571" y="2002"/>
                      <a:pt x="51433" y="1864"/>
                    </a:cubicBezTo>
                    <a:cubicBezTo>
                      <a:pt x="51295" y="1795"/>
                      <a:pt x="51088" y="1657"/>
                      <a:pt x="50949" y="1588"/>
                    </a:cubicBezTo>
                    <a:cubicBezTo>
                      <a:pt x="50949" y="1588"/>
                      <a:pt x="50881" y="1588"/>
                      <a:pt x="50811" y="1588"/>
                    </a:cubicBezTo>
                    <a:cubicBezTo>
                      <a:pt x="50673" y="1519"/>
                      <a:pt x="50535" y="1450"/>
                      <a:pt x="50466" y="1381"/>
                    </a:cubicBezTo>
                    <a:cubicBezTo>
                      <a:pt x="50328" y="1312"/>
                      <a:pt x="50121" y="1243"/>
                      <a:pt x="49983" y="1105"/>
                    </a:cubicBezTo>
                    <a:cubicBezTo>
                      <a:pt x="49845" y="1036"/>
                      <a:pt x="49638" y="967"/>
                      <a:pt x="49500" y="898"/>
                    </a:cubicBezTo>
                    <a:cubicBezTo>
                      <a:pt x="49362" y="829"/>
                      <a:pt x="49155" y="759"/>
                      <a:pt x="49016" y="690"/>
                    </a:cubicBezTo>
                    <a:cubicBezTo>
                      <a:pt x="48878" y="690"/>
                      <a:pt x="48671" y="552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533" y="483"/>
                      <a:pt x="48533" y="483"/>
                      <a:pt x="48533" y="483"/>
                    </a:cubicBezTo>
                    <a:cubicBezTo>
                      <a:pt x="48395" y="483"/>
                      <a:pt x="48257" y="414"/>
                      <a:pt x="48119" y="345"/>
                    </a:cubicBezTo>
                    <a:cubicBezTo>
                      <a:pt x="47981" y="345"/>
                      <a:pt x="47774" y="276"/>
                      <a:pt x="47636" y="207"/>
                    </a:cubicBezTo>
                    <a:cubicBezTo>
                      <a:pt x="47498" y="207"/>
                      <a:pt x="47290" y="138"/>
                      <a:pt x="47152" y="69"/>
                    </a:cubicBezTo>
                    <a:cubicBezTo>
                      <a:pt x="47014" y="69"/>
                      <a:pt x="46807" y="69"/>
                      <a:pt x="46669" y="0"/>
                    </a:cubicBezTo>
                    <a:cubicBezTo>
                      <a:pt x="46600" y="0"/>
                      <a:pt x="46531" y="0"/>
                      <a:pt x="46462" y="0"/>
                    </a:cubicBezTo>
                    <a:lnTo>
                      <a:pt x="46462" y="0"/>
                    </a:lnTo>
                    <a:cubicBezTo>
                      <a:pt x="46462" y="0"/>
                      <a:pt x="46324" y="0"/>
                      <a:pt x="46255" y="0"/>
                    </a:cubicBezTo>
                    <a:cubicBezTo>
                      <a:pt x="46048" y="0"/>
                      <a:pt x="45910" y="0"/>
                      <a:pt x="45703" y="0"/>
                    </a:cubicBezTo>
                    <a:cubicBezTo>
                      <a:pt x="45496" y="0"/>
                      <a:pt x="45289" y="0"/>
                      <a:pt x="45081" y="0"/>
                    </a:cubicBezTo>
                    <a:cubicBezTo>
                      <a:pt x="44874" y="0"/>
                      <a:pt x="44667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cubicBezTo>
                      <a:pt x="42803" y="690"/>
                      <a:pt x="42803" y="690"/>
                      <a:pt x="42803" y="690"/>
                    </a:cubicBezTo>
                    <a:lnTo>
                      <a:pt x="0" y="25544"/>
                    </a:lnTo>
                    <a:cubicBezTo>
                      <a:pt x="552" y="25199"/>
                      <a:pt x="1174" y="24992"/>
                      <a:pt x="1795" y="24922"/>
                    </a:cubicBezTo>
                    <a:cubicBezTo>
                      <a:pt x="1795" y="24922"/>
                      <a:pt x="1795" y="24922"/>
                      <a:pt x="1795" y="24922"/>
                    </a:cubicBezTo>
                    <a:cubicBezTo>
                      <a:pt x="2416" y="24784"/>
                      <a:pt x="3037" y="24784"/>
                      <a:pt x="3728" y="24922"/>
                    </a:cubicBezTo>
                    <a:cubicBezTo>
                      <a:pt x="3728" y="24922"/>
                      <a:pt x="3728" y="24922"/>
                      <a:pt x="3728" y="24922"/>
                    </a:cubicBezTo>
                    <a:cubicBezTo>
                      <a:pt x="4418" y="24992"/>
                      <a:pt x="5109" y="25130"/>
                      <a:pt x="5868" y="25406"/>
                    </a:cubicBezTo>
                    <a:cubicBezTo>
                      <a:pt x="5868" y="25406"/>
                      <a:pt x="5868" y="25406"/>
                      <a:pt x="5868" y="25406"/>
                    </a:cubicBezTo>
                    <a:cubicBezTo>
                      <a:pt x="6628" y="25682"/>
                      <a:pt x="7387" y="26027"/>
                      <a:pt x="8146" y="26441"/>
                    </a:cubicBezTo>
                    <a:cubicBezTo>
                      <a:pt x="9113" y="26994"/>
                      <a:pt x="10079" y="27684"/>
                      <a:pt x="11046" y="28582"/>
                    </a:cubicBezTo>
                    <a:cubicBezTo>
                      <a:pt x="11046" y="28582"/>
                      <a:pt x="11046" y="28582"/>
                      <a:pt x="11046" y="28582"/>
                    </a:cubicBezTo>
                    <a:cubicBezTo>
                      <a:pt x="12012" y="29410"/>
                      <a:pt x="12979" y="30446"/>
                      <a:pt x="13876" y="31550"/>
                    </a:cubicBezTo>
                    <a:lnTo>
                      <a:pt x="43286" y="68209"/>
                    </a:lnTo>
                    <a:cubicBezTo>
                      <a:pt x="43908" y="69037"/>
                      <a:pt x="44529" y="69866"/>
                      <a:pt x="45081" y="70694"/>
                    </a:cubicBezTo>
                    <a:cubicBezTo>
                      <a:pt x="45150" y="70832"/>
                      <a:pt x="45219" y="70971"/>
                      <a:pt x="45289" y="71040"/>
                    </a:cubicBezTo>
                    <a:cubicBezTo>
                      <a:pt x="45841" y="71868"/>
                      <a:pt x="46324" y="72765"/>
                      <a:pt x="46738" y="73663"/>
                    </a:cubicBezTo>
                    <a:cubicBezTo>
                      <a:pt x="46738" y="73663"/>
                      <a:pt x="46738" y="73663"/>
                      <a:pt x="46738" y="73663"/>
                    </a:cubicBezTo>
                    <a:cubicBezTo>
                      <a:pt x="47152" y="74629"/>
                      <a:pt x="47567" y="75527"/>
                      <a:pt x="47912" y="76493"/>
                    </a:cubicBezTo>
                    <a:cubicBezTo>
                      <a:pt x="47912" y="76493"/>
                      <a:pt x="47912" y="76493"/>
                      <a:pt x="47912" y="76493"/>
                    </a:cubicBezTo>
                    <a:cubicBezTo>
                      <a:pt x="48257" y="77460"/>
                      <a:pt x="48464" y="78357"/>
                      <a:pt x="48671" y="79255"/>
                    </a:cubicBezTo>
                    <a:cubicBezTo>
                      <a:pt x="48671" y="79255"/>
                      <a:pt x="48671" y="79255"/>
                      <a:pt x="48671" y="79255"/>
                    </a:cubicBezTo>
                    <a:cubicBezTo>
                      <a:pt x="48878" y="80152"/>
                      <a:pt x="48947" y="81050"/>
                      <a:pt x="49016" y="81947"/>
                    </a:cubicBezTo>
                    <a:cubicBezTo>
                      <a:pt x="49016" y="81947"/>
                      <a:pt x="49016" y="81947"/>
                      <a:pt x="49016" y="81947"/>
                    </a:cubicBezTo>
                    <a:cubicBezTo>
                      <a:pt x="49016" y="82845"/>
                      <a:pt x="49016" y="83673"/>
                      <a:pt x="49016" y="84433"/>
                    </a:cubicBezTo>
                    <a:cubicBezTo>
                      <a:pt x="49016" y="84433"/>
                      <a:pt x="49016" y="84433"/>
                      <a:pt x="49016" y="84433"/>
                    </a:cubicBezTo>
                    <a:cubicBezTo>
                      <a:pt x="48947" y="85192"/>
                      <a:pt x="48740" y="85952"/>
                      <a:pt x="48533" y="86642"/>
                    </a:cubicBezTo>
                    <a:cubicBezTo>
                      <a:pt x="48533" y="86642"/>
                      <a:pt x="48533" y="86642"/>
                      <a:pt x="48533" y="86711"/>
                    </a:cubicBezTo>
                    <a:cubicBezTo>
                      <a:pt x="48257" y="87401"/>
                      <a:pt x="47981" y="88023"/>
                      <a:pt x="47567" y="88575"/>
                    </a:cubicBezTo>
                    <a:cubicBezTo>
                      <a:pt x="47083" y="89334"/>
                      <a:pt x="46462" y="89887"/>
                      <a:pt x="45772" y="90232"/>
                    </a:cubicBezTo>
                    <a:lnTo>
                      <a:pt x="45772" y="90232"/>
                    </a:lnTo>
                    <a:cubicBezTo>
                      <a:pt x="45772" y="90232"/>
                      <a:pt x="45772" y="90232"/>
                      <a:pt x="45772" y="90232"/>
                    </a:cubicBezTo>
                    <a:lnTo>
                      <a:pt x="88575" y="65378"/>
                    </a:lnTo>
                    <a:cubicBezTo>
                      <a:pt x="89265" y="64964"/>
                      <a:pt x="89887" y="64412"/>
                      <a:pt x="90370" y="63722"/>
                    </a:cubicBezTo>
                    <a:cubicBezTo>
                      <a:pt x="90370" y="63652"/>
                      <a:pt x="90508" y="63583"/>
                      <a:pt x="90577" y="63445"/>
                    </a:cubicBezTo>
                    <a:cubicBezTo>
                      <a:pt x="90715" y="63169"/>
                      <a:pt x="90922" y="62893"/>
                      <a:pt x="90991" y="62617"/>
                    </a:cubicBezTo>
                    <a:cubicBezTo>
                      <a:pt x="91129" y="62410"/>
                      <a:pt x="91198" y="62203"/>
                      <a:pt x="91267" y="61927"/>
                    </a:cubicBezTo>
                    <a:cubicBezTo>
                      <a:pt x="91267" y="61927"/>
                      <a:pt x="91267" y="61858"/>
                      <a:pt x="91267" y="61789"/>
                    </a:cubicBezTo>
                    <a:cubicBezTo>
                      <a:pt x="91267" y="61789"/>
                      <a:pt x="91267" y="61789"/>
                      <a:pt x="91267" y="61789"/>
                    </a:cubicBezTo>
                    <a:cubicBezTo>
                      <a:pt x="91267" y="61650"/>
                      <a:pt x="91336" y="61512"/>
                      <a:pt x="91405" y="61374"/>
                    </a:cubicBezTo>
                    <a:cubicBezTo>
                      <a:pt x="91405" y="61167"/>
                      <a:pt x="91543" y="60960"/>
                      <a:pt x="91543" y="60822"/>
                    </a:cubicBezTo>
                    <a:cubicBezTo>
                      <a:pt x="91543" y="60615"/>
                      <a:pt x="91613" y="60477"/>
                      <a:pt x="91682" y="60270"/>
                    </a:cubicBezTo>
                    <a:cubicBezTo>
                      <a:pt x="91682" y="60063"/>
                      <a:pt x="91682" y="59924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717"/>
                      <a:pt x="91751" y="59717"/>
                      <a:pt x="91751" y="59717"/>
                    </a:cubicBezTo>
                    <a:cubicBezTo>
                      <a:pt x="91751" y="59579"/>
                      <a:pt x="91751" y="59441"/>
                      <a:pt x="91751" y="59303"/>
                    </a:cubicBezTo>
                    <a:cubicBezTo>
                      <a:pt x="91751" y="59096"/>
                      <a:pt x="91751" y="58958"/>
                      <a:pt x="91751" y="58751"/>
                    </a:cubicBezTo>
                    <a:cubicBezTo>
                      <a:pt x="91751" y="58544"/>
                      <a:pt x="91751" y="58406"/>
                      <a:pt x="91751" y="58199"/>
                    </a:cubicBezTo>
                    <a:cubicBezTo>
                      <a:pt x="91751" y="57991"/>
                      <a:pt x="91751" y="57853"/>
                      <a:pt x="91751" y="57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5" name="Google Shape;2075;p83"/>
              <p:cNvSpPr/>
              <p:nvPr/>
            </p:nvSpPr>
            <p:spPr>
              <a:xfrm>
                <a:off x="2143472" y="2718328"/>
                <a:ext cx="79185" cy="97066"/>
              </a:xfrm>
              <a:custGeom>
                <a:rect b="b" l="l" r="r" t="t"/>
                <a:pathLst>
                  <a:path extrusionOk="0" h="97066" w="79185">
                    <a:moveTo>
                      <a:pt x="79117" y="64550"/>
                    </a:moveTo>
                    <a:cubicBezTo>
                      <a:pt x="79117" y="64550"/>
                      <a:pt x="79117" y="64550"/>
                      <a:pt x="79117" y="64550"/>
                    </a:cubicBezTo>
                    <a:cubicBezTo>
                      <a:pt x="79117" y="64550"/>
                      <a:pt x="79117" y="64481"/>
                      <a:pt x="79117" y="64412"/>
                    </a:cubicBezTo>
                    <a:cubicBezTo>
                      <a:pt x="79117" y="64205"/>
                      <a:pt x="79117" y="64067"/>
                      <a:pt x="79117" y="63860"/>
                    </a:cubicBezTo>
                    <a:cubicBezTo>
                      <a:pt x="79117" y="63652"/>
                      <a:pt x="79117" y="63514"/>
                      <a:pt x="79117" y="63307"/>
                    </a:cubicBezTo>
                    <a:cubicBezTo>
                      <a:pt x="79117" y="63100"/>
                      <a:pt x="79117" y="62962"/>
                      <a:pt x="79117" y="62755"/>
                    </a:cubicBezTo>
                    <a:cubicBezTo>
                      <a:pt x="79117" y="62617"/>
                      <a:pt x="79117" y="62479"/>
                      <a:pt x="79117" y="62341"/>
                    </a:cubicBezTo>
                    <a:cubicBezTo>
                      <a:pt x="79117" y="62341"/>
                      <a:pt x="79117" y="62341"/>
                      <a:pt x="79117" y="62341"/>
                    </a:cubicBezTo>
                    <a:cubicBezTo>
                      <a:pt x="79117" y="62341"/>
                      <a:pt x="79117" y="62272"/>
                      <a:pt x="79117" y="62203"/>
                    </a:cubicBezTo>
                    <a:cubicBezTo>
                      <a:pt x="79117" y="61996"/>
                      <a:pt x="79117" y="61788"/>
                      <a:pt x="79048" y="61581"/>
                    </a:cubicBezTo>
                    <a:cubicBezTo>
                      <a:pt x="78979" y="61374"/>
                      <a:pt x="78979" y="61167"/>
                      <a:pt x="78910" y="60960"/>
                    </a:cubicBezTo>
                    <a:cubicBezTo>
                      <a:pt x="78910" y="60753"/>
                      <a:pt x="78841" y="60546"/>
                      <a:pt x="78772" y="60339"/>
                    </a:cubicBezTo>
                    <a:cubicBezTo>
                      <a:pt x="78772" y="60201"/>
                      <a:pt x="78703" y="60062"/>
                      <a:pt x="78633" y="59855"/>
                    </a:cubicBezTo>
                    <a:cubicBezTo>
                      <a:pt x="78633" y="59855"/>
                      <a:pt x="78633" y="59855"/>
                      <a:pt x="78633" y="59855"/>
                    </a:cubicBezTo>
                    <a:cubicBezTo>
                      <a:pt x="78633" y="59855"/>
                      <a:pt x="78633" y="59786"/>
                      <a:pt x="78633" y="59717"/>
                    </a:cubicBezTo>
                    <a:cubicBezTo>
                      <a:pt x="78633" y="59510"/>
                      <a:pt x="78495" y="59303"/>
                      <a:pt x="78426" y="59096"/>
                    </a:cubicBezTo>
                    <a:cubicBezTo>
                      <a:pt x="78426" y="58889"/>
                      <a:pt x="78288" y="58682"/>
                      <a:pt x="78219" y="58475"/>
                    </a:cubicBezTo>
                    <a:cubicBezTo>
                      <a:pt x="78219" y="58268"/>
                      <a:pt x="78081" y="58060"/>
                      <a:pt x="78012" y="57853"/>
                    </a:cubicBezTo>
                    <a:cubicBezTo>
                      <a:pt x="77943" y="57646"/>
                      <a:pt x="77874" y="57439"/>
                      <a:pt x="77805" y="57301"/>
                    </a:cubicBezTo>
                    <a:lnTo>
                      <a:pt x="60891" y="13600"/>
                    </a:lnTo>
                    <a:cubicBezTo>
                      <a:pt x="60891" y="13600"/>
                      <a:pt x="60891" y="13600"/>
                      <a:pt x="60891" y="13600"/>
                    </a:cubicBezTo>
                    <a:cubicBezTo>
                      <a:pt x="60822" y="13393"/>
                      <a:pt x="60753" y="13186"/>
                      <a:pt x="60684" y="13048"/>
                    </a:cubicBezTo>
                    <a:cubicBezTo>
                      <a:pt x="60615" y="12841"/>
                      <a:pt x="60546" y="12703"/>
                      <a:pt x="60477" y="12496"/>
                    </a:cubicBezTo>
                    <a:cubicBezTo>
                      <a:pt x="60408" y="12289"/>
                      <a:pt x="60339" y="12151"/>
                      <a:pt x="60201" y="11943"/>
                    </a:cubicBezTo>
                    <a:cubicBezTo>
                      <a:pt x="60131" y="11736"/>
                      <a:pt x="59993" y="11529"/>
                      <a:pt x="59924" y="11322"/>
                    </a:cubicBezTo>
                    <a:cubicBezTo>
                      <a:pt x="59786" y="11115"/>
                      <a:pt x="59717" y="10839"/>
                      <a:pt x="59579" y="10632"/>
                    </a:cubicBezTo>
                    <a:cubicBezTo>
                      <a:pt x="59441" y="10287"/>
                      <a:pt x="59234" y="10010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9027" y="9665"/>
                      <a:pt x="59027" y="9665"/>
                      <a:pt x="59027" y="9665"/>
                    </a:cubicBezTo>
                    <a:cubicBezTo>
                      <a:pt x="58682" y="9113"/>
                      <a:pt x="58406" y="8630"/>
                      <a:pt x="58060" y="8077"/>
                    </a:cubicBezTo>
                    <a:cubicBezTo>
                      <a:pt x="57853" y="7732"/>
                      <a:pt x="57646" y="7456"/>
                      <a:pt x="57370" y="7180"/>
                    </a:cubicBezTo>
                    <a:cubicBezTo>
                      <a:pt x="57232" y="6973"/>
                      <a:pt x="57025" y="6766"/>
                      <a:pt x="56887" y="6559"/>
                    </a:cubicBezTo>
                    <a:cubicBezTo>
                      <a:pt x="56818" y="6490"/>
                      <a:pt x="56749" y="6351"/>
                      <a:pt x="56680" y="6282"/>
                    </a:cubicBezTo>
                    <a:cubicBezTo>
                      <a:pt x="56680" y="6282"/>
                      <a:pt x="56680" y="6282"/>
                      <a:pt x="56680" y="6282"/>
                    </a:cubicBezTo>
                    <a:cubicBezTo>
                      <a:pt x="56680" y="6213"/>
                      <a:pt x="56542" y="6144"/>
                      <a:pt x="56473" y="6075"/>
                    </a:cubicBezTo>
                    <a:cubicBezTo>
                      <a:pt x="56335" y="5868"/>
                      <a:pt x="56196" y="5730"/>
                      <a:pt x="56058" y="5523"/>
                    </a:cubicBezTo>
                    <a:cubicBezTo>
                      <a:pt x="55920" y="5385"/>
                      <a:pt x="55782" y="5178"/>
                      <a:pt x="55575" y="5040"/>
                    </a:cubicBezTo>
                    <a:cubicBezTo>
                      <a:pt x="55437" y="4902"/>
                      <a:pt x="55230" y="4695"/>
                      <a:pt x="55092" y="4556"/>
                    </a:cubicBezTo>
                    <a:cubicBezTo>
                      <a:pt x="54954" y="4418"/>
                      <a:pt x="54747" y="4211"/>
                      <a:pt x="54609" y="4073"/>
                    </a:cubicBezTo>
                    <a:cubicBezTo>
                      <a:pt x="54470" y="3935"/>
                      <a:pt x="54263" y="3728"/>
                      <a:pt x="54125" y="3590"/>
                    </a:cubicBezTo>
                    <a:cubicBezTo>
                      <a:pt x="54125" y="3590"/>
                      <a:pt x="54056" y="3521"/>
                      <a:pt x="53987" y="3452"/>
                    </a:cubicBezTo>
                    <a:cubicBezTo>
                      <a:pt x="53987" y="3452"/>
                      <a:pt x="53987" y="3452"/>
                      <a:pt x="53987" y="3452"/>
                    </a:cubicBezTo>
                    <a:cubicBezTo>
                      <a:pt x="53849" y="3383"/>
                      <a:pt x="53780" y="3245"/>
                      <a:pt x="53642" y="3176"/>
                    </a:cubicBezTo>
                    <a:cubicBezTo>
                      <a:pt x="53504" y="3038"/>
                      <a:pt x="53297" y="2900"/>
                      <a:pt x="53159" y="2762"/>
                    </a:cubicBezTo>
                    <a:cubicBezTo>
                      <a:pt x="53021" y="2623"/>
                      <a:pt x="52814" y="2485"/>
                      <a:pt x="52675" y="2347"/>
                    </a:cubicBezTo>
                    <a:cubicBezTo>
                      <a:pt x="52537" y="2209"/>
                      <a:pt x="52330" y="2140"/>
                      <a:pt x="52192" y="2002"/>
                    </a:cubicBezTo>
                    <a:cubicBezTo>
                      <a:pt x="52054" y="1864"/>
                      <a:pt x="51847" y="1795"/>
                      <a:pt x="51709" y="1657"/>
                    </a:cubicBezTo>
                    <a:cubicBezTo>
                      <a:pt x="51571" y="1588"/>
                      <a:pt x="51364" y="1450"/>
                      <a:pt x="51226" y="1381"/>
                    </a:cubicBezTo>
                    <a:cubicBezTo>
                      <a:pt x="51226" y="1381"/>
                      <a:pt x="51157" y="1381"/>
                      <a:pt x="51088" y="1381"/>
                    </a:cubicBezTo>
                    <a:cubicBezTo>
                      <a:pt x="50949" y="1381"/>
                      <a:pt x="50881" y="1243"/>
                      <a:pt x="50742" y="1174"/>
                    </a:cubicBezTo>
                    <a:cubicBezTo>
                      <a:pt x="50604" y="1105"/>
                      <a:pt x="50466" y="1036"/>
                      <a:pt x="50259" y="967"/>
                    </a:cubicBezTo>
                    <a:cubicBezTo>
                      <a:pt x="50121" y="898"/>
                      <a:pt x="49983" y="828"/>
                      <a:pt x="49776" y="759"/>
                    </a:cubicBezTo>
                    <a:cubicBezTo>
                      <a:pt x="49638" y="759"/>
                      <a:pt x="49500" y="621"/>
                      <a:pt x="49293" y="552"/>
                    </a:cubicBezTo>
                    <a:cubicBezTo>
                      <a:pt x="49155" y="552"/>
                      <a:pt x="49016" y="414"/>
                      <a:pt x="48809" y="414"/>
                    </a:cubicBezTo>
                    <a:cubicBezTo>
                      <a:pt x="48671" y="414"/>
                      <a:pt x="48533" y="276"/>
                      <a:pt x="48326" y="276"/>
                    </a:cubicBezTo>
                    <a:cubicBezTo>
                      <a:pt x="48257" y="276"/>
                      <a:pt x="48119" y="276"/>
                      <a:pt x="48050" y="207"/>
                    </a:cubicBezTo>
                    <a:cubicBezTo>
                      <a:pt x="48050" y="207"/>
                      <a:pt x="48050" y="207"/>
                      <a:pt x="48050" y="207"/>
                    </a:cubicBezTo>
                    <a:cubicBezTo>
                      <a:pt x="48050" y="207"/>
                      <a:pt x="47912" y="207"/>
                      <a:pt x="47912" y="207"/>
                    </a:cubicBezTo>
                    <a:cubicBezTo>
                      <a:pt x="47774" y="207"/>
                      <a:pt x="47567" y="138"/>
                      <a:pt x="47429" y="69"/>
                    </a:cubicBezTo>
                    <a:cubicBezTo>
                      <a:pt x="47290" y="69"/>
                      <a:pt x="47083" y="69"/>
                      <a:pt x="46945" y="0"/>
                    </a:cubicBezTo>
                    <a:cubicBezTo>
                      <a:pt x="46738" y="0"/>
                      <a:pt x="46600" y="0"/>
                      <a:pt x="46462" y="0"/>
                    </a:cubicBezTo>
                    <a:cubicBezTo>
                      <a:pt x="46255" y="0"/>
                      <a:pt x="46117" y="0"/>
                      <a:pt x="45910" y="0"/>
                    </a:cubicBezTo>
                    <a:cubicBezTo>
                      <a:pt x="45703" y="0"/>
                      <a:pt x="45496" y="0"/>
                      <a:pt x="45289" y="0"/>
                    </a:cubicBezTo>
                    <a:cubicBezTo>
                      <a:pt x="45289" y="0"/>
                      <a:pt x="45289" y="0"/>
                      <a:pt x="45289" y="0"/>
                    </a:cubicBezTo>
                    <a:cubicBezTo>
                      <a:pt x="45012" y="0"/>
                      <a:pt x="44805" y="0"/>
                      <a:pt x="44598" y="69"/>
                    </a:cubicBezTo>
                    <a:cubicBezTo>
                      <a:pt x="44322" y="69"/>
                      <a:pt x="44046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690" y="25130"/>
                      <a:pt x="1519" y="24853"/>
                      <a:pt x="2485" y="24784"/>
                    </a:cubicBezTo>
                    <a:cubicBezTo>
                      <a:pt x="3383" y="24715"/>
                      <a:pt x="4349" y="24784"/>
                      <a:pt x="5316" y="25061"/>
                    </a:cubicBezTo>
                    <a:cubicBezTo>
                      <a:pt x="5316" y="25061"/>
                      <a:pt x="5316" y="25061"/>
                      <a:pt x="5316" y="25061"/>
                    </a:cubicBezTo>
                    <a:cubicBezTo>
                      <a:pt x="6282" y="25337"/>
                      <a:pt x="7249" y="25751"/>
                      <a:pt x="8215" y="26303"/>
                    </a:cubicBezTo>
                    <a:cubicBezTo>
                      <a:pt x="9182" y="26856"/>
                      <a:pt x="10149" y="27615"/>
                      <a:pt x="11115" y="28443"/>
                    </a:cubicBezTo>
                    <a:cubicBezTo>
                      <a:pt x="11115" y="28443"/>
                      <a:pt x="11115" y="28443"/>
                      <a:pt x="11115" y="28443"/>
                    </a:cubicBezTo>
                    <a:cubicBezTo>
                      <a:pt x="12082" y="29272"/>
                      <a:pt x="12979" y="30238"/>
                      <a:pt x="13807" y="31274"/>
                    </a:cubicBezTo>
                    <a:cubicBezTo>
                      <a:pt x="13807" y="31274"/>
                      <a:pt x="13807" y="31274"/>
                      <a:pt x="13807" y="31274"/>
                    </a:cubicBezTo>
                    <a:cubicBezTo>
                      <a:pt x="14636" y="32310"/>
                      <a:pt x="15464" y="33483"/>
                      <a:pt x="16155" y="34726"/>
                    </a:cubicBezTo>
                    <a:cubicBezTo>
                      <a:pt x="16155" y="34726"/>
                      <a:pt x="16155" y="34726"/>
                      <a:pt x="16155" y="34726"/>
                    </a:cubicBezTo>
                    <a:cubicBezTo>
                      <a:pt x="16914" y="35969"/>
                      <a:pt x="17535" y="37280"/>
                      <a:pt x="18088" y="38661"/>
                    </a:cubicBezTo>
                    <a:lnTo>
                      <a:pt x="35002" y="82362"/>
                    </a:lnTo>
                    <a:cubicBezTo>
                      <a:pt x="35347" y="83190"/>
                      <a:pt x="35623" y="84018"/>
                      <a:pt x="35830" y="84847"/>
                    </a:cubicBezTo>
                    <a:cubicBezTo>
                      <a:pt x="35830" y="84847"/>
                      <a:pt x="35830" y="84847"/>
                      <a:pt x="35830" y="84847"/>
                    </a:cubicBezTo>
                    <a:cubicBezTo>
                      <a:pt x="36038" y="85675"/>
                      <a:pt x="36245" y="86435"/>
                      <a:pt x="36314" y="87194"/>
                    </a:cubicBezTo>
                    <a:cubicBezTo>
                      <a:pt x="36314" y="87194"/>
                      <a:pt x="36314" y="87194"/>
                      <a:pt x="36314" y="87194"/>
                    </a:cubicBezTo>
                    <a:cubicBezTo>
                      <a:pt x="36452" y="87954"/>
                      <a:pt x="36521" y="88713"/>
                      <a:pt x="36521" y="89403"/>
                    </a:cubicBezTo>
                    <a:cubicBezTo>
                      <a:pt x="36521" y="89403"/>
                      <a:pt x="36521" y="89403"/>
                      <a:pt x="36521" y="89403"/>
                    </a:cubicBezTo>
                    <a:cubicBezTo>
                      <a:pt x="36521" y="90094"/>
                      <a:pt x="36521" y="90784"/>
                      <a:pt x="36452" y="91406"/>
                    </a:cubicBezTo>
                    <a:cubicBezTo>
                      <a:pt x="36452" y="91406"/>
                      <a:pt x="36452" y="91406"/>
                      <a:pt x="36452" y="91406"/>
                    </a:cubicBezTo>
                    <a:cubicBezTo>
                      <a:pt x="36383" y="92027"/>
                      <a:pt x="36245" y="92648"/>
                      <a:pt x="36038" y="93200"/>
                    </a:cubicBezTo>
                    <a:cubicBezTo>
                      <a:pt x="36038" y="93200"/>
                      <a:pt x="36038" y="93200"/>
                      <a:pt x="36038" y="93270"/>
                    </a:cubicBezTo>
                    <a:cubicBezTo>
                      <a:pt x="35899" y="93753"/>
                      <a:pt x="35692" y="94236"/>
                      <a:pt x="35416" y="94719"/>
                    </a:cubicBezTo>
                    <a:cubicBezTo>
                      <a:pt x="35416" y="94719"/>
                      <a:pt x="35347" y="94857"/>
                      <a:pt x="35278" y="94926"/>
                    </a:cubicBezTo>
                    <a:cubicBezTo>
                      <a:pt x="35209" y="95064"/>
                      <a:pt x="35071" y="95203"/>
                      <a:pt x="35002" y="95272"/>
                    </a:cubicBezTo>
                    <a:cubicBezTo>
                      <a:pt x="34519" y="96031"/>
                      <a:pt x="33897" y="96652"/>
                      <a:pt x="33207" y="97067"/>
                    </a:cubicBezTo>
                    <a:lnTo>
                      <a:pt x="76010" y="72213"/>
                    </a:lnTo>
                    <a:cubicBezTo>
                      <a:pt x="76770" y="71799"/>
                      <a:pt x="77322" y="71178"/>
                      <a:pt x="77805" y="70418"/>
                    </a:cubicBezTo>
                    <a:cubicBezTo>
                      <a:pt x="77805" y="70418"/>
                      <a:pt x="77943" y="70349"/>
                      <a:pt x="77943" y="70280"/>
                    </a:cubicBezTo>
                    <a:cubicBezTo>
                      <a:pt x="77943" y="70211"/>
                      <a:pt x="78012" y="70142"/>
                      <a:pt x="78081" y="70073"/>
                    </a:cubicBezTo>
                    <a:cubicBezTo>
                      <a:pt x="78081" y="70073"/>
                      <a:pt x="78150" y="69935"/>
                      <a:pt x="78219" y="69866"/>
                    </a:cubicBezTo>
                    <a:cubicBezTo>
                      <a:pt x="78219" y="69728"/>
                      <a:pt x="78357" y="69659"/>
                      <a:pt x="78426" y="69521"/>
                    </a:cubicBezTo>
                    <a:cubicBezTo>
                      <a:pt x="78564" y="69314"/>
                      <a:pt x="78633" y="69106"/>
                      <a:pt x="78703" y="68830"/>
                    </a:cubicBezTo>
                    <a:cubicBezTo>
                      <a:pt x="78703" y="68692"/>
                      <a:pt x="78772" y="68554"/>
                      <a:pt x="78841" y="68416"/>
                    </a:cubicBezTo>
                    <a:cubicBezTo>
                      <a:pt x="78841" y="68416"/>
                      <a:pt x="78841" y="68416"/>
                      <a:pt x="78841" y="68347"/>
                    </a:cubicBezTo>
                    <a:cubicBezTo>
                      <a:pt x="78841" y="68347"/>
                      <a:pt x="78841" y="68278"/>
                      <a:pt x="78841" y="68209"/>
                    </a:cubicBezTo>
                    <a:cubicBezTo>
                      <a:pt x="78841" y="68002"/>
                      <a:pt x="78979" y="67795"/>
                      <a:pt x="78979" y="67657"/>
                    </a:cubicBezTo>
                    <a:cubicBezTo>
                      <a:pt x="78979" y="67450"/>
                      <a:pt x="79048" y="67311"/>
                      <a:pt x="79117" y="67104"/>
                    </a:cubicBezTo>
                    <a:cubicBezTo>
                      <a:pt x="79117" y="66966"/>
                      <a:pt x="79117" y="66759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621"/>
                      <a:pt x="79186" y="66621"/>
                      <a:pt x="79186" y="66621"/>
                    </a:cubicBezTo>
                    <a:cubicBezTo>
                      <a:pt x="79186" y="66414"/>
                      <a:pt x="79186" y="66276"/>
                      <a:pt x="79186" y="66069"/>
                    </a:cubicBezTo>
                    <a:cubicBezTo>
                      <a:pt x="79186" y="65862"/>
                      <a:pt x="79186" y="65724"/>
                      <a:pt x="79186" y="65516"/>
                    </a:cubicBezTo>
                    <a:cubicBezTo>
                      <a:pt x="79186" y="65309"/>
                      <a:pt x="79186" y="65171"/>
                      <a:pt x="79186" y="64964"/>
                    </a:cubicBezTo>
                    <a:cubicBezTo>
                      <a:pt x="79186" y="64826"/>
                      <a:pt x="79186" y="64688"/>
                      <a:pt x="79186" y="646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83"/>
              <p:cNvSpPr/>
              <p:nvPr/>
            </p:nvSpPr>
            <p:spPr>
              <a:xfrm>
                <a:off x="2107502" y="2835628"/>
                <a:ext cx="294722" cy="379110"/>
              </a:xfrm>
              <a:custGeom>
                <a:rect b="b" l="l" r="r" t="t"/>
                <a:pathLst>
                  <a:path extrusionOk="0" h="379110" w="294722">
                    <a:moveTo>
                      <a:pt x="147879" y="20223"/>
                    </a:moveTo>
                    <a:cubicBezTo>
                      <a:pt x="229274" y="67168"/>
                      <a:pt x="294998" y="181080"/>
                      <a:pt x="294721" y="274626"/>
                    </a:cubicBezTo>
                    <a:cubicBezTo>
                      <a:pt x="294445" y="368171"/>
                      <a:pt x="228238" y="405866"/>
                      <a:pt x="146912" y="358920"/>
                    </a:cubicBezTo>
                    <a:cubicBezTo>
                      <a:pt x="65517" y="311906"/>
                      <a:pt x="-275" y="197994"/>
                      <a:pt x="1" y="104448"/>
                    </a:cubicBezTo>
                    <a:cubicBezTo>
                      <a:pt x="277" y="10972"/>
                      <a:pt x="66484" y="-26792"/>
                      <a:pt x="147879" y="20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83"/>
              <p:cNvSpPr/>
              <p:nvPr/>
            </p:nvSpPr>
            <p:spPr>
              <a:xfrm>
                <a:off x="2150997" y="2811322"/>
                <a:ext cx="294237" cy="394203"/>
              </a:xfrm>
              <a:custGeom>
                <a:rect b="b" l="l" r="r" t="t"/>
                <a:pathLst>
                  <a:path extrusionOk="0" h="394203" w="294237">
                    <a:moveTo>
                      <a:pt x="293961" y="267382"/>
                    </a:moveTo>
                    <a:cubicBezTo>
                      <a:pt x="293961" y="266967"/>
                      <a:pt x="293961" y="266553"/>
                      <a:pt x="293961" y="266139"/>
                    </a:cubicBezTo>
                    <a:cubicBezTo>
                      <a:pt x="293961" y="265242"/>
                      <a:pt x="293892" y="264344"/>
                      <a:pt x="293823" y="263447"/>
                    </a:cubicBezTo>
                    <a:cubicBezTo>
                      <a:pt x="293823" y="262411"/>
                      <a:pt x="293754" y="261306"/>
                      <a:pt x="293685" y="260271"/>
                    </a:cubicBezTo>
                    <a:cubicBezTo>
                      <a:pt x="293685" y="259442"/>
                      <a:pt x="293547" y="258614"/>
                      <a:pt x="293478" y="257786"/>
                    </a:cubicBezTo>
                    <a:cubicBezTo>
                      <a:pt x="293409" y="256819"/>
                      <a:pt x="293340" y="255922"/>
                      <a:pt x="293271" y="254955"/>
                    </a:cubicBezTo>
                    <a:cubicBezTo>
                      <a:pt x="293271" y="254334"/>
                      <a:pt x="293202" y="253712"/>
                      <a:pt x="293133" y="253091"/>
                    </a:cubicBezTo>
                    <a:cubicBezTo>
                      <a:pt x="292995" y="251710"/>
                      <a:pt x="292856" y="250399"/>
                      <a:pt x="292649" y="249018"/>
                    </a:cubicBezTo>
                    <a:cubicBezTo>
                      <a:pt x="292580" y="248258"/>
                      <a:pt x="292511" y="247430"/>
                      <a:pt x="292373" y="246670"/>
                    </a:cubicBezTo>
                    <a:cubicBezTo>
                      <a:pt x="292373" y="246394"/>
                      <a:pt x="292373" y="246118"/>
                      <a:pt x="292304" y="245911"/>
                    </a:cubicBezTo>
                    <a:cubicBezTo>
                      <a:pt x="291959" y="243426"/>
                      <a:pt x="291614" y="241009"/>
                      <a:pt x="291269" y="238524"/>
                    </a:cubicBezTo>
                    <a:cubicBezTo>
                      <a:pt x="291269" y="238524"/>
                      <a:pt x="291269" y="238386"/>
                      <a:pt x="291269" y="238386"/>
                    </a:cubicBezTo>
                    <a:cubicBezTo>
                      <a:pt x="291269" y="238041"/>
                      <a:pt x="291130" y="237627"/>
                      <a:pt x="291062" y="237281"/>
                    </a:cubicBezTo>
                    <a:cubicBezTo>
                      <a:pt x="290716" y="235210"/>
                      <a:pt x="290371" y="233139"/>
                      <a:pt x="290026" y="231068"/>
                    </a:cubicBezTo>
                    <a:cubicBezTo>
                      <a:pt x="289957" y="230723"/>
                      <a:pt x="289888" y="230309"/>
                      <a:pt x="289819" y="229963"/>
                    </a:cubicBezTo>
                    <a:cubicBezTo>
                      <a:pt x="289612" y="228997"/>
                      <a:pt x="289405" y="228030"/>
                      <a:pt x="289197" y="226995"/>
                    </a:cubicBezTo>
                    <a:cubicBezTo>
                      <a:pt x="288921" y="225821"/>
                      <a:pt x="288714" y="224579"/>
                      <a:pt x="288438" y="223405"/>
                    </a:cubicBezTo>
                    <a:cubicBezTo>
                      <a:pt x="288300" y="222715"/>
                      <a:pt x="288093" y="222024"/>
                      <a:pt x="287955" y="221403"/>
                    </a:cubicBezTo>
                    <a:cubicBezTo>
                      <a:pt x="287679" y="220298"/>
                      <a:pt x="287472" y="219263"/>
                      <a:pt x="287196" y="218158"/>
                    </a:cubicBezTo>
                    <a:cubicBezTo>
                      <a:pt x="286988" y="217330"/>
                      <a:pt x="286850" y="216501"/>
                      <a:pt x="286643" y="215673"/>
                    </a:cubicBezTo>
                    <a:cubicBezTo>
                      <a:pt x="286367" y="214706"/>
                      <a:pt x="286091" y="213671"/>
                      <a:pt x="285884" y="212704"/>
                    </a:cubicBezTo>
                    <a:cubicBezTo>
                      <a:pt x="285608" y="211599"/>
                      <a:pt x="285331" y="210564"/>
                      <a:pt x="285055" y="209459"/>
                    </a:cubicBezTo>
                    <a:cubicBezTo>
                      <a:pt x="284917" y="208907"/>
                      <a:pt x="284779" y="208424"/>
                      <a:pt x="284641" y="207872"/>
                    </a:cubicBezTo>
                    <a:cubicBezTo>
                      <a:pt x="284227" y="206422"/>
                      <a:pt x="283813" y="205041"/>
                      <a:pt x="283398" y="203591"/>
                    </a:cubicBezTo>
                    <a:cubicBezTo>
                      <a:pt x="283122" y="202694"/>
                      <a:pt x="282846" y="201796"/>
                      <a:pt x="282639" y="200899"/>
                    </a:cubicBezTo>
                    <a:cubicBezTo>
                      <a:pt x="282570" y="200623"/>
                      <a:pt x="282501" y="200346"/>
                      <a:pt x="282432" y="200139"/>
                    </a:cubicBezTo>
                    <a:cubicBezTo>
                      <a:pt x="281672" y="197585"/>
                      <a:pt x="280844" y="195031"/>
                      <a:pt x="280016" y="192545"/>
                    </a:cubicBezTo>
                    <a:cubicBezTo>
                      <a:pt x="280016" y="192545"/>
                      <a:pt x="280016" y="192545"/>
                      <a:pt x="280016" y="192476"/>
                    </a:cubicBezTo>
                    <a:cubicBezTo>
                      <a:pt x="279946" y="192200"/>
                      <a:pt x="279808" y="191924"/>
                      <a:pt x="279739" y="191717"/>
                    </a:cubicBezTo>
                    <a:cubicBezTo>
                      <a:pt x="278980" y="189508"/>
                      <a:pt x="278221" y="187298"/>
                      <a:pt x="277461" y="185089"/>
                    </a:cubicBezTo>
                    <a:cubicBezTo>
                      <a:pt x="277323" y="184744"/>
                      <a:pt x="277185" y="184399"/>
                      <a:pt x="277047" y="184054"/>
                    </a:cubicBezTo>
                    <a:cubicBezTo>
                      <a:pt x="276702" y="183225"/>
                      <a:pt x="276426" y="182328"/>
                      <a:pt x="276080" y="181499"/>
                    </a:cubicBezTo>
                    <a:cubicBezTo>
                      <a:pt x="275597" y="180326"/>
                      <a:pt x="275183" y="179083"/>
                      <a:pt x="274700" y="177909"/>
                    </a:cubicBezTo>
                    <a:cubicBezTo>
                      <a:pt x="274424" y="177150"/>
                      <a:pt x="274078" y="176390"/>
                      <a:pt x="273802" y="175631"/>
                    </a:cubicBezTo>
                    <a:cubicBezTo>
                      <a:pt x="273457" y="174665"/>
                      <a:pt x="273043" y="173767"/>
                      <a:pt x="272698" y="172801"/>
                    </a:cubicBezTo>
                    <a:cubicBezTo>
                      <a:pt x="272421" y="172110"/>
                      <a:pt x="272145" y="171420"/>
                      <a:pt x="271869" y="170729"/>
                    </a:cubicBezTo>
                    <a:cubicBezTo>
                      <a:pt x="271317" y="169349"/>
                      <a:pt x="270695" y="168037"/>
                      <a:pt x="270143" y="166656"/>
                    </a:cubicBezTo>
                    <a:cubicBezTo>
                      <a:pt x="269867" y="165966"/>
                      <a:pt x="269522" y="165206"/>
                      <a:pt x="269246" y="164516"/>
                    </a:cubicBezTo>
                    <a:cubicBezTo>
                      <a:pt x="269108" y="164240"/>
                      <a:pt x="269039" y="164033"/>
                      <a:pt x="268900" y="163757"/>
                    </a:cubicBezTo>
                    <a:cubicBezTo>
                      <a:pt x="267865" y="161409"/>
                      <a:pt x="266760" y="158993"/>
                      <a:pt x="265656" y="156646"/>
                    </a:cubicBezTo>
                    <a:cubicBezTo>
                      <a:pt x="265656" y="156577"/>
                      <a:pt x="265587" y="156439"/>
                      <a:pt x="265518" y="156370"/>
                    </a:cubicBezTo>
                    <a:cubicBezTo>
                      <a:pt x="265173" y="155679"/>
                      <a:pt x="264896" y="155058"/>
                      <a:pt x="264551" y="154368"/>
                    </a:cubicBezTo>
                    <a:cubicBezTo>
                      <a:pt x="263654" y="152573"/>
                      <a:pt x="262825" y="150709"/>
                      <a:pt x="261928" y="148914"/>
                    </a:cubicBezTo>
                    <a:cubicBezTo>
                      <a:pt x="261790" y="148637"/>
                      <a:pt x="261652" y="148361"/>
                      <a:pt x="261514" y="148085"/>
                    </a:cubicBezTo>
                    <a:cubicBezTo>
                      <a:pt x="260754" y="146635"/>
                      <a:pt x="259995" y="145117"/>
                      <a:pt x="259235" y="143667"/>
                    </a:cubicBezTo>
                    <a:cubicBezTo>
                      <a:pt x="258614" y="142493"/>
                      <a:pt x="257993" y="141251"/>
                      <a:pt x="257371" y="140077"/>
                    </a:cubicBezTo>
                    <a:cubicBezTo>
                      <a:pt x="257233" y="139870"/>
                      <a:pt x="257095" y="139663"/>
                      <a:pt x="257026" y="139455"/>
                    </a:cubicBezTo>
                    <a:cubicBezTo>
                      <a:pt x="254955" y="135658"/>
                      <a:pt x="252815" y="131861"/>
                      <a:pt x="250675" y="128133"/>
                    </a:cubicBezTo>
                    <a:cubicBezTo>
                      <a:pt x="250468" y="127788"/>
                      <a:pt x="250329" y="127512"/>
                      <a:pt x="250122" y="127167"/>
                    </a:cubicBezTo>
                    <a:cubicBezTo>
                      <a:pt x="249915" y="126822"/>
                      <a:pt x="249639" y="126477"/>
                      <a:pt x="249432" y="126131"/>
                    </a:cubicBezTo>
                    <a:cubicBezTo>
                      <a:pt x="246325" y="120884"/>
                      <a:pt x="243081" y="115707"/>
                      <a:pt x="239698" y="110598"/>
                    </a:cubicBezTo>
                    <a:cubicBezTo>
                      <a:pt x="239491" y="110322"/>
                      <a:pt x="239352" y="110046"/>
                      <a:pt x="239145" y="109769"/>
                    </a:cubicBezTo>
                    <a:cubicBezTo>
                      <a:pt x="238800" y="109286"/>
                      <a:pt x="238524" y="108872"/>
                      <a:pt x="238179" y="108389"/>
                    </a:cubicBezTo>
                    <a:cubicBezTo>
                      <a:pt x="235486" y="104384"/>
                      <a:pt x="232656" y="100380"/>
                      <a:pt x="229825" y="96445"/>
                    </a:cubicBezTo>
                    <a:cubicBezTo>
                      <a:pt x="229825" y="96445"/>
                      <a:pt x="229825" y="96445"/>
                      <a:pt x="229825" y="96445"/>
                    </a:cubicBezTo>
                    <a:cubicBezTo>
                      <a:pt x="229825" y="96445"/>
                      <a:pt x="229756" y="96307"/>
                      <a:pt x="229687" y="96307"/>
                    </a:cubicBezTo>
                    <a:cubicBezTo>
                      <a:pt x="227685" y="93615"/>
                      <a:pt x="225614" y="90922"/>
                      <a:pt x="223543" y="88230"/>
                    </a:cubicBezTo>
                    <a:cubicBezTo>
                      <a:pt x="223474" y="88092"/>
                      <a:pt x="223336" y="87954"/>
                      <a:pt x="223267" y="87885"/>
                    </a:cubicBezTo>
                    <a:cubicBezTo>
                      <a:pt x="221748" y="85952"/>
                      <a:pt x="220160" y="84018"/>
                      <a:pt x="218572" y="82085"/>
                    </a:cubicBezTo>
                    <a:cubicBezTo>
                      <a:pt x="218227" y="81671"/>
                      <a:pt x="217951" y="81326"/>
                      <a:pt x="217606" y="80912"/>
                    </a:cubicBezTo>
                    <a:cubicBezTo>
                      <a:pt x="217606" y="80912"/>
                      <a:pt x="217606" y="80912"/>
                      <a:pt x="217606" y="80843"/>
                    </a:cubicBezTo>
                    <a:cubicBezTo>
                      <a:pt x="215742" y="78565"/>
                      <a:pt x="213809" y="76355"/>
                      <a:pt x="211945" y="74146"/>
                    </a:cubicBezTo>
                    <a:cubicBezTo>
                      <a:pt x="211876" y="74008"/>
                      <a:pt x="211738" y="73939"/>
                      <a:pt x="211669" y="73801"/>
                    </a:cubicBezTo>
                    <a:cubicBezTo>
                      <a:pt x="211116" y="73111"/>
                      <a:pt x="210495" y="72489"/>
                      <a:pt x="209874" y="71868"/>
                    </a:cubicBezTo>
                    <a:cubicBezTo>
                      <a:pt x="208631" y="70487"/>
                      <a:pt x="207457" y="69106"/>
                      <a:pt x="206215" y="67795"/>
                    </a:cubicBezTo>
                    <a:cubicBezTo>
                      <a:pt x="206008" y="67519"/>
                      <a:pt x="205731" y="67311"/>
                      <a:pt x="205524" y="67035"/>
                    </a:cubicBezTo>
                    <a:cubicBezTo>
                      <a:pt x="204696" y="66138"/>
                      <a:pt x="203867" y="65240"/>
                      <a:pt x="202970" y="64412"/>
                    </a:cubicBezTo>
                    <a:cubicBezTo>
                      <a:pt x="202003" y="63445"/>
                      <a:pt x="201106" y="62410"/>
                      <a:pt x="200139" y="61443"/>
                    </a:cubicBezTo>
                    <a:cubicBezTo>
                      <a:pt x="199794" y="61098"/>
                      <a:pt x="199449" y="60753"/>
                      <a:pt x="199104" y="60408"/>
                    </a:cubicBezTo>
                    <a:cubicBezTo>
                      <a:pt x="198206" y="59510"/>
                      <a:pt x="197240" y="58613"/>
                      <a:pt x="196342" y="57646"/>
                    </a:cubicBezTo>
                    <a:cubicBezTo>
                      <a:pt x="195514" y="56887"/>
                      <a:pt x="194754" y="56058"/>
                      <a:pt x="193926" y="55299"/>
                    </a:cubicBezTo>
                    <a:cubicBezTo>
                      <a:pt x="193443" y="54885"/>
                      <a:pt x="193028" y="54470"/>
                      <a:pt x="192545" y="54056"/>
                    </a:cubicBezTo>
                    <a:cubicBezTo>
                      <a:pt x="191579" y="53090"/>
                      <a:pt x="190543" y="52192"/>
                      <a:pt x="189507" y="51226"/>
                    </a:cubicBezTo>
                    <a:cubicBezTo>
                      <a:pt x="188817" y="50604"/>
                      <a:pt x="188127" y="49914"/>
                      <a:pt x="187436" y="49293"/>
                    </a:cubicBezTo>
                    <a:cubicBezTo>
                      <a:pt x="186884" y="48809"/>
                      <a:pt x="186332" y="48326"/>
                      <a:pt x="185780" y="47843"/>
                    </a:cubicBezTo>
                    <a:cubicBezTo>
                      <a:pt x="184744" y="46945"/>
                      <a:pt x="183777" y="46048"/>
                      <a:pt x="182742" y="45219"/>
                    </a:cubicBezTo>
                    <a:cubicBezTo>
                      <a:pt x="182121" y="44667"/>
                      <a:pt x="181499" y="44115"/>
                      <a:pt x="180878" y="43632"/>
                    </a:cubicBezTo>
                    <a:cubicBezTo>
                      <a:pt x="180188" y="43079"/>
                      <a:pt x="179497" y="42527"/>
                      <a:pt x="178876" y="41975"/>
                    </a:cubicBezTo>
                    <a:cubicBezTo>
                      <a:pt x="177909" y="41146"/>
                      <a:pt x="176874" y="40318"/>
                      <a:pt x="175907" y="39558"/>
                    </a:cubicBezTo>
                    <a:cubicBezTo>
                      <a:pt x="175355" y="39144"/>
                      <a:pt x="174872" y="38730"/>
                      <a:pt x="174388" y="38316"/>
                    </a:cubicBezTo>
                    <a:cubicBezTo>
                      <a:pt x="173560" y="37625"/>
                      <a:pt x="172662" y="37004"/>
                      <a:pt x="171834" y="36383"/>
                    </a:cubicBezTo>
                    <a:cubicBezTo>
                      <a:pt x="170936" y="35692"/>
                      <a:pt x="169970" y="34933"/>
                      <a:pt x="169072" y="34243"/>
                    </a:cubicBezTo>
                    <a:cubicBezTo>
                      <a:pt x="168727" y="33966"/>
                      <a:pt x="168313" y="33690"/>
                      <a:pt x="167968" y="33414"/>
                    </a:cubicBezTo>
                    <a:cubicBezTo>
                      <a:pt x="166794" y="32586"/>
                      <a:pt x="165690" y="31757"/>
                      <a:pt x="164516" y="30998"/>
                    </a:cubicBezTo>
                    <a:cubicBezTo>
                      <a:pt x="163757" y="30446"/>
                      <a:pt x="162928" y="29893"/>
                      <a:pt x="162169" y="29341"/>
                    </a:cubicBezTo>
                    <a:cubicBezTo>
                      <a:pt x="161962" y="29203"/>
                      <a:pt x="161755" y="29065"/>
                      <a:pt x="161547" y="28927"/>
                    </a:cubicBezTo>
                    <a:cubicBezTo>
                      <a:pt x="159476" y="27477"/>
                      <a:pt x="157405" y="26096"/>
                      <a:pt x="155265" y="24784"/>
                    </a:cubicBezTo>
                    <a:cubicBezTo>
                      <a:pt x="155265" y="24784"/>
                      <a:pt x="155265" y="24784"/>
                      <a:pt x="155265" y="24784"/>
                    </a:cubicBezTo>
                    <a:cubicBezTo>
                      <a:pt x="155058" y="24646"/>
                      <a:pt x="154920" y="24577"/>
                      <a:pt x="154713" y="24439"/>
                    </a:cubicBezTo>
                    <a:cubicBezTo>
                      <a:pt x="152849" y="23266"/>
                      <a:pt x="150916" y="22092"/>
                      <a:pt x="149052" y="20987"/>
                    </a:cubicBezTo>
                    <a:cubicBezTo>
                      <a:pt x="148568" y="20711"/>
                      <a:pt x="148085" y="20435"/>
                      <a:pt x="147602" y="20159"/>
                    </a:cubicBezTo>
                    <a:cubicBezTo>
                      <a:pt x="146014" y="19261"/>
                      <a:pt x="144495" y="18364"/>
                      <a:pt x="142907" y="17536"/>
                    </a:cubicBezTo>
                    <a:cubicBezTo>
                      <a:pt x="142286" y="17190"/>
                      <a:pt x="141734" y="16914"/>
                      <a:pt x="141112" y="16638"/>
                    </a:cubicBezTo>
                    <a:cubicBezTo>
                      <a:pt x="140284" y="16224"/>
                      <a:pt x="139524" y="15810"/>
                      <a:pt x="138696" y="15395"/>
                    </a:cubicBezTo>
                    <a:cubicBezTo>
                      <a:pt x="138075" y="15050"/>
                      <a:pt x="137453" y="14705"/>
                      <a:pt x="136832" y="14429"/>
                    </a:cubicBezTo>
                    <a:cubicBezTo>
                      <a:pt x="135866" y="13946"/>
                      <a:pt x="134830" y="13531"/>
                      <a:pt x="133863" y="13048"/>
                    </a:cubicBezTo>
                    <a:cubicBezTo>
                      <a:pt x="133173" y="12703"/>
                      <a:pt x="132414" y="12358"/>
                      <a:pt x="131723" y="12013"/>
                    </a:cubicBezTo>
                    <a:cubicBezTo>
                      <a:pt x="131447" y="11874"/>
                      <a:pt x="131171" y="11736"/>
                      <a:pt x="130826" y="11598"/>
                    </a:cubicBezTo>
                    <a:cubicBezTo>
                      <a:pt x="128824" y="10701"/>
                      <a:pt x="126891" y="9872"/>
                      <a:pt x="124958" y="9113"/>
                    </a:cubicBezTo>
                    <a:cubicBezTo>
                      <a:pt x="124958" y="9113"/>
                      <a:pt x="124958" y="9113"/>
                      <a:pt x="124958" y="9113"/>
                    </a:cubicBezTo>
                    <a:cubicBezTo>
                      <a:pt x="122956" y="8284"/>
                      <a:pt x="120953" y="7594"/>
                      <a:pt x="119020" y="6904"/>
                    </a:cubicBezTo>
                    <a:cubicBezTo>
                      <a:pt x="118744" y="6835"/>
                      <a:pt x="118537" y="6766"/>
                      <a:pt x="118261" y="6628"/>
                    </a:cubicBezTo>
                    <a:cubicBezTo>
                      <a:pt x="117571" y="6351"/>
                      <a:pt x="116880" y="6144"/>
                      <a:pt x="116121" y="5937"/>
                    </a:cubicBezTo>
                    <a:cubicBezTo>
                      <a:pt x="115085" y="5592"/>
                      <a:pt x="114119" y="5247"/>
                      <a:pt x="113083" y="4971"/>
                    </a:cubicBezTo>
                    <a:cubicBezTo>
                      <a:pt x="112600" y="4833"/>
                      <a:pt x="112117" y="4695"/>
                      <a:pt x="111633" y="4556"/>
                    </a:cubicBezTo>
                    <a:cubicBezTo>
                      <a:pt x="110736" y="4280"/>
                      <a:pt x="109907" y="4073"/>
                      <a:pt x="109010" y="3866"/>
                    </a:cubicBezTo>
                    <a:cubicBezTo>
                      <a:pt x="108320" y="3659"/>
                      <a:pt x="107698" y="3452"/>
                      <a:pt x="107008" y="3314"/>
                    </a:cubicBezTo>
                    <a:cubicBezTo>
                      <a:pt x="106318" y="3107"/>
                      <a:pt x="105627" y="3038"/>
                      <a:pt x="104937" y="2831"/>
                    </a:cubicBezTo>
                    <a:cubicBezTo>
                      <a:pt x="104039" y="2623"/>
                      <a:pt x="103211" y="2416"/>
                      <a:pt x="102313" y="2278"/>
                    </a:cubicBezTo>
                    <a:cubicBezTo>
                      <a:pt x="101830" y="2209"/>
                      <a:pt x="101416" y="2071"/>
                      <a:pt x="100933" y="2002"/>
                    </a:cubicBezTo>
                    <a:cubicBezTo>
                      <a:pt x="100104" y="1864"/>
                      <a:pt x="99345" y="1726"/>
                      <a:pt x="98516" y="1588"/>
                    </a:cubicBezTo>
                    <a:cubicBezTo>
                      <a:pt x="97550" y="1450"/>
                      <a:pt x="96514" y="1243"/>
                      <a:pt x="95548" y="1105"/>
                    </a:cubicBezTo>
                    <a:cubicBezTo>
                      <a:pt x="95202" y="1105"/>
                      <a:pt x="94857" y="967"/>
                      <a:pt x="94512" y="898"/>
                    </a:cubicBezTo>
                    <a:cubicBezTo>
                      <a:pt x="93684" y="759"/>
                      <a:pt x="92855" y="759"/>
                      <a:pt x="92096" y="621"/>
                    </a:cubicBezTo>
                    <a:cubicBezTo>
                      <a:pt x="91060" y="483"/>
                      <a:pt x="89956" y="414"/>
                      <a:pt x="88920" y="276"/>
                    </a:cubicBezTo>
                    <a:cubicBezTo>
                      <a:pt x="88644" y="276"/>
                      <a:pt x="88299" y="207"/>
                      <a:pt x="87954" y="207"/>
                    </a:cubicBezTo>
                    <a:cubicBezTo>
                      <a:pt x="87263" y="207"/>
                      <a:pt x="86573" y="207"/>
                      <a:pt x="85813" y="138"/>
                    </a:cubicBezTo>
                    <a:cubicBezTo>
                      <a:pt x="84571" y="138"/>
                      <a:pt x="83328" y="0"/>
                      <a:pt x="82085" y="0"/>
                    </a:cubicBezTo>
                    <a:cubicBezTo>
                      <a:pt x="81740" y="0"/>
                      <a:pt x="81395" y="0"/>
                      <a:pt x="81050" y="0"/>
                    </a:cubicBezTo>
                    <a:cubicBezTo>
                      <a:pt x="80498" y="0"/>
                      <a:pt x="80014" y="0"/>
                      <a:pt x="79462" y="69"/>
                    </a:cubicBezTo>
                    <a:cubicBezTo>
                      <a:pt x="77874" y="69"/>
                      <a:pt x="76355" y="207"/>
                      <a:pt x="74836" y="276"/>
                    </a:cubicBezTo>
                    <a:cubicBezTo>
                      <a:pt x="74353" y="276"/>
                      <a:pt x="73870" y="276"/>
                      <a:pt x="73456" y="276"/>
                    </a:cubicBezTo>
                    <a:cubicBezTo>
                      <a:pt x="73111" y="276"/>
                      <a:pt x="72765" y="414"/>
                      <a:pt x="72420" y="414"/>
                    </a:cubicBezTo>
                    <a:cubicBezTo>
                      <a:pt x="70073" y="690"/>
                      <a:pt x="67795" y="967"/>
                      <a:pt x="65516" y="1450"/>
                    </a:cubicBezTo>
                    <a:cubicBezTo>
                      <a:pt x="65309" y="1450"/>
                      <a:pt x="65102" y="1450"/>
                      <a:pt x="64964" y="1519"/>
                    </a:cubicBezTo>
                    <a:cubicBezTo>
                      <a:pt x="64964" y="1519"/>
                      <a:pt x="64826" y="1519"/>
                      <a:pt x="64826" y="1519"/>
                    </a:cubicBezTo>
                    <a:cubicBezTo>
                      <a:pt x="64343" y="1588"/>
                      <a:pt x="63928" y="1726"/>
                      <a:pt x="63445" y="1864"/>
                    </a:cubicBezTo>
                    <a:cubicBezTo>
                      <a:pt x="62065" y="2209"/>
                      <a:pt x="60615" y="2485"/>
                      <a:pt x="59234" y="2900"/>
                    </a:cubicBezTo>
                    <a:cubicBezTo>
                      <a:pt x="58544" y="3107"/>
                      <a:pt x="57922" y="3314"/>
                      <a:pt x="57301" y="3521"/>
                    </a:cubicBezTo>
                    <a:cubicBezTo>
                      <a:pt x="56403" y="3797"/>
                      <a:pt x="55506" y="4073"/>
                      <a:pt x="54677" y="4349"/>
                    </a:cubicBezTo>
                    <a:cubicBezTo>
                      <a:pt x="54470" y="4418"/>
                      <a:pt x="54263" y="4556"/>
                      <a:pt x="54056" y="4625"/>
                    </a:cubicBezTo>
                    <a:cubicBezTo>
                      <a:pt x="52744" y="5109"/>
                      <a:pt x="51433" y="5661"/>
                      <a:pt x="50190" y="6213"/>
                    </a:cubicBezTo>
                    <a:cubicBezTo>
                      <a:pt x="49569" y="6490"/>
                      <a:pt x="48947" y="6697"/>
                      <a:pt x="48326" y="7042"/>
                    </a:cubicBezTo>
                    <a:cubicBezTo>
                      <a:pt x="46462" y="7939"/>
                      <a:pt x="44598" y="8837"/>
                      <a:pt x="42803" y="9941"/>
                    </a:cubicBezTo>
                    <a:lnTo>
                      <a:pt x="0" y="34795"/>
                    </a:lnTo>
                    <a:cubicBezTo>
                      <a:pt x="1795" y="33759"/>
                      <a:pt x="3659" y="32793"/>
                      <a:pt x="5523" y="31895"/>
                    </a:cubicBezTo>
                    <a:cubicBezTo>
                      <a:pt x="6144" y="31619"/>
                      <a:pt x="6766" y="31343"/>
                      <a:pt x="7387" y="31067"/>
                    </a:cubicBezTo>
                    <a:cubicBezTo>
                      <a:pt x="8699" y="30515"/>
                      <a:pt x="9941" y="29962"/>
                      <a:pt x="11253" y="29479"/>
                    </a:cubicBezTo>
                    <a:cubicBezTo>
                      <a:pt x="12358" y="29065"/>
                      <a:pt x="13393" y="28720"/>
                      <a:pt x="14498" y="28374"/>
                    </a:cubicBezTo>
                    <a:cubicBezTo>
                      <a:pt x="15188" y="28167"/>
                      <a:pt x="15809" y="27960"/>
                      <a:pt x="16500" y="27753"/>
                    </a:cubicBezTo>
                    <a:cubicBezTo>
                      <a:pt x="17881" y="27339"/>
                      <a:pt x="19261" y="27063"/>
                      <a:pt x="20711" y="26717"/>
                    </a:cubicBezTo>
                    <a:cubicBezTo>
                      <a:pt x="21195" y="26648"/>
                      <a:pt x="21609" y="26510"/>
                      <a:pt x="22092" y="26372"/>
                    </a:cubicBezTo>
                    <a:cubicBezTo>
                      <a:pt x="22299" y="26372"/>
                      <a:pt x="22575" y="26303"/>
                      <a:pt x="22851" y="26234"/>
                    </a:cubicBezTo>
                    <a:cubicBezTo>
                      <a:pt x="25129" y="25820"/>
                      <a:pt x="27408" y="25475"/>
                      <a:pt x="29755" y="25199"/>
                    </a:cubicBezTo>
                    <a:cubicBezTo>
                      <a:pt x="30584" y="25130"/>
                      <a:pt x="31343" y="25061"/>
                      <a:pt x="32171" y="24991"/>
                    </a:cubicBezTo>
                    <a:cubicBezTo>
                      <a:pt x="33690" y="24853"/>
                      <a:pt x="35278" y="24784"/>
                      <a:pt x="36797" y="24784"/>
                    </a:cubicBezTo>
                    <a:cubicBezTo>
                      <a:pt x="37694" y="24784"/>
                      <a:pt x="38523" y="24784"/>
                      <a:pt x="39420" y="24784"/>
                    </a:cubicBezTo>
                    <a:cubicBezTo>
                      <a:pt x="40663" y="24784"/>
                      <a:pt x="41906" y="24784"/>
                      <a:pt x="43148" y="24922"/>
                    </a:cubicBezTo>
                    <a:cubicBezTo>
                      <a:pt x="44184" y="24922"/>
                      <a:pt x="45150" y="24991"/>
                      <a:pt x="46186" y="25061"/>
                    </a:cubicBezTo>
                    <a:cubicBezTo>
                      <a:pt x="47222" y="25130"/>
                      <a:pt x="48326" y="25268"/>
                      <a:pt x="49362" y="25406"/>
                    </a:cubicBezTo>
                    <a:cubicBezTo>
                      <a:pt x="50535" y="25544"/>
                      <a:pt x="51709" y="25682"/>
                      <a:pt x="52883" y="25820"/>
                    </a:cubicBezTo>
                    <a:cubicBezTo>
                      <a:pt x="53849" y="25958"/>
                      <a:pt x="54885" y="26165"/>
                      <a:pt x="55851" y="26303"/>
                    </a:cubicBezTo>
                    <a:cubicBezTo>
                      <a:pt x="57094" y="26510"/>
                      <a:pt x="58336" y="26717"/>
                      <a:pt x="59648" y="26994"/>
                    </a:cubicBezTo>
                    <a:cubicBezTo>
                      <a:pt x="60477" y="27201"/>
                      <a:pt x="61374" y="27339"/>
                      <a:pt x="62272" y="27546"/>
                    </a:cubicBezTo>
                    <a:cubicBezTo>
                      <a:pt x="63652" y="27891"/>
                      <a:pt x="64964" y="28167"/>
                      <a:pt x="66345" y="28581"/>
                    </a:cubicBezTo>
                    <a:cubicBezTo>
                      <a:pt x="67242" y="28789"/>
                      <a:pt x="68071" y="29065"/>
                      <a:pt x="68968" y="29272"/>
                    </a:cubicBezTo>
                    <a:cubicBezTo>
                      <a:pt x="70487" y="29686"/>
                      <a:pt x="71937" y="30169"/>
                      <a:pt x="73456" y="30653"/>
                    </a:cubicBezTo>
                    <a:cubicBezTo>
                      <a:pt x="74146" y="30860"/>
                      <a:pt x="74836" y="31136"/>
                      <a:pt x="75596" y="31343"/>
                    </a:cubicBezTo>
                    <a:cubicBezTo>
                      <a:pt x="77805" y="32102"/>
                      <a:pt x="80014" y="32931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2292" y="33828"/>
                      <a:pt x="82292" y="33828"/>
                      <a:pt x="82292" y="33828"/>
                    </a:cubicBezTo>
                    <a:cubicBezTo>
                      <a:pt x="84502" y="34726"/>
                      <a:pt x="86780" y="35692"/>
                      <a:pt x="89058" y="36728"/>
                    </a:cubicBezTo>
                    <a:cubicBezTo>
                      <a:pt x="89749" y="37073"/>
                      <a:pt x="90508" y="37418"/>
                      <a:pt x="91198" y="37763"/>
                    </a:cubicBezTo>
                    <a:cubicBezTo>
                      <a:pt x="92786" y="38523"/>
                      <a:pt x="94443" y="39282"/>
                      <a:pt x="96031" y="40111"/>
                    </a:cubicBezTo>
                    <a:cubicBezTo>
                      <a:pt x="96859" y="40525"/>
                      <a:pt x="97619" y="40939"/>
                      <a:pt x="98447" y="41353"/>
                    </a:cubicBezTo>
                    <a:cubicBezTo>
                      <a:pt x="100588" y="42458"/>
                      <a:pt x="102728" y="43632"/>
                      <a:pt x="104937" y="44874"/>
                    </a:cubicBezTo>
                    <a:cubicBezTo>
                      <a:pt x="107353" y="46255"/>
                      <a:pt x="109700" y="47705"/>
                      <a:pt x="112048" y="49155"/>
                    </a:cubicBezTo>
                    <a:cubicBezTo>
                      <a:pt x="112255" y="49293"/>
                      <a:pt x="112393" y="49362"/>
                      <a:pt x="112600" y="49500"/>
                    </a:cubicBezTo>
                    <a:cubicBezTo>
                      <a:pt x="114947" y="50950"/>
                      <a:pt x="117225" y="52537"/>
                      <a:pt x="119504" y="54125"/>
                    </a:cubicBezTo>
                    <a:cubicBezTo>
                      <a:pt x="120263" y="54678"/>
                      <a:pt x="121091" y="55230"/>
                      <a:pt x="121851" y="55782"/>
                    </a:cubicBezTo>
                    <a:cubicBezTo>
                      <a:pt x="123370" y="56887"/>
                      <a:pt x="124889" y="57991"/>
                      <a:pt x="126407" y="59096"/>
                    </a:cubicBezTo>
                    <a:cubicBezTo>
                      <a:pt x="127374" y="59786"/>
                      <a:pt x="128271" y="60546"/>
                      <a:pt x="129238" y="61236"/>
                    </a:cubicBezTo>
                    <a:cubicBezTo>
                      <a:pt x="130619" y="62272"/>
                      <a:pt x="131999" y="63376"/>
                      <a:pt x="133311" y="64412"/>
                    </a:cubicBezTo>
                    <a:cubicBezTo>
                      <a:pt x="134347" y="65240"/>
                      <a:pt x="135313" y="66000"/>
                      <a:pt x="136280" y="66828"/>
                    </a:cubicBezTo>
                    <a:cubicBezTo>
                      <a:pt x="137591" y="67864"/>
                      <a:pt x="138834" y="68968"/>
                      <a:pt x="140146" y="70073"/>
                    </a:cubicBezTo>
                    <a:cubicBezTo>
                      <a:pt x="141181" y="70970"/>
                      <a:pt x="142217" y="71868"/>
                      <a:pt x="143183" y="72765"/>
                    </a:cubicBezTo>
                    <a:cubicBezTo>
                      <a:pt x="144426" y="73870"/>
                      <a:pt x="145669" y="74975"/>
                      <a:pt x="146912" y="76148"/>
                    </a:cubicBezTo>
                    <a:cubicBezTo>
                      <a:pt x="147947" y="77046"/>
                      <a:pt x="148914" y="78012"/>
                      <a:pt x="149949" y="78979"/>
                    </a:cubicBezTo>
                    <a:cubicBezTo>
                      <a:pt x="151192" y="80152"/>
                      <a:pt x="152434" y="81395"/>
                      <a:pt x="153746" y="82638"/>
                    </a:cubicBezTo>
                    <a:cubicBezTo>
                      <a:pt x="154644" y="83535"/>
                      <a:pt x="155610" y="84433"/>
                      <a:pt x="156508" y="85399"/>
                    </a:cubicBezTo>
                    <a:cubicBezTo>
                      <a:pt x="157819" y="86711"/>
                      <a:pt x="159062" y="88023"/>
                      <a:pt x="160374" y="89334"/>
                    </a:cubicBezTo>
                    <a:cubicBezTo>
                      <a:pt x="161202" y="90232"/>
                      <a:pt x="162100" y="91060"/>
                      <a:pt x="162928" y="91958"/>
                    </a:cubicBezTo>
                    <a:cubicBezTo>
                      <a:pt x="164378" y="93546"/>
                      <a:pt x="165897" y="95203"/>
                      <a:pt x="167347" y="96790"/>
                    </a:cubicBezTo>
                    <a:cubicBezTo>
                      <a:pt x="167899" y="97412"/>
                      <a:pt x="168520" y="98033"/>
                      <a:pt x="169072" y="98723"/>
                    </a:cubicBezTo>
                    <a:cubicBezTo>
                      <a:pt x="171144" y="101071"/>
                      <a:pt x="173146" y="103418"/>
                      <a:pt x="175079" y="105765"/>
                    </a:cubicBezTo>
                    <a:cubicBezTo>
                      <a:pt x="175424" y="106180"/>
                      <a:pt x="175769" y="106594"/>
                      <a:pt x="176114" y="107008"/>
                    </a:cubicBezTo>
                    <a:cubicBezTo>
                      <a:pt x="177771" y="109010"/>
                      <a:pt x="179359" y="111012"/>
                      <a:pt x="181016" y="113083"/>
                    </a:cubicBezTo>
                    <a:cubicBezTo>
                      <a:pt x="183156" y="115776"/>
                      <a:pt x="185227" y="118537"/>
                      <a:pt x="187298" y="121299"/>
                    </a:cubicBezTo>
                    <a:cubicBezTo>
                      <a:pt x="187298" y="121299"/>
                      <a:pt x="187298" y="121299"/>
                      <a:pt x="187298" y="121299"/>
                    </a:cubicBezTo>
                    <a:cubicBezTo>
                      <a:pt x="190198" y="125165"/>
                      <a:pt x="192959" y="129169"/>
                      <a:pt x="195652" y="133242"/>
                    </a:cubicBezTo>
                    <a:cubicBezTo>
                      <a:pt x="196135" y="134002"/>
                      <a:pt x="196618" y="134692"/>
                      <a:pt x="197102" y="135451"/>
                    </a:cubicBezTo>
                    <a:cubicBezTo>
                      <a:pt x="200484" y="140560"/>
                      <a:pt x="203729" y="145738"/>
                      <a:pt x="206836" y="150985"/>
                    </a:cubicBezTo>
                    <a:cubicBezTo>
                      <a:pt x="207250" y="151675"/>
                      <a:pt x="207664" y="152296"/>
                      <a:pt x="208010" y="152987"/>
                    </a:cubicBezTo>
                    <a:cubicBezTo>
                      <a:pt x="210219" y="156715"/>
                      <a:pt x="212359" y="160512"/>
                      <a:pt x="214361" y="164309"/>
                    </a:cubicBezTo>
                    <a:cubicBezTo>
                      <a:pt x="215120" y="165690"/>
                      <a:pt x="215811" y="167070"/>
                      <a:pt x="216570" y="168520"/>
                    </a:cubicBezTo>
                    <a:cubicBezTo>
                      <a:pt x="217330" y="170039"/>
                      <a:pt x="218089" y="171489"/>
                      <a:pt x="218848" y="173008"/>
                    </a:cubicBezTo>
                    <a:cubicBezTo>
                      <a:pt x="219884" y="175079"/>
                      <a:pt x="220920" y="177219"/>
                      <a:pt x="221886" y="179290"/>
                    </a:cubicBezTo>
                    <a:cubicBezTo>
                      <a:pt x="222231" y="179980"/>
                      <a:pt x="222576" y="180671"/>
                      <a:pt x="222853" y="181361"/>
                    </a:cubicBezTo>
                    <a:cubicBezTo>
                      <a:pt x="224164" y="184054"/>
                      <a:pt x="225338" y="186815"/>
                      <a:pt x="226581" y="189577"/>
                    </a:cubicBezTo>
                    <a:cubicBezTo>
                      <a:pt x="226926" y="190267"/>
                      <a:pt x="227202" y="191026"/>
                      <a:pt x="227478" y="191717"/>
                    </a:cubicBezTo>
                    <a:cubicBezTo>
                      <a:pt x="228376" y="193788"/>
                      <a:pt x="229204" y="195790"/>
                      <a:pt x="230033" y="197861"/>
                    </a:cubicBezTo>
                    <a:cubicBezTo>
                      <a:pt x="230447" y="198828"/>
                      <a:pt x="230792" y="199725"/>
                      <a:pt x="231137" y="200692"/>
                    </a:cubicBezTo>
                    <a:cubicBezTo>
                      <a:pt x="231897" y="202694"/>
                      <a:pt x="232656" y="204627"/>
                      <a:pt x="233415" y="206629"/>
                    </a:cubicBezTo>
                    <a:cubicBezTo>
                      <a:pt x="233760" y="207457"/>
                      <a:pt x="234037" y="208286"/>
                      <a:pt x="234382" y="209183"/>
                    </a:cubicBezTo>
                    <a:cubicBezTo>
                      <a:pt x="235348" y="211807"/>
                      <a:pt x="236246" y="214361"/>
                      <a:pt x="237143" y="216985"/>
                    </a:cubicBezTo>
                    <a:cubicBezTo>
                      <a:pt x="237212" y="217192"/>
                      <a:pt x="237281" y="217468"/>
                      <a:pt x="237351" y="217675"/>
                    </a:cubicBezTo>
                    <a:cubicBezTo>
                      <a:pt x="238317" y="220505"/>
                      <a:pt x="239214" y="223336"/>
                      <a:pt x="240043" y="226166"/>
                    </a:cubicBezTo>
                    <a:cubicBezTo>
                      <a:pt x="240319" y="227064"/>
                      <a:pt x="240595" y="228030"/>
                      <a:pt x="240871" y="228928"/>
                    </a:cubicBezTo>
                    <a:cubicBezTo>
                      <a:pt x="241424" y="230861"/>
                      <a:pt x="241976" y="232794"/>
                      <a:pt x="242528" y="234796"/>
                    </a:cubicBezTo>
                    <a:cubicBezTo>
                      <a:pt x="242804" y="235901"/>
                      <a:pt x="243081" y="236936"/>
                      <a:pt x="243357" y="238041"/>
                    </a:cubicBezTo>
                    <a:cubicBezTo>
                      <a:pt x="243840" y="239836"/>
                      <a:pt x="244254" y="241700"/>
                      <a:pt x="244737" y="243495"/>
                    </a:cubicBezTo>
                    <a:cubicBezTo>
                      <a:pt x="245014" y="244599"/>
                      <a:pt x="245221" y="245635"/>
                      <a:pt x="245497" y="246740"/>
                    </a:cubicBezTo>
                    <a:cubicBezTo>
                      <a:pt x="245911" y="248604"/>
                      <a:pt x="246325" y="250468"/>
                      <a:pt x="246670" y="252401"/>
                    </a:cubicBezTo>
                    <a:cubicBezTo>
                      <a:pt x="246878" y="253367"/>
                      <a:pt x="247085" y="254403"/>
                      <a:pt x="247292" y="255369"/>
                    </a:cubicBezTo>
                    <a:cubicBezTo>
                      <a:pt x="247775" y="257786"/>
                      <a:pt x="248189" y="260271"/>
                      <a:pt x="248603" y="262687"/>
                    </a:cubicBezTo>
                    <a:cubicBezTo>
                      <a:pt x="248603" y="263032"/>
                      <a:pt x="248742" y="263447"/>
                      <a:pt x="248811" y="263792"/>
                    </a:cubicBezTo>
                    <a:cubicBezTo>
                      <a:pt x="249225" y="266553"/>
                      <a:pt x="249639" y="269384"/>
                      <a:pt x="249984" y="272145"/>
                    </a:cubicBezTo>
                    <a:cubicBezTo>
                      <a:pt x="250053" y="272905"/>
                      <a:pt x="250122" y="273664"/>
                      <a:pt x="250260" y="274493"/>
                    </a:cubicBezTo>
                    <a:cubicBezTo>
                      <a:pt x="250468" y="276495"/>
                      <a:pt x="250675" y="278497"/>
                      <a:pt x="250882" y="280499"/>
                    </a:cubicBezTo>
                    <a:cubicBezTo>
                      <a:pt x="250951" y="281465"/>
                      <a:pt x="251020" y="282363"/>
                      <a:pt x="251089" y="283329"/>
                    </a:cubicBezTo>
                    <a:cubicBezTo>
                      <a:pt x="251227" y="285193"/>
                      <a:pt x="251365" y="287126"/>
                      <a:pt x="251434" y="288990"/>
                    </a:cubicBezTo>
                    <a:cubicBezTo>
                      <a:pt x="251434" y="289888"/>
                      <a:pt x="251503" y="290785"/>
                      <a:pt x="251572" y="291683"/>
                    </a:cubicBezTo>
                    <a:cubicBezTo>
                      <a:pt x="251641" y="294306"/>
                      <a:pt x="251710" y="296999"/>
                      <a:pt x="251710" y="299622"/>
                    </a:cubicBezTo>
                    <a:cubicBezTo>
                      <a:pt x="251710" y="302384"/>
                      <a:pt x="251641" y="305076"/>
                      <a:pt x="251503" y="307700"/>
                    </a:cubicBezTo>
                    <a:cubicBezTo>
                      <a:pt x="251503" y="308459"/>
                      <a:pt x="251434" y="309149"/>
                      <a:pt x="251365" y="309909"/>
                    </a:cubicBezTo>
                    <a:cubicBezTo>
                      <a:pt x="251227" y="311704"/>
                      <a:pt x="251158" y="313568"/>
                      <a:pt x="250951" y="315294"/>
                    </a:cubicBezTo>
                    <a:cubicBezTo>
                      <a:pt x="250882" y="316329"/>
                      <a:pt x="250744" y="317296"/>
                      <a:pt x="250606" y="318331"/>
                    </a:cubicBezTo>
                    <a:cubicBezTo>
                      <a:pt x="250468" y="319850"/>
                      <a:pt x="250260" y="321369"/>
                      <a:pt x="250053" y="322819"/>
                    </a:cubicBezTo>
                    <a:cubicBezTo>
                      <a:pt x="249915" y="323923"/>
                      <a:pt x="249777" y="324959"/>
                      <a:pt x="249570" y="325994"/>
                    </a:cubicBezTo>
                    <a:cubicBezTo>
                      <a:pt x="249363" y="327375"/>
                      <a:pt x="249156" y="328687"/>
                      <a:pt x="248880" y="329999"/>
                    </a:cubicBezTo>
                    <a:cubicBezTo>
                      <a:pt x="248673" y="331172"/>
                      <a:pt x="248396" y="332346"/>
                      <a:pt x="248189" y="333520"/>
                    </a:cubicBezTo>
                    <a:cubicBezTo>
                      <a:pt x="247913" y="334693"/>
                      <a:pt x="247637" y="335867"/>
                      <a:pt x="247361" y="337040"/>
                    </a:cubicBezTo>
                    <a:cubicBezTo>
                      <a:pt x="247016" y="338421"/>
                      <a:pt x="246670" y="339733"/>
                      <a:pt x="246325" y="341114"/>
                    </a:cubicBezTo>
                    <a:cubicBezTo>
                      <a:pt x="246049" y="342149"/>
                      <a:pt x="245773" y="343185"/>
                      <a:pt x="245428" y="344220"/>
                    </a:cubicBezTo>
                    <a:cubicBezTo>
                      <a:pt x="244944" y="345808"/>
                      <a:pt x="244392" y="347396"/>
                      <a:pt x="243840" y="348915"/>
                    </a:cubicBezTo>
                    <a:cubicBezTo>
                      <a:pt x="243564" y="349743"/>
                      <a:pt x="243288" y="350572"/>
                      <a:pt x="242943" y="351400"/>
                    </a:cubicBezTo>
                    <a:cubicBezTo>
                      <a:pt x="241976" y="353955"/>
                      <a:pt x="240940" y="356509"/>
                      <a:pt x="239767" y="358856"/>
                    </a:cubicBezTo>
                    <a:cubicBezTo>
                      <a:pt x="239629" y="359132"/>
                      <a:pt x="239491" y="359340"/>
                      <a:pt x="239352" y="359616"/>
                    </a:cubicBezTo>
                    <a:cubicBezTo>
                      <a:pt x="237834" y="362791"/>
                      <a:pt x="236177" y="365829"/>
                      <a:pt x="234313" y="368660"/>
                    </a:cubicBezTo>
                    <a:cubicBezTo>
                      <a:pt x="234175" y="368867"/>
                      <a:pt x="234037" y="369143"/>
                      <a:pt x="233899" y="369350"/>
                    </a:cubicBezTo>
                    <a:cubicBezTo>
                      <a:pt x="232380" y="371697"/>
                      <a:pt x="230792" y="373906"/>
                      <a:pt x="229135" y="376047"/>
                    </a:cubicBezTo>
                    <a:cubicBezTo>
                      <a:pt x="228721" y="376530"/>
                      <a:pt x="228307" y="377082"/>
                      <a:pt x="227892" y="377565"/>
                    </a:cubicBezTo>
                    <a:cubicBezTo>
                      <a:pt x="226235" y="379498"/>
                      <a:pt x="224579" y="381431"/>
                      <a:pt x="222784" y="383157"/>
                    </a:cubicBezTo>
                    <a:cubicBezTo>
                      <a:pt x="222646" y="383295"/>
                      <a:pt x="222507" y="383434"/>
                      <a:pt x="222369" y="383572"/>
                    </a:cubicBezTo>
                    <a:cubicBezTo>
                      <a:pt x="220505" y="385436"/>
                      <a:pt x="218503" y="387093"/>
                      <a:pt x="216432" y="388680"/>
                    </a:cubicBezTo>
                    <a:cubicBezTo>
                      <a:pt x="215949" y="389095"/>
                      <a:pt x="215466" y="389440"/>
                      <a:pt x="214913" y="389854"/>
                    </a:cubicBezTo>
                    <a:cubicBezTo>
                      <a:pt x="212842" y="391373"/>
                      <a:pt x="210702" y="392892"/>
                      <a:pt x="208424" y="394203"/>
                    </a:cubicBezTo>
                    <a:lnTo>
                      <a:pt x="208424" y="394203"/>
                    </a:lnTo>
                    <a:cubicBezTo>
                      <a:pt x="208424" y="394203"/>
                      <a:pt x="208424" y="394203"/>
                      <a:pt x="208424" y="394203"/>
                    </a:cubicBezTo>
                    <a:lnTo>
                      <a:pt x="251227" y="369350"/>
                    </a:lnTo>
                    <a:cubicBezTo>
                      <a:pt x="253436" y="368038"/>
                      <a:pt x="255576" y="366588"/>
                      <a:pt x="257716" y="365001"/>
                    </a:cubicBezTo>
                    <a:cubicBezTo>
                      <a:pt x="258200" y="364655"/>
                      <a:pt x="258752" y="364241"/>
                      <a:pt x="259235" y="363896"/>
                    </a:cubicBezTo>
                    <a:cubicBezTo>
                      <a:pt x="261307" y="362308"/>
                      <a:pt x="263240" y="360651"/>
                      <a:pt x="265173" y="358787"/>
                    </a:cubicBezTo>
                    <a:cubicBezTo>
                      <a:pt x="265311" y="358649"/>
                      <a:pt x="265449" y="358511"/>
                      <a:pt x="265587" y="358373"/>
                    </a:cubicBezTo>
                    <a:cubicBezTo>
                      <a:pt x="267382" y="356647"/>
                      <a:pt x="269039" y="354783"/>
                      <a:pt x="270626" y="352781"/>
                    </a:cubicBezTo>
                    <a:cubicBezTo>
                      <a:pt x="271041" y="352298"/>
                      <a:pt x="271455" y="351814"/>
                      <a:pt x="271869" y="351262"/>
                    </a:cubicBezTo>
                    <a:cubicBezTo>
                      <a:pt x="273526" y="349122"/>
                      <a:pt x="275183" y="346913"/>
                      <a:pt x="276633" y="344566"/>
                    </a:cubicBezTo>
                    <a:cubicBezTo>
                      <a:pt x="276633" y="344566"/>
                      <a:pt x="276702" y="344427"/>
                      <a:pt x="276771" y="344358"/>
                    </a:cubicBezTo>
                    <a:cubicBezTo>
                      <a:pt x="276840" y="344220"/>
                      <a:pt x="276978" y="344013"/>
                      <a:pt x="277047" y="343875"/>
                    </a:cubicBezTo>
                    <a:cubicBezTo>
                      <a:pt x="278842" y="340976"/>
                      <a:pt x="280499" y="338007"/>
                      <a:pt x="282087" y="334762"/>
                    </a:cubicBezTo>
                    <a:cubicBezTo>
                      <a:pt x="282156" y="334555"/>
                      <a:pt x="282294" y="334417"/>
                      <a:pt x="282363" y="334279"/>
                    </a:cubicBezTo>
                    <a:cubicBezTo>
                      <a:pt x="282363" y="334210"/>
                      <a:pt x="282363" y="334072"/>
                      <a:pt x="282501" y="334003"/>
                    </a:cubicBezTo>
                    <a:cubicBezTo>
                      <a:pt x="283605" y="331586"/>
                      <a:pt x="284710" y="329101"/>
                      <a:pt x="285677" y="326547"/>
                    </a:cubicBezTo>
                    <a:cubicBezTo>
                      <a:pt x="285746" y="326340"/>
                      <a:pt x="285884" y="326133"/>
                      <a:pt x="285953" y="325925"/>
                    </a:cubicBezTo>
                    <a:cubicBezTo>
                      <a:pt x="286160" y="325304"/>
                      <a:pt x="286367" y="324683"/>
                      <a:pt x="286574" y="324061"/>
                    </a:cubicBezTo>
                    <a:cubicBezTo>
                      <a:pt x="287126" y="322543"/>
                      <a:pt x="287610" y="320955"/>
                      <a:pt x="288093" y="319367"/>
                    </a:cubicBezTo>
                    <a:cubicBezTo>
                      <a:pt x="288231" y="318953"/>
                      <a:pt x="288369" y="318538"/>
                      <a:pt x="288507" y="318124"/>
                    </a:cubicBezTo>
                    <a:cubicBezTo>
                      <a:pt x="288714" y="317503"/>
                      <a:pt x="288852" y="316881"/>
                      <a:pt x="288990" y="316260"/>
                    </a:cubicBezTo>
                    <a:cubicBezTo>
                      <a:pt x="289336" y="314948"/>
                      <a:pt x="289681" y="313568"/>
                      <a:pt x="290026" y="312256"/>
                    </a:cubicBezTo>
                    <a:cubicBezTo>
                      <a:pt x="290164" y="311704"/>
                      <a:pt x="290302" y="311151"/>
                      <a:pt x="290440" y="310599"/>
                    </a:cubicBezTo>
                    <a:cubicBezTo>
                      <a:pt x="290578" y="309978"/>
                      <a:pt x="290716" y="309356"/>
                      <a:pt x="290785" y="308735"/>
                    </a:cubicBezTo>
                    <a:cubicBezTo>
                      <a:pt x="291062" y="307562"/>
                      <a:pt x="291269" y="306388"/>
                      <a:pt x="291476" y="305214"/>
                    </a:cubicBezTo>
                    <a:cubicBezTo>
                      <a:pt x="291614" y="304593"/>
                      <a:pt x="291752" y="304041"/>
                      <a:pt x="291821" y="303419"/>
                    </a:cubicBezTo>
                    <a:cubicBezTo>
                      <a:pt x="291959" y="302729"/>
                      <a:pt x="292028" y="301969"/>
                      <a:pt x="292166" y="301210"/>
                    </a:cubicBezTo>
                    <a:cubicBezTo>
                      <a:pt x="292304" y="300174"/>
                      <a:pt x="292511" y="299070"/>
                      <a:pt x="292649" y="297965"/>
                    </a:cubicBezTo>
                    <a:cubicBezTo>
                      <a:pt x="292718" y="297413"/>
                      <a:pt x="292856" y="296861"/>
                      <a:pt x="292926" y="296308"/>
                    </a:cubicBezTo>
                    <a:cubicBezTo>
                      <a:pt x="293064" y="295411"/>
                      <a:pt x="293133" y="294444"/>
                      <a:pt x="293202" y="293478"/>
                    </a:cubicBezTo>
                    <a:cubicBezTo>
                      <a:pt x="293340" y="292442"/>
                      <a:pt x="293409" y="291476"/>
                      <a:pt x="293547" y="290440"/>
                    </a:cubicBezTo>
                    <a:cubicBezTo>
                      <a:pt x="293547" y="290026"/>
                      <a:pt x="293616" y="289612"/>
                      <a:pt x="293685" y="289198"/>
                    </a:cubicBezTo>
                    <a:cubicBezTo>
                      <a:pt x="293823" y="287817"/>
                      <a:pt x="293892" y="286436"/>
                      <a:pt x="293961" y="284986"/>
                    </a:cubicBezTo>
                    <a:cubicBezTo>
                      <a:pt x="293961" y="284227"/>
                      <a:pt x="294030" y="283537"/>
                      <a:pt x="294099" y="282777"/>
                    </a:cubicBezTo>
                    <a:cubicBezTo>
                      <a:pt x="294099" y="282570"/>
                      <a:pt x="294099" y="282432"/>
                      <a:pt x="294099" y="282225"/>
                    </a:cubicBezTo>
                    <a:cubicBezTo>
                      <a:pt x="294168" y="279878"/>
                      <a:pt x="294237" y="277530"/>
                      <a:pt x="294237" y="275114"/>
                    </a:cubicBezTo>
                    <a:cubicBezTo>
                      <a:pt x="294237" y="274976"/>
                      <a:pt x="294237" y="274838"/>
                      <a:pt x="294237" y="274700"/>
                    </a:cubicBezTo>
                    <a:cubicBezTo>
                      <a:pt x="294237" y="272491"/>
                      <a:pt x="294237" y="270281"/>
                      <a:pt x="294168" y="2680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83"/>
              <p:cNvSpPr/>
              <p:nvPr/>
            </p:nvSpPr>
            <p:spPr>
              <a:xfrm>
                <a:off x="2398427" y="2970453"/>
                <a:ext cx="91750" cy="53434"/>
              </a:xfrm>
              <a:custGeom>
                <a:rect b="b" l="l" r="r" t="t"/>
                <a:pathLst>
                  <a:path extrusionOk="0" h="53434" w="91750">
                    <a:moveTo>
                      <a:pt x="91613" y="20642"/>
                    </a:moveTo>
                    <a:cubicBezTo>
                      <a:pt x="91613" y="20642"/>
                      <a:pt x="91613" y="20642"/>
                      <a:pt x="91613" y="20642"/>
                    </a:cubicBezTo>
                    <a:cubicBezTo>
                      <a:pt x="91613" y="20642"/>
                      <a:pt x="91613" y="20573"/>
                      <a:pt x="91613" y="20504"/>
                    </a:cubicBezTo>
                    <a:cubicBezTo>
                      <a:pt x="91613" y="20297"/>
                      <a:pt x="91613" y="20159"/>
                      <a:pt x="91613" y="19952"/>
                    </a:cubicBezTo>
                    <a:cubicBezTo>
                      <a:pt x="91613" y="19745"/>
                      <a:pt x="91613" y="19607"/>
                      <a:pt x="91613" y="19399"/>
                    </a:cubicBezTo>
                    <a:cubicBezTo>
                      <a:pt x="91613" y="19192"/>
                      <a:pt x="91613" y="19054"/>
                      <a:pt x="91613" y="18847"/>
                    </a:cubicBezTo>
                    <a:cubicBezTo>
                      <a:pt x="91613" y="18709"/>
                      <a:pt x="91613" y="18571"/>
                      <a:pt x="91613" y="18433"/>
                    </a:cubicBezTo>
                    <a:cubicBezTo>
                      <a:pt x="91613" y="18433"/>
                      <a:pt x="91613" y="18433"/>
                      <a:pt x="91613" y="18433"/>
                    </a:cubicBezTo>
                    <a:cubicBezTo>
                      <a:pt x="91613" y="18433"/>
                      <a:pt x="91613" y="18364"/>
                      <a:pt x="91613" y="18295"/>
                    </a:cubicBezTo>
                    <a:cubicBezTo>
                      <a:pt x="91613" y="18088"/>
                      <a:pt x="91613" y="17881"/>
                      <a:pt x="91544" y="17674"/>
                    </a:cubicBezTo>
                    <a:cubicBezTo>
                      <a:pt x="91475" y="17466"/>
                      <a:pt x="91475" y="17259"/>
                      <a:pt x="91405" y="17052"/>
                    </a:cubicBezTo>
                    <a:cubicBezTo>
                      <a:pt x="91405" y="16845"/>
                      <a:pt x="91337" y="16638"/>
                      <a:pt x="91267" y="16431"/>
                    </a:cubicBezTo>
                    <a:cubicBezTo>
                      <a:pt x="91267" y="16293"/>
                      <a:pt x="91198" y="16155"/>
                      <a:pt x="91129" y="16017"/>
                    </a:cubicBezTo>
                    <a:cubicBezTo>
                      <a:pt x="91129" y="16017"/>
                      <a:pt x="91129" y="16017"/>
                      <a:pt x="91129" y="16017"/>
                    </a:cubicBezTo>
                    <a:cubicBezTo>
                      <a:pt x="91129" y="16017"/>
                      <a:pt x="91129" y="15948"/>
                      <a:pt x="91129" y="15879"/>
                    </a:cubicBezTo>
                    <a:cubicBezTo>
                      <a:pt x="91129" y="15672"/>
                      <a:pt x="90991" y="15464"/>
                      <a:pt x="90922" y="15257"/>
                    </a:cubicBezTo>
                    <a:cubicBezTo>
                      <a:pt x="90922" y="15050"/>
                      <a:pt x="90784" y="14843"/>
                      <a:pt x="90715" y="14636"/>
                    </a:cubicBezTo>
                    <a:cubicBezTo>
                      <a:pt x="90715" y="14429"/>
                      <a:pt x="90577" y="14222"/>
                      <a:pt x="90508" y="14015"/>
                    </a:cubicBezTo>
                    <a:cubicBezTo>
                      <a:pt x="90508" y="13876"/>
                      <a:pt x="90370" y="13669"/>
                      <a:pt x="90301" y="13531"/>
                    </a:cubicBezTo>
                    <a:cubicBezTo>
                      <a:pt x="90301" y="13531"/>
                      <a:pt x="90301" y="13531"/>
                      <a:pt x="90301" y="13462"/>
                    </a:cubicBezTo>
                    <a:cubicBezTo>
                      <a:pt x="90232" y="13255"/>
                      <a:pt x="90163" y="13117"/>
                      <a:pt x="90094" y="12910"/>
                    </a:cubicBezTo>
                    <a:cubicBezTo>
                      <a:pt x="90025" y="12703"/>
                      <a:pt x="89956" y="12565"/>
                      <a:pt x="89887" y="12358"/>
                    </a:cubicBezTo>
                    <a:cubicBezTo>
                      <a:pt x="89818" y="12151"/>
                      <a:pt x="89749" y="12013"/>
                      <a:pt x="89611" y="11805"/>
                    </a:cubicBezTo>
                    <a:cubicBezTo>
                      <a:pt x="89541" y="11598"/>
                      <a:pt x="89403" y="11391"/>
                      <a:pt x="89334" y="11253"/>
                    </a:cubicBezTo>
                    <a:cubicBezTo>
                      <a:pt x="89196" y="11046"/>
                      <a:pt x="89127" y="10770"/>
                      <a:pt x="88989" y="10563"/>
                    </a:cubicBezTo>
                    <a:cubicBezTo>
                      <a:pt x="88851" y="10218"/>
                      <a:pt x="88644" y="9941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506" y="9665"/>
                      <a:pt x="88506" y="9665"/>
                      <a:pt x="88506" y="9665"/>
                    </a:cubicBezTo>
                    <a:cubicBezTo>
                      <a:pt x="88230" y="9113"/>
                      <a:pt x="87885" y="8630"/>
                      <a:pt x="87539" y="8146"/>
                    </a:cubicBezTo>
                    <a:cubicBezTo>
                      <a:pt x="87332" y="7801"/>
                      <a:pt x="87125" y="7525"/>
                      <a:pt x="86918" y="7249"/>
                    </a:cubicBezTo>
                    <a:cubicBezTo>
                      <a:pt x="86780" y="7042"/>
                      <a:pt x="86573" y="6835"/>
                      <a:pt x="86435" y="6628"/>
                    </a:cubicBezTo>
                    <a:cubicBezTo>
                      <a:pt x="86366" y="6490"/>
                      <a:pt x="86297" y="6420"/>
                      <a:pt x="86159" y="6282"/>
                    </a:cubicBezTo>
                    <a:cubicBezTo>
                      <a:pt x="86159" y="6282"/>
                      <a:pt x="86159" y="6282"/>
                      <a:pt x="86159" y="6282"/>
                    </a:cubicBezTo>
                    <a:cubicBezTo>
                      <a:pt x="86159" y="6282"/>
                      <a:pt x="86090" y="6144"/>
                      <a:pt x="86021" y="6075"/>
                    </a:cubicBezTo>
                    <a:cubicBezTo>
                      <a:pt x="85883" y="5868"/>
                      <a:pt x="85744" y="5730"/>
                      <a:pt x="85606" y="5592"/>
                    </a:cubicBezTo>
                    <a:cubicBezTo>
                      <a:pt x="85468" y="5454"/>
                      <a:pt x="85330" y="5247"/>
                      <a:pt x="85123" y="5109"/>
                    </a:cubicBezTo>
                    <a:cubicBezTo>
                      <a:pt x="84985" y="4971"/>
                      <a:pt x="84778" y="4764"/>
                      <a:pt x="84640" y="4625"/>
                    </a:cubicBezTo>
                    <a:cubicBezTo>
                      <a:pt x="84502" y="4487"/>
                      <a:pt x="84295" y="4280"/>
                      <a:pt x="84157" y="4142"/>
                    </a:cubicBezTo>
                    <a:cubicBezTo>
                      <a:pt x="84018" y="4004"/>
                      <a:pt x="83811" y="3797"/>
                      <a:pt x="83673" y="3659"/>
                    </a:cubicBezTo>
                    <a:cubicBezTo>
                      <a:pt x="83673" y="3659"/>
                      <a:pt x="83535" y="3590"/>
                      <a:pt x="83535" y="3521"/>
                    </a:cubicBezTo>
                    <a:cubicBezTo>
                      <a:pt x="83535" y="3521"/>
                      <a:pt x="83535" y="3521"/>
                      <a:pt x="83535" y="3521"/>
                    </a:cubicBezTo>
                    <a:cubicBezTo>
                      <a:pt x="83466" y="3452"/>
                      <a:pt x="83328" y="3314"/>
                      <a:pt x="83259" y="3245"/>
                    </a:cubicBezTo>
                    <a:cubicBezTo>
                      <a:pt x="83121" y="3107"/>
                      <a:pt x="82914" y="2969"/>
                      <a:pt x="82707" y="2831"/>
                    </a:cubicBezTo>
                    <a:cubicBezTo>
                      <a:pt x="82569" y="2692"/>
                      <a:pt x="82362" y="2554"/>
                      <a:pt x="82224" y="2416"/>
                    </a:cubicBezTo>
                    <a:cubicBezTo>
                      <a:pt x="82085" y="2278"/>
                      <a:pt x="81878" y="2140"/>
                      <a:pt x="81740" y="2071"/>
                    </a:cubicBezTo>
                    <a:cubicBezTo>
                      <a:pt x="81602" y="1933"/>
                      <a:pt x="81395" y="1864"/>
                      <a:pt x="81257" y="1726"/>
                    </a:cubicBezTo>
                    <a:cubicBezTo>
                      <a:pt x="81119" y="1657"/>
                      <a:pt x="80912" y="1519"/>
                      <a:pt x="80774" y="1450"/>
                    </a:cubicBezTo>
                    <a:cubicBezTo>
                      <a:pt x="80774" y="1450"/>
                      <a:pt x="80705" y="1450"/>
                      <a:pt x="80636" y="1450"/>
                    </a:cubicBezTo>
                    <a:cubicBezTo>
                      <a:pt x="80498" y="1381"/>
                      <a:pt x="80429" y="1312"/>
                      <a:pt x="80291" y="1243"/>
                    </a:cubicBezTo>
                    <a:cubicBezTo>
                      <a:pt x="80152" y="1174"/>
                      <a:pt x="79945" y="1105"/>
                      <a:pt x="79807" y="967"/>
                    </a:cubicBezTo>
                    <a:cubicBezTo>
                      <a:pt x="79669" y="898"/>
                      <a:pt x="79531" y="828"/>
                      <a:pt x="79324" y="759"/>
                    </a:cubicBezTo>
                    <a:cubicBezTo>
                      <a:pt x="79186" y="759"/>
                      <a:pt x="79048" y="621"/>
                      <a:pt x="78841" y="552"/>
                    </a:cubicBezTo>
                    <a:cubicBezTo>
                      <a:pt x="78703" y="552"/>
                      <a:pt x="78565" y="414"/>
                      <a:pt x="78357" y="345"/>
                    </a:cubicBezTo>
                    <a:cubicBezTo>
                      <a:pt x="78219" y="345"/>
                      <a:pt x="78012" y="207"/>
                      <a:pt x="77874" y="207"/>
                    </a:cubicBezTo>
                    <a:cubicBezTo>
                      <a:pt x="77805" y="207"/>
                      <a:pt x="77736" y="207"/>
                      <a:pt x="77667" y="207"/>
                    </a:cubicBezTo>
                    <a:cubicBezTo>
                      <a:pt x="77667" y="207"/>
                      <a:pt x="77667" y="207"/>
                      <a:pt x="77667" y="207"/>
                    </a:cubicBezTo>
                    <a:cubicBezTo>
                      <a:pt x="77667" y="207"/>
                      <a:pt x="77529" y="207"/>
                      <a:pt x="77460" y="207"/>
                    </a:cubicBezTo>
                    <a:cubicBezTo>
                      <a:pt x="77322" y="207"/>
                      <a:pt x="77115" y="138"/>
                      <a:pt x="76977" y="69"/>
                    </a:cubicBezTo>
                    <a:cubicBezTo>
                      <a:pt x="76839" y="69"/>
                      <a:pt x="76632" y="69"/>
                      <a:pt x="76493" y="0"/>
                    </a:cubicBezTo>
                    <a:cubicBezTo>
                      <a:pt x="76286" y="0"/>
                      <a:pt x="76148" y="0"/>
                      <a:pt x="75941" y="0"/>
                    </a:cubicBezTo>
                    <a:cubicBezTo>
                      <a:pt x="75734" y="0"/>
                      <a:pt x="75596" y="0"/>
                      <a:pt x="75389" y="0"/>
                    </a:cubicBezTo>
                    <a:cubicBezTo>
                      <a:pt x="75182" y="0"/>
                      <a:pt x="75044" y="0"/>
                      <a:pt x="74836" y="0"/>
                    </a:cubicBezTo>
                    <a:lnTo>
                      <a:pt x="45289" y="2554"/>
                    </a:lnTo>
                    <a:cubicBezTo>
                      <a:pt x="45289" y="2554"/>
                      <a:pt x="45289" y="2554"/>
                      <a:pt x="45289" y="2554"/>
                    </a:cubicBezTo>
                    <a:cubicBezTo>
                      <a:pt x="45081" y="2554"/>
                      <a:pt x="44805" y="2554"/>
                      <a:pt x="44598" y="2623"/>
                    </a:cubicBezTo>
                    <a:cubicBezTo>
                      <a:pt x="44322" y="2623"/>
                      <a:pt x="44046" y="2761"/>
                      <a:pt x="43770" y="2831"/>
                    </a:cubicBezTo>
                    <a:cubicBezTo>
                      <a:pt x="43425" y="2969"/>
                      <a:pt x="43148" y="3107"/>
                      <a:pt x="42803" y="3245"/>
                    </a:cubicBezTo>
                    <a:lnTo>
                      <a:pt x="0" y="28098"/>
                    </a:lnTo>
                    <a:cubicBezTo>
                      <a:pt x="690" y="27684"/>
                      <a:pt x="1519" y="27408"/>
                      <a:pt x="2485" y="27339"/>
                    </a:cubicBezTo>
                    <a:lnTo>
                      <a:pt x="32033" y="24784"/>
                    </a:lnTo>
                    <a:cubicBezTo>
                      <a:pt x="32931" y="24715"/>
                      <a:pt x="33897" y="24784"/>
                      <a:pt x="34864" y="25061"/>
                    </a:cubicBezTo>
                    <a:cubicBezTo>
                      <a:pt x="34864" y="25061"/>
                      <a:pt x="34864" y="25061"/>
                      <a:pt x="34864" y="25061"/>
                    </a:cubicBezTo>
                    <a:cubicBezTo>
                      <a:pt x="35830" y="25337"/>
                      <a:pt x="36797" y="25751"/>
                      <a:pt x="37763" y="26303"/>
                    </a:cubicBezTo>
                    <a:cubicBezTo>
                      <a:pt x="38730" y="26856"/>
                      <a:pt x="39766" y="27615"/>
                      <a:pt x="40663" y="28443"/>
                    </a:cubicBezTo>
                    <a:cubicBezTo>
                      <a:pt x="40663" y="28443"/>
                      <a:pt x="40663" y="28443"/>
                      <a:pt x="40663" y="28443"/>
                    </a:cubicBezTo>
                    <a:cubicBezTo>
                      <a:pt x="41630" y="29272"/>
                      <a:pt x="42527" y="30238"/>
                      <a:pt x="43355" y="31274"/>
                    </a:cubicBezTo>
                    <a:cubicBezTo>
                      <a:pt x="43355" y="31274"/>
                      <a:pt x="43355" y="31274"/>
                      <a:pt x="43355" y="31274"/>
                    </a:cubicBezTo>
                    <a:cubicBezTo>
                      <a:pt x="44184" y="32309"/>
                      <a:pt x="45012" y="33483"/>
                      <a:pt x="45703" y="34726"/>
                    </a:cubicBezTo>
                    <a:cubicBezTo>
                      <a:pt x="45703" y="34726"/>
                      <a:pt x="45703" y="34726"/>
                      <a:pt x="45703" y="34726"/>
                    </a:cubicBezTo>
                    <a:cubicBezTo>
                      <a:pt x="46393" y="35968"/>
                      <a:pt x="47084" y="37280"/>
                      <a:pt x="47567" y="38661"/>
                    </a:cubicBezTo>
                    <a:cubicBezTo>
                      <a:pt x="47912" y="39489"/>
                      <a:pt x="48188" y="40318"/>
                      <a:pt x="48395" y="41146"/>
                    </a:cubicBezTo>
                    <a:cubicBezTo>
                      <a:pt x="48395" y="41146"/>
                      <a:pt x="48395" y="41146"/>
                      <a:pt x="48395" y="41146"/>
                    </a:cubicBezTo>
                    <a:cubicBezTo>
                      <a:pt x="48602" y="41975"/>
                      <a:pt x="48740" y="42734"/>
                      <a:pt x="48878" y="43494"/>
                    </a:cubicBezTo>
                    <a:cubicBezTo>
                      <a:pt x="48878" y="43494"/>
                      <a:pt x="48878" y="43494"/>
                      <a:pt x="48878" y="43494"/>
                    </a:cubicBezTo>
                    <a:cubicBezTo>
                      <a:pt x="49017" y="44253"/>
                      <a:pt x="49085" y="45012"/>
                      <a:pt x="49085" y="45703"/>
                    </a:cubicBezTo>
                    <a:cubicBezTo>
                      <a:pt x="49085" y="45703"/>
                      <a:pt x="49085" y="45703"/>
                      <a:pt x="49085" y="45703"/>
                    </a:cubicBezTo>
                    <a:cubicBezTo>
                      <a:pt x="49085" y="46393"/>
                      <a:pt x="49085" y="47083"/>
                      <a:pt x="49017" y="47705"/>
                    </a:cubicBezTo>
                    <a:cubicBezTo>
                      <a:pt x="49017" y="47705"/>
                      <a:pt x="49017" y="47705"/>
                      <a:pt x="49017" y="47705"/>
                    </a:cubicBezTo>
                    <a:cubicBezTo>
                      <a:pt x="48947" y="48326"/>
                      <a:pt x="48809" y="48947"/>
                      <a:pt x="48602" y="49500"/>
                    </a:cubicBezTo>
                    <a:cubicBezTo>
                      <a:pt x="48602" y="49500"/>
                      <a:pt x="48602" y="49500"/>
                      <a:pt x="48602" y="49569"/>
                    </a:cubicBezTo>
                    <a:cubicBezTo>
                      <a:pt x="48464" y="50052"/>
                      <a:pt x="48257" y="50535"/>
                      <a:pt x="47981" y="51019"/>
                    </a:cubicBezTo>
                    <a:cubicBezTo>
                      <a:pt x="47981" y="51019"/>
                      <a:pt x="47912" y="51157"/>
                      <a:pt x="47843" y="51226"/>
                    </a:cubicBezTo>
                    <a:cubicBezTo>
                      <a:pt x="47774" y="51364"/>
                      <a:pt x="47636" y="51502"/>
                      <a:pt x="47567" y="51640"/>
                    </a:cubicBezTo>
                    <a:cubicBezTo>
                      <a:pt x="47084" y="52399"/>
                      <a:pt x="46462" y="53021"/>
                      <a:pt x="45772" y="53435"/>
                    </a:cubicBezTo>
                    <a:lnTo>
                      <a:pt x="45772" y="53435"/>
                    </a:lnTo>
                    <a:cubicBezTo>
                      <a:pt x="45772" y="53435"/>
                      <a:pt x="45772" y="53435"/>
                      <a:pt x="45772" y="53435"/>
                    </a:cubicBezTo>
                    <a:lnTo>
                      <a:pt x="88575" y="28581"/>
                    </a:lnTo>
                    <a:cubicBezTo>
                      <a:pt x="89334" y="28167"/>
                      <a:pt x="89887" y="27546"/>
                      <a:pt x="90370" y="26787"/>
                    </a:cubicBezTo>
                    <a:cubicBezTo>
                      <a:pt x="90370" y="26787"/>
                      <a:pt x="90508" y="26717"/>
                      <a:pt x="90508" y="26648"/>
                    </a:cubicBezTo>
                    <a:cubicBezTo>
                      <a:pt x="90508" y="26579"/>
                      <a:pt x="90577" y="26510"/>
                      <a:pt x="90646" y="26441"/>
                    </a:cubicBezTo>
                    <a:cubicBezTo>
                      <a:pt x="90646" y="26441"/>
                      <a:pt x="90715" y="26303"/>
                      <a:pt x="90784" y="26234"/>
                    </a:cubicBezTo>
                    <a:cubicBezTo>
                      <a:pt x="90784" y="26096"/>
                      <a:pt x="90922" y="26027"/>
                      <a:pt x="90991" y="25889"/>
                    </a:cubicBezTo>
                    <a:cubicBezTo>
                      <a:pt x="91060" y="25682"/>
                      <a:pt x="91198" y="25475"/>
                      <a:pt x="91267" y="25199"/>
                    </a:cubicBezTo>
                    <a:cubicBezTo>
                      <a:pt x="91267" y="25061"/>
                      <a:pt x="91337" y="24922"/>
                      <a:pt x="91405" y="24784"/>
                    </a:cubicBezTo>
                    <a:cubicBezTo>
                      <a:pt x="91405" y="24784"/>
                      <a:pt x="91405" y="24784"/>
                      <a:pt x="91405" y="24715"/>
                    </a:cubicBezTo>
                    <a:cubicBezTo>
                      <a:pt x="91405" y="24715"/>
                      <a:pt x="91405" y="24646"/>
                      <a:pt x="91405" y="24577"/>
                    </a:cubicBezTo>
                    <a:cubicBezTo>
                      <a:pt x="91405" y="24370"/>
                      <a:pt x="91544" y="24163"/>
                      <a:pt x="91544" y="23956"/>
                    </a:cubicBezTo>
                    <a:cubicBezTo>
                      <a:pt x="91544" y="23749"/>
                      <a:pt x="91613" y="23542"/>
                      <a:pt x="91682" y="23404"/>
                    </a:cubicBezTo>
                    <a:cubicBezTo>
                      <a:pt x="91682" y="23266"/>
                      <a:pt x="91682" y="23058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920"/>
                      <a:pt x="91751" y="22920"/>
                      <a:pt x="91751" y="22920"/>
                    </a:cubicBezTo>
                    <a:cubicBezTo>
                      <a:pt x="91751" y="22713"/>
                      <a:pt x="91751" y="22575"/>
                      <a:pt x="91751" y="22368"/>
                    </a:cubicBezTo>
                    <a:cubicBezTo>
                      <a:pt x="91751" y="22161"/>
                      <a:pt x="91751" y="22023"/>
                      <a:pt x="91751" y="21816"/>
                    </a:cubicBezTo>
                    <a:cubicBezTo>
                      <a:pt x="91751" y="21609"/>
                      <a:pt x="91751" y="21471"/>
                      <a:pt x="91751" y="21264"/>
                    </a:cubicBezTo>
                    <a:cubicBezTo>
                      <a:pt x="91751" y="21125"/>
                      <a:pt x="91751" y="20987"/>
                      <a:pt x="91751" y="2091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83"/>
              <p:cNvSpPr/>
              <p:nvPr/>
            </p:nvSpPr>
            <p:spPr>
              <a:xfrm>
                <a:off x="2351343" y="2838522"/>
                <a:ext cx="63100" cy="77598"/>
              </a:xfrm>
              <a:custGeom>
                <a:rect b="b" l="l" r="r" t="t"/>
                <a:pathLst>
                  <a:path extrusionOk="0" h="77598" w="63100">
                    <a:moveTo>
                      <a:pt x="62686" y="20711"/>
                    </a:moveTo>
                    <a:cubicBezTo>
                      <a:pt x="62686" y="20711"/>
                      <a:pt x="62686" y="20435"/>
                      <a:pt x="62686" y="20297"/>
                    </a:cubicBezTo>
                    <a:cubicBezTo>
                      <a:pt x="62686" y="20297"/>
                      <a:pt x="62686" y="20297"/>
                      <a:pt x="62686" y="20297"/>
                    </a:cubicBezTo>
                    <a:cubicBezTo>
                      <a:pt x="62686" y="20297"/>
                      <a:pt x="62686" y="20297"/>
                      <a:pt x="62686" y="20228"/>
                    </a:cubicBezTo>
                    <a:cubicBezTo>
                      <a:pt x="62686" y="20021"/>
                      <a:pt x="62686" y="19883"/>
                      <a:pt x="62686" y="19676"/>
                    </a:cubicBezTo>
                    <a:cubicBezTo>
                      <a:pt x="62686" y="19468"/>
                      <a:pt x="62686" y="19330"/>
                      <a:pt x="62686" y="19123"/>
                    </a:cubicBezTo>
                    <a:cubicBezTo>
                      <a:pt x="62686" y="18916"/>
                      <a:pt x="62686" y="18709"/>
                      <a:pt x="62617" y="18571"/>
                    </a:cubicBezTo>
                    <a:cubicBezTo>
                      <a:pt x="62617" y="18364"/>
                      <a:pt x="62617" y="18157"/>
                      <a:pt x="62548" y="17950"/>
                    </a:cubicBezTo>
                    <a:cubicBezTo>
                      <a:pt x="62548" y="17881"/>
                      <a:pt x="62548" y="17743"/>
                      <a:pt x="62548" y="17674"/>
                    </a:cubicBezTo>
                    <a:cubicBezTo>
                      <a:pt x="62548" y="17674"/>
                      <a:pt x="62548" y="17674"/>
                      <a:pt x="62548" y="17674"/>
                    </a:cubicBezTo>
                    <a:cubicBezTo>
                      <a:pt x="62548" y="17605"/>
                      <a:pt x="62548" y="17535"/>
                      <a:pt x="62548" y="17397"/>
                    </a:cubicBezTo>
                    <a:cubicBezTo>
                      <a:pt x="62548" y="17190"/>
                      <a:pt x="62479" y="16983"/>
                      <a:pt x="62410" y="16776"/>
                    </a:cubicBezTo>
                    <a:cubicBezTo>
                      <a:pt x="62410" y="16569"/>
                      <a:pt x="62272" y="16362"/>
                      <a:pt x="62272" y="16155"/>
                    </a:cubicBezTo>
                    <a:cubicBezTo>
                      <a:pt x="62272" y="15948"/>
                      <a:pt x="62134" y="15741"/>
                      <a:pt x="62065" y="15533"/>
                    </a:cubicBezTo>
                    <a:cubicBezTo>
                      <a:pt x="62065" y="15326"/>
                      <a:pt x="61927" y="15119"/>
                      <a:pt x="61857" y="14912"/>
                    </a:cubicBezTo>
                    <a:cubicBezTo>
                      <a:pt x="61857" y="14912"/>
                      <a:pt x="61857" y="14912"/>
                      <a:pt x="61857" y="14843"/>
                    </a:cubicBezTo>
                    <a:cubicBezTo>
                      <a:pt x="61857" y="14843"/>
                      <a:pt x="61857" y="14843"/>
                      <a:pt x="61857" y="14843"/>
                    </a:cubicBezTo>
                    <a:cubicBezTo>
                      <a:pt x="61857" y="14705"/>
                      <a:pt x="61719" y="14567"/>
                      <a:pt x="61719" y="14360"/>
                    </a:cubicBezTo>
                    <a:cubicBezTo>
                      <a:pt x="61719" y="14153"/>
                      <a:pt x="61581" y="14015"/>
                      <a:pt x="61512" y="13807"/>
                    </a:cubicBezTo>
                    <a:cubicBezTo>
                      <a:pt x="61443" y="13600"/>
                      <a:pt x="61374" y="13462"/>
                      <a:pt x="61305" y="13255"/>
                    </a:cubicBezTo>
                    <a:cubicBezTo>
                      <a:pt x="61236" y="13048"/>
                      <a:pt x="61167" y="12910"/>
                      <a:pt x="61098" y="12703"/>
                    </a:cubicBezTo>
                    <a:cubicBezTo>
                      <a:pt x="61029" y="12496"/>
                      <a:pt x="60960" y="12358"/>
                      <a:pt x="60822" y="12151"/>
                    </a:cubicBezTo>
                    <a:cubicBezTo>
                      <a:pt x="60822" y="12151"/>
                      <a:pt x="60822" y="12082"/>
                      <a:pt x="60822" y="12013"/>
                    </a:cubicBezTo>
                    <a:cubicBezTo>
                      <a:pt x="60822" y="12013"/>
                      <a:pt x="60822" y="12013"/>
                      <a:pt x="60822" y="12013"/>
                    </a:cubicBezTo>
                    <a:cubicBezTo>
                      <a:pt x="60822" y="11874"/>
                      <a:pt x="60684" y="11736"/>
                      <a:pt x="60615" y="11598"/>
                    </a:cubicBezTo>
                    <a:cubicBezTo>
                      <a:pt x="60477" y="11391"/>
                      <a:pt x="60408" y="11184"/>
                      <a:pt x="60270" y="10977"/>
                    </a:cubicBezTo>
                    <a:cubicBezTo>
                      <a:pt x="60063" y="10632"/>
                      <a:pt x="59924" y="10287"/>
                      <a:pt x="59717" y="9941"/>
                    </a:cubicBezTo>
                    <a:cubicBezTo>
                      <a:pt x="59648" y="9803"/>
                      <a:pt x="59510" y="9596"/>
                      <a:pt x="59372" y="9458"/>
                    </a:cubicBezTo>
                    <a:cubicBezTo>
                      <a:pt x="59303" y="9320"/>
                      <a:pt x="59234" y="9182"/>
                      <a:pt x="59165" y="9044"/>
                    </a:cubicBezTo>
                    <a:cubicBezTo>
                      <a:pt x="59027" y="8837"/>
                      <a:pt x="58958" y="8699"/>
                      <a:pt x="58820" y="8492"/>
                    </a:cubicBezTo>
                    <a:cubicBezTo>
                      <a:pt x="58613" y="8146"/>
                      <a:pt x="58337" y="7801"/>
                      <a:pt x="58130" y="7456"/>
                    </a:cubicBezTo>
                    <a:cubicBezTo>
                      <a:pt x="57991" y="7249"/>
                      <a:pt x="57784" y="7042"/>
                      <a:pt x="57646" y="6835"/>
                    </a:cubicBezTo>
                    <a:cubicBezTo>
                      <a:pt x="57577" y="6766"/>
                      <a:pt x="57508" y="6628"/>
                      <a:pt x="57439" y="6559"/>
                    </a:cubicBezTo>
                    <a:cubicBezTo>
                      <a:pt x="57301" y="6420"/>
                      <a:pt x="57232" y="6282"/>
                      <a:pt x="57094" y="6144"/>
                    </a:cubicBezTo>
                    <a:cubicBezTo>
                      <a:pt x="56956" y="5937"/>
                      <a:pt x="56818" y="5799"/>
                      <a:pt x="56680" y="5661"/>
                    </a:cubicBezTo>
                    <a:cubicBezTo>
                      <a:pt x="56542" y="5523"/>
                      <a:pt x="56404" y="5316"/>
                      <a:pt x="56197" y="5178"/>
                    </a:cubicBezTo>
                    <a:cubicBezTo>
                      <a:pt x="56058" y="5040"/>
                      <a:pt x="55920" y="4833"/>
                      <a:pt x="55713" y="4694"/>
                    </a:cubicBezTo>
                    <a:cubicBezTo>
                      <a:pt x="55575" y="4556"/>
                      <a:pt x="55368" y="4349"/>
                      <a:pt x="55230" y="4211"/>
                    </a:cubicBezTo>
                    <a:cubicBezTo>
                      <a:pt x="55092" y="4073"/>
                      <a:pt x="54885" y="3866"/>
                      <a:pt x="54747" y="3728"/>
                    </a:cubicBezTo>
                    <a:cubicBezTo>
                      <a:pt x="54747" y="3728"/>
                      <a:pt x="54678" y="3659"/>
                      <a:pt x="54609" y="3590"/>
                    </a:cubicBezTo>
                    <a:cubicBezTo>
                      <a:pt x="54609" y="3590"/>
                      <a:pt x="54609" y="3590"/>
                      <a:pt x="54609" y="3590"/>
                    </a:cubicBezTo>
                    <a:cubicBezTo>
                      <a:pt x="54471" y="3452"/>
                      <a:pt x="54401" y="3383"/>
                      <a:pt x="54263" y="3314"/>
                    </a:cubicBezTo>
                    <a:cubicBezTo>
                      <a:pt x="54125" y="3176"/>
                      <a:pt x="53918" y="3038"/>
                      <a:pt x="53780" y="2900"/>
                    </a:cubicBezTo>
                    <a:cubicBezTo>
                      <a:pt x="53642" y="2761"/>
                      <a:pt x="53435" y="2623"/>
                      <a:pt x="53297" y="2485"/>
                    </a:cubicBezTo>
                    <a:cubicBezTo>
                      <a:pt x="53159" y="2347"/>
                      <a:pt x="52952" y="2278"/>
                      <a:pt x="52814" y="2140"/>
                    </a:cubicBezTo>
                    <a:cubicBezTo>
                      <a:pt x="52676" y="2002"/>
                      <a:pt x="52468" y="1933"/>
                      <a:pt x="52330" y="1795"/>
                    </a:cubicBezTo>
                    <a:cubicBezTo>
                      <a:pt x="52192" y="1726"/>
                      <a:pt x="51985" y="1588"/>
                      <a:pt x="51847" y="1519"/>
                    </a:cubicBezTo>
                    <a:cubicBezTo>
                      <a:pt x="51847" y="1519"/>
                      <a:pt x="51778" y="1519"/>
                      <a:pt x="51709" y="1519"/>
                    </a:cubicBezTo>
                    <a:cubicBezTo>
                      <a:pt x="51571" y="1450"/>
                      <a:pt x="51502" y="1381"/>
                      <a:pt x="51364" y="1312"/>
                    </a:cubicBezTo>
                    <a:cubicBezTo>
                      <a:pt x="51226" y="1243"/>
                      <a:pt x="51088" y="1174"/>
                      <a:pt x="50881" y="1105"/>
                    </a:cubicBezTo>
                    <a:cubicBezTo>
                      <a:pt x="50743" y="1036"/>
                      <a:pt x="50605" y="967"/>
                      <a:pt x="50397" y="898"/>
                    </a:cubicBezTo>
                    <a:cubicBezTo>
                      <a:pt x="50259" y="898"/>
                      <a:pt x="50121" y="759"/>
                      <a:pt x="49914" y="690"/>
                    </a:cubicBezTo>
                    <a:cubicBezTo>
                      <a:pt x="49776" y="690"/>
                      <a:pt x="49638" y="552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431" y="483"/>
                      <a:pt x="49431" y="483"/>
                      <a:pt x="49431" y="483"/>
                    </a:cubicBezTo>
                    <a:cubicBezTo>
                      <a:pt x="49293" y="483"/>
                      <a:pt x="49155" y="414"/>
                      <a:pt x="49017" y="345"/>
                    </a:cubicBezTo>
                    <a:cubicBezTo>
                      <a:pt x="48879" y="345"/>
                      <a:pt x="48671" y="276"/>
                      <a:pt x="48533" y="207"/>
                    </a:cubicBezTo>
                    <a:cubicBezTo>
                      <a:pt x="48395" y="207"/>
                      <a:pt x="48188" y="138"/>
                      <a:pt x="48050" y="69"/>
                    </a:cubicBezTo>
                    <a:cubicBezTo>
                      <a:pt x="47912" y="69"/>
                      <a:pt x="47705" y="69"/>
                      <a:pt x="47567" y="0"/>
                    </a:cubicBezTo>
                    <a:cubicBezTo>
                      <a:pt x="47498" y="0"/>
                      <a:pt x="47429" y="0"/>
                      <a:pt x="47360" y="0"/>
                    </a:cubicBezTo>
                    <a:cubicBezTo>
                      <a:pt x="47360" y="0"/>
                      <a:pt x="47360" y="0"/>
                      <a:pt x="47360" y="0"/>
                    </a:cubicBezTo>
                    <a:cubicBezTo>
                      <a:pt x="47291" y="0"/>
                      <a:pt x="47222" y="0"/>
                      <a:pt x="47153" y="0"/>
                    </a:cubicBezTo>
                    <a:cubicBezTo>
                      <a:pt x="46946" y="0"/>
                      <a:pt x="46807" y="0"/>
                      <a:pt x="46600" y="0"/>
                    </a:cubicBezTo>
                    <a:cubicBezTo>
                      <a:pt x="46393" y="0"/>
                      <a:pt x="46186" y="0"/>
                      <a:pt x="45979" y="0"/>
                    </a:cubicBezTo>
                    <a:cubicBezTo>
                      <a:pt x="45772" y="0"/>
                      <a:pt x="45565" y="0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358" y="69"/>
                      <a:pt x="45358" y="69"/>
                      <a:pt x="45358" y="69"/>
                    </a:cubicBezTo>
                    <a:cubicBezTo>
                      <a:pt x="45081" y="69"/>
                      <a:pt x="44805" y="207"/>
                      <a:pt x="44598" y="276"/>
                    </a:cubicBezTo>
                    <a:cubicBezTo>
                      <a:pt x="44253" y="414"/>
                      <a:pt x="43977" y="552"/>
                      <a:pt x="43632" y="690"/>
                    </a:cubicBezTo>
                    <a:lnTo>
                      <a:pt x="828" y="25544"/>
                    </a:lnTo>
                    <a:cubicBezTo>
                      <a:pt x="1381" y="25199"/>
                      <a:pt x="1933" y="24991"/>
                      <a:pt x="2623" y="24922"/>
                    </a:cubicBezTo>
                    <a:cubicBezTo>
                      <a:pt x="2623" y="24922"/>
                      <a:pt x="2623" y="24922"/>
                      <a:pt x="2623" y="24922"/>
                    </a:cubicBezTo>
                    <a:cubicBezTo>
                      <a:pt x="3245" y="24784"/>
                      <a:pt x="3866" y="24784"/>
                      <a:pt x="4556" y="24853"/>
                    </a:cubicBezTo>
                    <a:cubicBezTo>
                      <a:pt x="4556" y="24853"/>
                      <a:pt x="4556" y="24853"/>
                      <a:pt x="4556" y="24853"/>
                    </a:cubicBezTo>
                    <a:cubicBezTo>
                      <a:pt x="5247" y="24922"/>
                      <a:pt x="5937" y="25061"/>
                      <a:pt x="6697" y="25337"/>
                    </a:cubicBezTo>
                    <a:cubicBezTo>
                      <a:pt x="6697" y="25337"/>
                      <a:pt x="6697" y="25337"/>
                      <a:pt x="6697" y="25337"/>
                    </a:cubicBezTo>
                    <a:cubicBezTo>
                      <a:pt x="7456" y="25613"/>
                      <a:pt x="8146" y="25958"/>
                      <a:pt x="8906" y="26372"/>
                    </a:cubicBezTo>
                    <a:cubicBezTo>
                      <a:pt x="9872" y="26925"/>
                      <a:pt x="10839" y="27615"/>
                      <a:pt x="11805" y="28512"/>
                    </a:cubicBezTo>
                    <a:cubicBezTo>
                      <a:pt x="11805" y="28512"/>
                      <a:pt x="11805" y="28512"/>
                      <a:pt x="11805" y="28512"/>
                    </a:cubicBezTo>
                    <a:cubicBezTo>
                      <a:pt x="12772" y="29341"/>
                      <a:pt x="13738" y="30376"/>
                      <a:pt x="14636" y="31481"/>
                    </a:cubicBezTo>
                    <a:cubicBezTo>
                      <a:pt x="15257" y="32309"/>
                      <a:pt x="15879" y="33138"/>
                      <a:pt x="16431" y="33966"/>
                    </a:cubicBezTo>
                    <a:cubicBezTo>
                      <a:pt x="16500" y="34104"/>
                      <a:pt x="16569" y="34242"/>
                      <a:pt x="16638" y="34381"/>
                    </a:cubicBezTo>
                    <a:cubicBezTo>
                      <a:pt x="17190" y="35209"/>
                      <a:pt x="17605" y="36107"/>
                      <a:pt x="18088" y="36935"/>
                    </a:cubicBezTo>
                    <a:cubicBezTo>
                      <a:pt x="18088" y="36935"/>
                      <a:pt x="18088" y="36935"/>
                      <a:pt x="18088" y="36935"/>
                    </a:cubicBezTo>
                    <a:cubicBezTo>
                      <a:pt x="18502" y="37902"/>
                      <a:pt x="18916" y="38799"/>
                      <a:pt x="19261" y="39765"/>
                    </a:cubicBezTo>
                    <a:cubicBezTo>
                      <a:pt x="19261" y="39765"/>
                      <a:pt x="19261" y="39765"/>
                      <a:pt x="19261" y="39765"/>
                    </a:cubicBezTo>
                    <a:cubicBezTo>
                      <a:pt x="19607" y="40732"/>
                      <a:pt x="19814" y="41630"/>
                      <a:pt x="20021" y="42527"/>
                    </a:cubicBezTo>
                    <a:lnTo>
                      <a:pt x="20021" y="42527"/>
                    </a:lnTo>
                    <a:cubicBezTo>
                      <a:pt x="20228" y="43494"/>
                      <a:pt x="20297" y="44391"/>
                      <a:pt x="20366" y="45288"/>
                    </a:cubicBezTo>
                    <a:cubicBezTo>
                      <a:pt x="20366" y="45288"/>
                      <a:pt x="20366" y="45288"/>
                      <a:pt x="20366" y="45288"/>
                    </a:cubicBezTo>
                    <a:cubicBezTo>
                      <a:pt x="20366" y="46186"/>
                      <a:pt x="20366" y="47014"/>
                      <a:pt x="20366" y="47774"/>
                    </a:cubicBezTo>
                    <a:cubicBezTo>
                      <a:pt x="20366" y="47774"/>
                      <a:pt x="20366" y="47774"/>
                      <a:pt x="20366" y="47774"/>
                    </a:cubicBezTo>
                    <a:cubicBezTo>
                      <a:pt x="20297" y="48533"/>
                      <a:pt x="20090" y="49293"/>
                      <a:pt x="19883" y="49983"/>
                    </a:cubicBezTo>
                    <a:cubicBezTo>
                      <a:pt x="19883" y="49983"/>
                      <a:pt x="19883" y="49983"/>
                      <a:pt x="19883" y="49983"/>
                    </a:cubicBezTo>
                    <a:cubicBezTo>
                      <a:pt x="19607" y="50673"/>
                      <a:pt x="19331" y="51295"/>
                      <a:pt x="18916" y="51847"/>
                    </a:cubicBezTo>
                    <a:lnTo>
                      <a:pt x="1795" y="75941"/>
                    </a:lnTo>
                    <a:cubicBezTo>
                      <a:pt x="1312" y="76701"/>
                      <a:pt x="690" y="77253"/>
                      <a:pt x="0" y="77598"/>
                    </a:cubicBezTo>
                    <a:lnTo>
                      <a:pt x="42803" y="52745"/>
                    </a:lnTo>
                    <a:cubicBezTo>
                      <a:pt x="43494" y="52330"/>
                      <a:pt x="44115" y="51778"/>
                      <a:pt x="44598" y="51088"/>
                    </a:cubicBezTo>
                    <a:lnTo>
                      <a:pt x="61719" y="26994"/>
                    </a:lnTo>
                    <a:cubicBezTo>
                      <a:pt x="61719" y="26994"/>
                      <a:pt x="61857" y="26787"/>
                      <a:pt x="61927" y="26648"/>
                    </a:cubicBezTo>
                    <a:cubicBezTo>
                      <a:pt x="62065" y="26372"/>
                      <a:pt x="62203" y="26165"/>
                      <a:pt x="62341" y="25889"/>
                    </a:cubicBezTo>
                    <a:cubicBezTo>
                      <a:pt x="62479" y="25682"/>
                      <a:pt x="62548" y="25475"/>
                      <a:pt x="62617" y="25199"/>
                    </a:cubicBezTo>
                    <a:cubicBezTo>
                      <a:pt x="62617" y="25199"/>
                      <a:pt x="62617" y="25199"/>
                      <a:pt x="62617" y="25130"/>
                    </a:cubicBezTo>
                    <a:cubicBezTo>
                      <a:pt x="62617" y="25130"/>
                      <a:pt x="62617" y="25130"/>
                      <a:pt x="62617" y="25130"/>
                    </a:cubicBezTo>
                    <a:cubicBezTo>
                      <a:pt x="62617" y="24991"/>
                      <a:pt x="62755" y="24853"/>
                      <a:pt x="62755" y="24646"/>
                    </a:cubicBezTo>
                    <a:cubicBezTo>
                      <a:pt x="62755" y="24439"/>
                      <a:pt x="62893" y="24301"/>
                      <a:pt x="62893" y="24094"/>
                    </a:cubicBezTo>
                    <a:cubicBezTo>
                      <a:pt x="62893" y="23887"/>
                      <a:pt x="62962" y="23749"/>
                      <a:pt x="63031" y="23542"/>
                    </a:cubicBezTo>
                    <a:cubicBezTo>
                      <a:pt x="63031" y="23335"/>
                      <a:pt x="63031" y="23197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989"/>
                      <a:pt x="63100" y="22989"/>
                      <a:pt x="63100" y="22989"/>
                    </a:cubicBezTo>
                    <a:cubicBezTo>
                      <a:pt x="63100" y="22851"/>
                      <a:pt x="63100" y="22713"/>
                      <a:pt x="63100" y="22506"/>
                    </a:cubicBezTo>
                    <a:cubicBezTo>
                      <a:pt x="63100" y="22299"/>
                      <a:pt x="63100" y="22161"/>
                      <a:pt x="63100" y="21954"/>
                    </a:cubicBezTo>
                    <a:cubicBezTo>
                      <a:pt x="63100" y="21747"/>
                      <a:pt x="63100" y="21609"/>
                      <a:pt x="63100" y="21402"/>
                    </a:cubicBezTo>
                    <a:cubicBezTo>
                      <a:pt x="63100" y="21194"/>
                      <a:pt x="63100" y="21056"/>
                      <a:pt x="63100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83"/>
              <p:cNvSpPr/>
              <p:nvPr/>
            </p:nvSpPr>
            <p:spPr>
              <a:xfrm>
                <a:off x="2248133" y="2746081"/>
                <a:ext cx="61995" cy="92786"/>
              </a:xfrm>
              <a:custGeom>
                <a:rect b="b" l="l" r="r" t="t"/>
                <a:pathLst>
                  <a:path extrusionOk="0" h="92786" w="61995">
                    <a:moveTo>
                      <a:pt x="61788" y="20849"/>
                    </a:moveTo>
                    <a:cubicBezTo>
                      <a:pt x="61788" y="20849"/>
                      <a:pt x="61788" y="20504"/>
                      <a:pt x="61788" y="20297"/>
                    </a:cubicBezTo>
                    <a:cubicBezTo>
                      <a:pt x="61788" y="20090"/>
                      <a:pt x="61788" y="19952"/>
                      <a:pt x="61788" y="19745"/>
                    </a:cubicBezTo>
                    <a:cubicBezTo>
                      <a:pt x="61788" y="19538"/>
                      <a:pt x="61788" y="19399"/>
                      <a:pt x="61788" y="19192"/>
                    </a:cubicBezTo>
                    <a:cubicBezTo>
                      <a:pt x="61788" y="18985"/>
                      <a:pt x="61788" y="18778"/>
                      <a:pt x="61719" y="18640"/>
                    </a:cubicBezTo>
                    <a:cubicBezTo>
                      <a:pt x="61719" y="18640"/>
                      <a:pt x="61719" y="18640"/>
                      <a:pt x="61719" y="18640"/>
                    </a:cubicBezTo>
                    <a:lnTo>
                      <a:pt x="61719" y="18640"/>
                    </a:lnTo>
                    <a:cubicBezTo>
                      <a:pt x="61719" y="18640"/>
                      <a:pt x="61719" y="18226"/>
                      <a:pt x="61650" y="18088"/>
                    </a:cubicBezTo>
                    <a:cubicBezTo>
                      <a:pt x="61650" y="17881"/>
                      <a:pt x="61581" y="17674"/>
                      <a:pt x="61512" y="17466"/>
                    </a:cubicBezTo>
                    <a:cubicBezTo>
                      <a:pt x="61443" y="17259"/>
                      <a:pt x="61443" y="17052"/>
                      <a:pt x="61374" y="16845"/>
                    </a:cubicBezTo>
                    <a:cubicBezTo>
                      <a:pt x="61374" y="16638"/>
                      <a:pt x="61236" y="16431"/>
                      <a:pt x="61236" y="16224"/>
                    </a:cubicBezTo>
                    <a:cubicBezTo>
                      <a:pt x="61236" y="16086"/>
                      <a:pt x="61167" y="15948"/>
                      <a:pt x="61098" y="15741"/>
                    </a:cubicBezTo>
                    <a:cubicBezTo>
                      <a:pt x="61098" y="15741"/>
                      <a:pt x="61098" y="15741"/>
                      <a:pt x="61098" y="15741"/>
                    </a:cubicBezTo>
                    <a:cubicBezTo>
                      <a:pt x="61098" y="15741"/>
                      <a:pt x="61098" y="15672"/>
                      <a:pt x="61098" y="15602"/>
                    </a:cubicBezTo>
                    <a:cubicBezTo>
                      <a:pt x="61098" y="15395"/>
                      <a:pt x="60960" y="15188"/>
                      <a:pt x="60891" y="14981"/>
                    </a:cubicBezTo>
                    <a:cubicBezTo>
                      <a:pt x="60891" y="14774"/>
                      <a:pt x="60753" y="14567"/>
                      <a:pt x="60684" y="14360"/>
                    </a:cubicBezTo>
                    <a:cubicBezTo>
                      <a:pt x="60684" y="14153"/>
                      <a:pt x="60546" y="14015"/>
                      <a:pt x="60477" y="13807"/>
                    </a:cubicBezTo>
                    <a:cubicBezTo>
                      <a:pt x="60408" y="13600"/>
                      <a:pt x="60339" y="13462"/>
                      <a:pt x="60269" y="13255"/>
                    </a:cubicBezTo>
                    <a:cubicBezTo>
                      <a:pt x="60269" y="13117"/>
                      <a:pt x="60131" y="12979"/>
                      <a:pt x="60131" y="12841"/>
                    </a:cubicBezTo>
                    <a:cubicBezTo>
                      <a:pt x="60131" y="12841"/>
                      <a:pt x="60131" y="12841"/>
                      <a:pt x="60131" y="12841"/>
                    </a:cubicBezTo>
                    <a:cubicBezTo>
                      <a:pt x="60131" y="12841"/>
                      <a:pt x="60131" y="12772"/>
                      <a:pt x="60131" y="12703"/>
                    </a:cubicBezTo>
                    <a:cubicBezTo>
                      <a:pt x="60062" y="12496"/>
                      <a:pt x="59993" y="12358"/>
                      <a:pt x="59855" y="12151"/>
                    </a:cubicBezTo>
                    <a:cubicBezTo>
                      <a:pt x="59786" y="11943"/>
                      <a:pt x="59648" y="11736"/>
                      <a:pt x="59579" y="11529"/>
                    </a:cubicBezTo>
                    <a:cubicBezTo>
                      <a:pt x="59441" y="11322"/>
                      <a:pt x="59372" y="11046"/>
                      <a:pt x="59234" y="10839"/>
                    </a:cubicBezTo>
                    <a:cubicBezTo>
                      <a:pt x="59096" y="10632"/>
                      <a:pt x="58958" y="10356"/>
                      <a:pt x="58820" y="10149"/>
                    </a:cubicBezTo>
                    <a:cubicBezTo>
                      <a:pt x="58820" y="10149"/>
                      <a:pt x="58820" y="10010"/>
                      <a:pt x="58751" y="10010"/>
                    </a:cubicBezTo>
                    <a:cubicBezTo>
                      <a:pt x="58751" y="10010"/>
                      <a:pt x="58682" y="9872"/>
                      <a:pt x="58613" y="9803"/>
                    </a:cubicBezTo>
                    <a:cubicBezTo>
                      <a:pt x="58336" y="9320"/>
                      <a:pt x="58060" y="8906"/>
                      <a:pt x="57784" y="8423"/>
                    </a:cubicBezTo>
                    <a:cubicBezTo>
                      <a:pt x="57577" y="8077"/>
                      <a:pt x="57301" y="7801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7094" y="7456"/>
                      <a:pt x="57094" y="7456"/>
                      <a:pt x="57094" y="7456"/>
                    </a:cubicBezTo>
                    <a:cubicBezTo>
                      <a:pt x="56956" y="7249"/>
                      <a:pt x="56749" y="6973"/>
                      <a:pt x="56611" y="6766"/>
                    </a:cubicBezTo>
                    <a:cubicBezTo>
                      <a:pt x="56473" y="6559"/>
                      <a:pt x="56334" y="6420"/>
                      <a:pt x="56196" y="6213"/>
                    </a:cubicBezTo>
                    <a:cubicBezTo>
                      <a:pt x="56058" y="6006"/>
                      <a:pt x="55920" y="5868"/>
                      <a:pt x="55782" y="5661"/>
                    </a:cubicBezTo>
                    <a:cubicBezTo>
                      <a:pt x="55644" y="5523"/>
                      <a:pt x="55506" y="5316"/>
                      <a:pt x="55368" y="5178"/>
                    </a:cubicBezTo>
                    <a:cubicBezTo>
                      <a:pt x="55368" y="5178"/>
                      <a:pt x="55368" y="5178"/>
                      <a:pt x="55368" y="5109"/>
                    </a:cubicBezTo>
                    <a:cubicBezTo>
                      <a:pt x="55368" y="5109"/>
                      <a:pt x="55368" y="5109"/>
                      <a:pt x="55368" y="5109"/>
                    </a:cubicBezTo>
                    <a:cubicBezTo>
                      <a:pt x="55230" y="4971"/>
                      <a:pt x="55092" y="4833"/>
                      <a:pt x="55023" y="4694"/>
                    </a:cubicBezTo>
                    <a:cubicBezTo>
                      <a:pt x="54885" y="4556"/>
                      <a:pt x="54677" y="4349"/>
                      <a:pt x="54539" y="4211"/>
                    </a:cubicBezTo>
                    <a:cubicBezTo>
                      <a:pt x="54401" y="4073"/>
                      <a:pt x="54194" y="3866"/>
                      <a:pt x="54056" y="3728"/>
                    </a:cubicBezTo>
                    <a:cubicBezTo>
                      <a:pt x="53918" y="3590"/>
                      <a:pt x="53711" y="3452"/>
                      <a:pt x="53573" y="3314"/>
                    </a:cubicBezTo>
                    <a:cubicBezTo>
                      <a:pt x="53504" y="3314"/>
                      <a:pt x="53435" y="3176"/>
                      <a:pt x="53297" y="3107"/>
                    </a:cubicBezTo>
                    <a:cubicBezTo>
                      <a:pt x="53297" y="3107"/>
                      <a:pt x="53297" y="3107"/>
                      <a:pt x="53297" y="3107"/>
                    </a:cubicBezTo>
                    <a:cubicBezTo>
                      <a:pt x="53228" y="3107"/>
                      <a:pt x="53159" y="2969"/>
                      <a:pt x="53090" y="2969"/>
                    </a:cubicBezTo>
                    <a:cubicBezTo>
                      <a:pt x="52952" y="2831"/>
                      <a:pt x="52744" y="2692"/>
                      <a:pt x="52606" y="2554"/>
                    </a:cubicBezTo>
                    <a:cubicBezTo>
                      <a:pt x="52468" y="2416"/>
                      <a:pt x="52261" y="2347"/>
                      <a:pt x="52123" y="2209"/>
                    </a:cubicBezTo>
                    <a:cubicBezTo>
                      <a:pt x="51985" y="2071"/>
                      <a:pt x="51778" y="2002"/>
                      <a:pt x="51640" y="1864"/>
                    </a:cubicBezTo>
                    <a:cubicBezTo>
                      <a:pt x="51502" y="1795"/>
                      <a:pt x="51295" y="1657"/>
                      <a:pt x="51157" y="1588"/>
                    </a:cubicBezTo>
                    <a:cubicBezTo>
                      <a:pt x="51157" y="1588"/>
                      <a:pt x="51088" y="1588"/>
                      <a:pt x="51019" y="1588"/>
                    </a:cubicBezTo>
                    <a:cubicBezTo>
                      <a:pt x="50881" y="1519"/>
                      <a:pt x="50742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845" y="967"/>
                      <a:pt x="49707" y="898"/>
                    </a:cubicBezTo>
                    <a:cubicBezTo>
                      <a:pt x="49569" y="828"/>
                      <a:pt x="49431" y="759"/>
                      <a:pt x="49223" y="690"/>
                    </a:cubicBezTo>
                    <a:cubicBezTo>
                      <a:pt x="49085" y="690"/>
                      <a:pt x="48878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805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3977" y="207"/>
                      <a:pt x="43770" y="276"/>
                    </a:cubicBezTo>
                    <a:cubicBezTo>
                      <a:pt x="43424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4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8" y="25613"/>
                      <a:pt x="7318" y="25958"/>
                      <a:pt x="8146" y="26441"/>
                    </a:cubicBezTo>
                    <a:cubicBezTo>
                      <a:pt x="8906" y="26925"/>
                      <a:pt x="9665" y="27408"/>
                      <a:pt x="10425" y="28029"/>
                    </a:cubicBezTo>
                    <a:cubicBezTo>
                      <a:pt x="10425" y="28029"/>
                      <a:pt x="10425" y="28029"/>
                      <a:pt x="10425" y="28029"/>
                    </a:cubicBezTo>
                    <a:cubicBezTo>
                      <a:pt x="11184" y="28650"/>
                      <a:pt x="11874" y="29272"/>
                      <a:pt x="12565" y="30031"/>
                    </a:cubicBezTo>
                    <a:cubicBezTo>
                      <a:pt x="12565" y="30031"/>
                      <a:pt x="12565" y="30031"/>
                      <a:pt x="12565" y="30031"/>
                    </a:cubicBezTo>
                    <a:cubicBezTo>
                      <a:pt x="13255" y="30791"/>
                      <a:pt x="13876" y="31550"/>
                      <a:pt x="14498" y="32379"/>
                    </a:cubicBezTo>
                    <a:cubicBezTo>
                      <a:pt x="14498" y="32379"/>
                      <a:pt x="14498" y="32379"/>
                      <a:pt x="14498" y="32379"/>
                    </a:cubicBezTo>
                    <a:cubicBezTo>
                      <a:pt x="15119" y="33207"/>
                      <a:pt x="15602" y="34035"/>
                      <a:pt x="16155" y="34933"/>
                    </a:cubicBezTo>
                    <a:cubicBezTo>
                      <a:pt x="16155" y="34933"/>
                      <a:pt x="16155" y="35002"/>
                      <a:pt x="16224" y="35071"/>
                    </a:cubicBezTo>
                    <a:cubicBezTo>
                      <a:pt x="16707" y="35968"/>
                      <a:pt x="17190" y="36797"/>
                      <a:pt x="17535" y="37763"/>
                    </a:cubicBezTo>
                    <a:cubicBezTo>
                      <a:pt x="17535" y="37763"/>
                      <a:pt x="17535" y="37763"/>
                      <a:pt x="17535" y="37763"/>
                    </a:cubicBezTo>
                    <a:cubicBezTo>
                      <a:pt x="17950" y="38661"/>
                      <a:pt x="18295" y="39627"/>
                      <a:pt x="18571" y="40594"/>
                    </a:cubicBezTo>
                    <a:cubicBezTo>
                      <a:pt x="18571" y="40594"/>
                      <a:pt x="18571" y="40594"/>
                      <a:pt x="18571" y="40594"/>
                    </a:cubicBezTo>
                    <a:cubicBezTo>
                      <a:pt x="18847" y="41561"/>
                      <a:pt x="19054" y="42527"/>
                      <a:pt x="19261" y="43424"/>
                    </a:cubicBezTo>
                    <a:cubicBezTo>
                      <a:pt x="19261" y="43424"/>
                      <a:pt x="19261" y="43424"/>
                      <a:pt x="19261" y="43424"/>
                    </a:cubicBezTo>
                    <a:cubicBezTo>
                      <a:pt x="19399" y="44391"/>
                      <a:pt x="19468" y="45288"/>
                      <a:pt x="19468" y="46255"/>
                    </a:cubicBezTo>
                    <a:lnTo>
                      <a:pt x="19330" y="85468"/>
                    </a:lnTo>
                    <a:cubicBezTo>
                      <a:pt x="19330" y="86366"/>
                      <a:pt x="19261" y="87194"/>
                      <a:pt x="19123" y="87954"/>
                    </a:cubicBezTo>
                    <a:cubicBezTo>
                      <a:pt x="19123" y="87954"/>
                      <a:pt x="19123" y="87954"/>
                      <a:pt x="19123" y="87954"/>
                    </a:cubicBezTo>
                    <a:cubicBezTo>
                      <a:pt x="18985" y="88713"/>
                      <a:pt x="18778" y="89403"/>
                      <a:pt x="18433" y="90025"/>
                    </a:cubicBezTo>
                    <a:cubicBezTo>
                      <a:pt x="18433" y="90025"/>
                      <a:pt x="18433" y="90025"/>
                      <a:pt x="18433" y="90025"/>
                    </a:cubicBezTo>
                    <a:cubicBezTo>
                      <a:pt x="18226" y="90439"/>
                      <a:pt x="18019" y="90715"/>
                      <a:pt x="17742" y="91060"/>
                    </a:cubicBezTo>
                    <a:cubicBezTo>
                      <a:pt x="17259" y="91751"/>
                      <a:pt x="16638" y="92372"/>
                      <a:pt x="15948" y="92786"/>
                    </a:cubicBezTo>
                    <a:lnTo>
                      <a:pt x="58751" y="67933"/>
                    </a:lnTo>
                    <a:cubicBezTo>
                      <a:pt x="59441" y="67519"/>
                      <a:pt x="59993" y="66897"/>
                      <a:pt x="60546" y="66207"/>
                    </a:cubicBezTo>
                    <a:cubicBezTo>
                      <a:pt x="60546" y="66138"/>
                      <a:pt x="60684" y="66069"/>
                      <a:pt x="60753" y="66000"/>
                    </a:cubicBezTo>
                    <a:cubicBezTo>
                      <a:pt x="60891" y="65724"/>
                      <a:pt x="61029" y="65516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167" y="65240"/>
                      <a:pt x="61167" y="65240"/>
                      <a:pt x="61167" y="65240"/>
                    </a:cubicBezTo>
                    <a:cubicBezTo>
                      <a:pt x="61236" y="65033"/>
                      <a:pt x="61374" y="64826"/>
                      <a:pt x="61443" y="64619"/>
                    </a:cubicBezTo>
                    <a:cubicBezTo>
                      <a:pt x="61512" y="64412"/>
                      <a:pt x="61581" y="64205"/>
                      <a:pt x="61650" y="63998"/>
                    </a:cubicBezTo>
                    <a:cubicBezTo>
                      <a:pt x="61650" y="63791"/>
                      <a:pt x="61788" y="63583"/>
                      <a:pt x="61788" y="63376"/>
                    </a:cubicBezTo>
                    <a:cubicBezTo>
                      <a:pt x="61788" y="63307"/>
                      <a:pt x="61788" y="63238"/>
                      <a:pt x="61788" y="63100"/>
                    </a:cubicBezTo>
                    <a:cubicBezTo>
                      <a:pt x="61788" y="63100"/>
                      <a:pt x="61788" y="63100"/>
                      <a:pt x="61788" y="63100"/>
                    </a:cubicBezTo>
                    <a:cubicBezTo>
                      <a:pt x="61788" y="63031"/>
                      <a:pt x="61788" y="62962"/>
                      <a:pt x="61788" y="62824"/>
                    </a:cubicBezTo>
                    <a:cubicBezTo>
                      <a:pt x="61788" y="62617"/>
                      <a:pt x="61788" y="62479"/>
                      <a:pt x="61857" y="62272"/>
                    </a:cubicBezTo>
                    <a:cubicBezTo>
                      <a:pt x="61857" y="62065"/>
                      <a:pt x="61857" y="61927"/>
                      <a:pt x="61857" y="61719"/>
                    </a:cubicBezTo>
                    <a:cubicBezTo>
                      <a:pt x="61857" y="61512"/>
                      <a:pt x="61857" y="61374"/>
                      <a:pt x="61857" y="61167"/>
                    </a:cubicBezTo>
                    <a:cubicBezTo>
                      <a:pt x="61857" y="60960"/>
                      <a:pt x="61857" y="60822"/>
                      <a:pt x="61857" y="60615"/>
                    </a:cubicBezTo>
                    <a:lnTo>
                      <a:pt x="61857" y="60615"/>
                    </a:lnTo>
                    <a:cubicBezTo>
                      <a:pt x="61857" y="60615"/>
                      <a:pt x="61995" y="21402"/>
                      <a:pt x="61995" y="21402"/>
                    </a:cubicBezTo>
                    <a:cubicBezTo>
                      <a:pt x="61995" y="21264"/>
                      <a:pt x="61995" y="21056"/>
                      <a:pt x="61995" y="208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83"/>
              <p:cNvSpPr/>
              <p:nvPr/>
            </p:nvSpPr>
            <p:spPr>
              <a:xfrm>
                <a:off x="2421692" y="3086367"/>
                <a:ext cx="96238" cy="73179"/>
              </a:xfrm>
              <a:custGeom>
                <a:rect b="b" l="l" r="r" t="t"/>
                <a:pathLst>
                  <a:path extrusionOk="0" h="73179" w="96238">
                    <a:moveTo>
                      <a:pt x="95962" y="40387"/>
                    </a:moveTo>
                    <a:cubicBezTo>
                      <a:pt x="95962" y="40387"/>
                      <a:pt x="95962" y="40042"/>
                      <a:pt x="95962" y="39835"/>
                    </a:cubicBezTo>
                    <a:cubicBezTo>
                      <a:pt x="95962" y="39627"/>
                      <a:pt x="95962" y="39489"/>
                      <a:pt x="95962" y="39282"/>
                    </a:cubicBezTo>
                    <a:cubicBezTo>
                      <a:pt x="95962" y="39075"/>
                      <a:pt x="95962" y="38937"/>
                      <a:pt x="95962" y="38730"/>
                    </a:cubicBezTo>
                    <a:cubicBezTo>
                      <a:pt x="95962" y="38523"/>
                      <a:pt x="95962" y="38316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8178"/>
                      <a:pt x="95893" y="38178"/>
                      <a:pt x="95893" y="38178"/>
                    </a:cubicBezTo>
                    <a:cubicBezTo>
                      <a:pt x="95893" y="37971"/>
                      <a:pt x="95893" y="37833"/>
                      <a:pt x="95824" y="37625"/>
                    </a:cubicBezTo>
                    <a:cubicBezTo>
                      <a:pt x="95824" y="37418"/>
                      <a:pt x="95755" y="37211"/>
                      <a:pt x="95686" y="37004"/>
                    </a:cubicBezTo>
                    <a:cubicBezTo>
                      <a:pt x="95686" y="36797"/>
                      <a:pt x="95617" y="36590"/>
                      <a:pt x="95548" y="36383"/>
                    </a:cubicBezTo>
                    <a:cubicBezTo>
                      <a:pt x="95548" y="36176"/>
                      <a:pt x="95410" y="35969"/>
                      <a:pt x="95410" y="35761"/>
                    </a:cubicBezTo>
                    <a:cubicBezTo>
                      <a:pt x="95410" y="35623"/>
                      <a:pt x="95341" y="35416"/>
                      <a:pt x="95271" y="35278"/>
                    </a:cubicBezTo>
                    <a:cubicBezTo>
                      <a:pt x="95271" y="35278"/>
                      <a:pt x="95271" y="35278"/>
                      <a:pt x="95271" y="35278"/>
                    </a:cubicBezTo>
                    <a:cubicBezTo>
                      <a:pt x="95271" y="35278"/>
                      <a:pt x="95271" y="35278"/>
                      <a:pt x="95271" y="35209"/>
                    </a:cubicBezTo>
                    <a:cubicBezTo>
                      <a:pt x="95271" y="35002"/>
                      <a:pt x="95133" y="34795"/>
                      <a:pt x="95064" y="34588"/>
                    </a:cubicBezTo>
                    <a:cubicBezTo>
                      <a:pt x="95064" y="34381"/>
                      <a:pt x="94926" y="34174"/>
                      <a:pt x="94857" y="33966"/>
                    </a:cubicBezTo>
                    <a:cubicBezTo>
                      <a:pt x="94857" y="33759"/>
                      <a:pt x="94719" y="33621"/>
                      <a:pt x="94650" y="33414"/>
                    </a:cubicBezTo>
                    <a:cubicBezTo>
                      <a:pt x="94581" y="33207"/>
                      <a:pt x="94512" y="33069"/>
                      <a:pt x="94443" y="32862"/>
                    </a:cubicBezTo>
                    <a:cubicBezTo>
                      <a:pt x="94443" y="32724"/>
                      <a:pt x="94305" y="32586"/>
                      <a:pt x="94236" y="32448"/>
                    </a:cubicBezTo>
                    <a:cubicBezTo>
                      <a:pt x="94236" y="32448"/>
                      <a:pt x="94236" y="32448"/>
                      <a:pt x="94236" y="32448"/>
                    </a:cubicBezTo>
                    <a:cubicBezTo>
                      <a:pt x="94236" y="32448"/>
                      <a:pt x="94236" y="32448"/>
                      <a:pt x="94236" y="32379"/>
                    </a:cubicBezTo>
                    <a:cubicBezTo>
                      <a:pt x="94167" y="32171"/>
                      <a:pt x="94098" y="32033"/>
                      <a:pt x="93960" y="31826"/>
                    </a:cubicBezTo>
                    <a:cubicBezTo>
                      <a:pt x="93891" y="31619"/>
                      <a:pt x="93753" y="31412"/>
                      <a:pt x="93684" y="31205"/>
                    </a:cubicBezTo>
                    <a:cubicBezTo>
                      <a:pt x="93546" y="30998"/>
                      <a:pt x="93477" y="30722"/>
                      <a:pt x="93338" y="30515"/>
                    </a:cubicBezTo>
                    <a:cubicBezTo>
                      <a:pt x="93200" y="30307"/>
                      <a:pt x="93062" y="30031"/>
                      <a:pt x="92924" y="29824"/>
                    </a:cubicBezTo>
                    <a:cubicBezTo>
                      <a:pt x="92924" y="29824"/>
                      <a:pt x="92924" y="29755"/>
                      <a:pt x="92855" y="29686"/>
                    </a:cubicBezTo>
                    <a:cubicBezTo>
                      <a:pt x="92855" y="29686"/>
                      <a:pt x="92855" y="29548"/>
                      <a:pt x="92786" y="29548"/>
                    </a:cubicBezTo>
                    <a:cubicBezTo>
                      <a:pt x="92510" y="29065"/>
                      <a:pt x="92234" y="28651"/>
                      <a:pt x="91958" y="28167"/>
                    </a:cubicBezTo>
                    <a:cubicBezTo>
                      <a:pt x="91751" y="27822"/>
                      <a:pt x="91475" y="27477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267" y="27132"/>
                      <a:pt x="91267" y="27132"/>
                      <a:pt x="91267" y="27132"/>
                    </a:cubicBezTo>
                    <a:cubicBezTo>
                      <a:pt x="91129" y="26925"/>
                      <a:pt x="90922" y="26648"/>
                      <a:pt x="90784" y="26441"/>
                    </a:cubicBezTo>
                    <a:cubicBezTo>
                      <a:pt x="90646" y="26234"/>
                      <a:pt x="90508" y="26096"/>
                      <a:pt x="90370" y="25889"/>
                    </a:cubicBezTo>
                    <a:cubicBezTo>
                      <a:pt x="90232" y="25682"/>
                      <a:pt x="90094" y="25544"/>
                      <a:pt x="89956" y="25337"/>
                    </a:cubicBezTo>
                    <a:cubicBezTo>
                      <a:pt x="89818" y="25199"/>
                      <a:pt x="89679" y="24992"/>
                      <a:pt x="89541" y="24853"/>
                    </a:cubicBezTo>
                    <a:cubicBezTo>
                      <a:pt x="89541" y="24853"/>
                      <a:pt x="89541" y="24853"/>
                      <a:pt x="89472" y="24784"/>
                    </a:cubicBezTo>
                    <a:cubicBezTo>
                      <a:pt x="89472" y="24784"/>
                      <a:pt x="89472" y="24784"/>
                      <a:pt x="89472" y="24784"/>
                    </a:cubicBezTo>
                    <a:cubicBezTo>
                      <a:pt x="89334" y="24646"/>
                      <a:pt x="89265" y="24508"/>
                      <a:pt x="89127" y="24439"/>
                    </a:cubicBezTo>
                    <a:cubicBezTo>
                      <a:pt x="88989" y="24301"/>
                      <a:pt x="88782" y="24094"/>
                      <a:pt x="88644" y="23956"/>
                    </a:cubicBezTo>
                    <a:cubicBezTo>
                      <a:pt x="88506" y="23818"/>
                      <a:pt x="88299" y="23611"/>
                      <a:pt x="88161" y="23473"/>
                    </a:cubicBezTo>
                    <a:cubicBezTo>
                      <a:pt x="88023" y="23335"/>
                      <a:pt x="87816" y="23197"/>
                      <a:pt x="87678" y="23059"/>
                    </a:cubicBezTo>
                    <a:cubicBezTo>
                      <a:pt x="87608" y="22989"/>
                      <a:pt x="87539" y="22920"/>
                      <a:pt x="87401" y="22851"/>
                    </a:cubicBezTo>
                    <a:cubicBezTo>
                      <a:pt x="87401" y="22851"/>
                      <a:pt x="87401" y="22851"/>
                      <a:pt x="87401" y="22851"/>
                    </a:cubicBezTo>
                    <a:cubicBezTo>
                      <a:pt x="87401" y="22851"/>
                      <a:pt x="87263" y="22713"/>
                      <a:pt x="87194" y="22713"/>
                    </a:cubicBezTo>
                    <a:cubicBezTo>
                      <a:pt x="87056" y="22575"/>
                      <a:pt x="86849" y="22437"/>
                      <a:pt x="86711" y="22299"/>
                    </a:cubicBezTo>
                    <a:cubicBezTo>
                      <a:pt x="86573" y="22161"/>
                      <a:pt x="86366" y="22092"/>
                      <a:pt x="86228" y="21954"/>
                    </a:cubicBezTo>
                    <a:cubicBezTo>
                      <a:pt x="86090" y="21816"/>
                      <a:pt x="85883" y="21747"/>
                      <a:pt x="85745" y="21609"/>
                    </a:cubicBezTo>
                    <a:cubicBezTo>
                      <a:pt x="85606" y="21540"/>
                      <a:pt x="85399" y="21402"/>
                      <a:pt x="85261" y="21333"/>
                    </a:cubicBezTo>
                    <a:lnTo>
                      <a:pt x="85123" y="21333"/>
                    </a:lnTo>
                    <a:cubicBezTo>
                      <a:pt x="85123" y="21333"/>
                      <a:pt x="51019" y="1588"/>
                      <a:pt x="51019" y="1588"/>
                    </a:cubicBezTo>
                    <a:cubicBezTo>
                      <a:pt x="50881" y="1519"/>
                      <a:pt x="50743" y="1450"/>
                      <a:pt x="50673" y="1381"/>
                    </a:cubicBezTo>
                    <a:cubicBezTo>
                      <a:pt x="50535" y="1312"/>
                      <a:pt x="50328" y="1243"/>
                      <a:pt x="50190" y="1105"/>
                    </a:cubicBezTo>
                    <a:cubicBezTo>
                      <a:pt x="50052" y="1036"/>
                      <a:pt x="49914" y="967"/>
                      <a:pt x="49707" y="898"/>
                    </a:cubicBezTo>
                    <a:cubicBezTo>
                      <a:pt x="49500" y="829"/>
                      <a:pt x="49431" y="759"/>
                      <a:pt x="49224" y="690"/>
                    </a:cubicBezTo>
                    <a:cubicBezTo>
                      <a:pt x="49086" y="690"/>
                      <a:pt x="48947" y="552"/>
                      <a:pt x="48740" y="483"/>
                    </a:cubicBezTo>
                    <a:cubicBezTo>
                      <a:pt x="48740" y="483"/>
                      <a:pt x="48740" y="483"/>
                      <a:pt x="48671" y="483"/>
                    </a:cubicBezTo>
                    <a:cubicBezTo>
                      <a:pt x="48671" y="483"/>
                      <a:pt x="48671" y="483"/>
                      <a:pt x="48671" y="483"/>
                    </a:cubicBezTo>
                    <a:cubicBezTo>
                      <a:pt x="48533" y="483"/>
                      <a:pt x="48464" y="414"/>
                      <a:pt x="48326" y="345"/>
                    </a:cubicBezTo>
                    <a:cubicBezTo>
                      <a:pt x="48188" y="345"/>
                      <a:pt x="47981" y="276"/>
                      <a:pt x="47843" y="207"/>
                    </a:cubicBezTo>
                    <a:cubicBezTo>
                      <a:pt x="47705" y="207"/>
                      <a:pt x="47498" y="138"/>
                      <a:pt x="47360" y="69"/>
                    </a:cubicBezTo>
                    <a:cubicBezTo>
                      <a:pt x="47222" y="69"/>
                      <a:pt x="47014" y="69"/>
                      <a:pt x="46876" y="0"/>
                    </a:cubicBezTo>
                    <a:cubicBezTo>
                      <a:pt x="46738" y="0"/>
                      <a:pt x="46669" y="0"/>
                      <a:pt x="46531" y="0"/>
                    </a:cubicBezTo>
                    <a:cubicBezTo>
                      <a:pt x="46531" y="0"/>
                      <a:pt x="46531" y="0"/>
                      <a:pt x="46531" y="0"/>
                    </a:cubicBezTo>
                    <a:cubicBezTo>
                      <a:pt x="46531" y="0"/>
                      <a:pt x="46462" y="0"/>
                      <a:pt x="46393" y="0"/>
                    </a:cubicBezTo>
                    <a:cubicBezTo>
                      <a:pt x="46186" y="0"/>
                      <a:pt x="46048" y="0"/>
                      <a:pt x="45841" y="0"/>
                    </a:cubicBezTo>
                    <a:cubicBezTo>
                      <a:pt x="45634" y="0"/>
                      <a:pt x="45427" y="0"/>
                      <a:pt x="45219" y="0"/>
                    </a:cubicBezTo>
                    <a:cubicBezTo>
                      <a:pt x="45012" y="0"/>
                      <a:pt x="44736" y="0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529" y="69"/>
                      <a:pt x="44529" y="69"/>
                      <a:pt x="44529" y="69"/>
                    </a:cubicBezTo>
                    <a:cubicBezTo>
                      <a:pt x="44253" y="69"/>
                      <a:pt x="44046" y="207"/>
                      <a:pt x="43770" y="276"/>
                    </a:cubicBezTo>
                    <a:cubicBezTo>
                      <a:pt x="43425" y="414"/>
                      <a:pt x="43148" y="552"/>
                      <a:pt x="42803" y="690"/>
                    </a:cubicBezTo>
                    <a:lnTo>
                      <a:pt x="0" y="25544"/>
                    </a:lnTo>
                    <a:cubicBezTo>
                      <a:pt x="552" y="25268"/>
                      <a:pt x="1105" y="25061"/>
                      <a:pt x="1726" y="24922"/>
                    </a:cubicBezTo>
                    <a:cubicBezTo>
                      <a:pt x="1726" y="24922"/>
                      <a:pt x="1726" y="24922"/>
                      <a:pt x="1726" y="24922"/>
                    </a:cubicBezTo>
                    <a:cubicBezTo>
                      <a:pt x="2347" y="24784"/>
                      <a:pt x="2969" y="24784"/>
                      <a:pt x="3659" y="24853"/>
                    </a:cubicBezTo>
                    <a:cubicBezTo>
                      <a:pt x="3659" y="24853"/>
                      <a:pt x="3659" y="24853"/>
                      <a:pt x="3659" y="24853"/>
                    </a:cubicBezTo>
                    <a:cubicBezTo>
                      <a:pt x="4349" y="24853"/>
                      <a:pt x="5040" y="25061"/>
                      <a:pt x="5799" y="25337"/>
                    </a:cubicBezTo>
                    <a:cubicBezTo>
                      <a:pt x="5799" y="25337"/>
                      <a:pt x="5799" y="25337"/>
                      <a:pt x="5799" y="25337"/>
                    </a:cubicBezTo>
                    <a:cubicBezTo>
                      <a:pt x="6559" y="25613"/>
                      <a:pt x="7318" y="25958"/>
                      <a:pt x="8146" y="26372"/>
                    </a:cubicBezTo>
                    <a:lnTo>
                      <a:pt x="42251" y="46048"/>
                    </a:lnTo>
                    <a:cubicBezTo>
                      <a:pt x="43010" y="46531"/>
                      <a:pt x="43839" y="47014"/>
                      <a:pt x="44529" y="47636"/>
                    </a:cubicBezTo>
                    <a:cubicBezTo>
                      <a:pt x="44529" y="47636"/>
                      <a:pt x="44529" y="47636"/>
                      <a:pt x="44529" y="47636"/>
                    </a:cubicBezTo>
                    <a:cubicBezTo>
                      <a:pt x="45289" y="48257"/>
                      <a:pt x="45979" y="48878"/>
                      <a:pt x="46669" y="49638"/>
                    </a:cubicBezTo>
                    <a:cubicBezTo>
                      <a:pt x="46669" y="49638"/>
                      <a:pt x="46669" y="49638"/>
                      <a:pt x="46669" y="49638"/>
                    </a:cubicBezTo>
                    <a:cubicBezTo>
                      <a:pt x="47360" y="50397"/>
                      <a:pt x="47981" y="51157"/>
                      <a:pt x="48602" y="51985"/>
                    </a:cubicBezTo>
                    <a:cubicBezTo>
                      <a:pt x="48602" y="51985"/>
                      <a:pt x="48602" y="51985"/>
                      <a:pt x="48602" y="51985"/>
                    </a:cubicBezTo>
                    <a:cubicBezTo>
                      <a:pt x="49224" y="52814"/>
                      <a:pt x="49776" y="53642"/>
                      <a:pt x="50259" y="54540"/>
                    </a:cubicBezTo>
                    <a:cubicBezTo>
                      <a:pt x="50259" y="54540"/>
                      <a:pt x="50259" y="54609"/>
                      <a:pt x="50328" y="54678"/>
                    </a:cubicBezTo>
                    <a:cubicBezTo>
                      <a:pt x="50812" y="55575"/>
                      <a:pt x="51295" y="56473"/>
                      <a:pt x="51709" y="57370"/>
                    </a:cubicBezTo>
                    <a:cubicBezTo>
                      <a:pt x="51709" y="57370"/>
                      <a:pt x="51709" y="57370"/>
                      <a:pt x="51709" y="57370"/>
                    </a:cubicBezTo>
                    <a:cubicBezTo>
                      <a:pt x="52123" y="58337"/>
                      <a:pt x="52468" y="59234"/>
                      <a:pt x="52745" y="60201"/>
                    </a:cubicBezTo>
                    <a:cubicBezTo>
                      <a:pt x="52745" y="60201"/>
                      <a:pt x="52745" y="60201"/>
                      <a:pt x="52745" y="60201"/>
                    </a:cubicBezTo>
                    <a:cubicBezTo>
                      <a:pt x="53021" y="61167"/>
                      <a:pt x="53228" y="62134"/>
                      <a:pt x="53435" y="63031"/>
                    </a:cubicBezTo>
                    <a:cubicBezTo>
                      <a:pt x="53435" y="63031"/>
                      <a:pt x="53435" y="63031"/>
                      <a:pt x="53435" y="63031"/>
                    </a:cubicBezTo>
                    <a:cubicBezTo>
                      <a:pt x="53573" y="63998"/>
                      <a:pt x="53642" y="64895"/>
                      <a:pt x="53642" y="65862"/>
                    </a:cubicBezTo>
                    <a:cubicBezTo>
                      <a:pt x="53642" y="66759"/>
                      <a:pt x="53573" y="67588"/>
                      <a:pt x="53435" y="68347"/>
                    </a:cubicBezTo>
                    <a:cubicBezTo>
                      <a:pt x="53435" y="68347"/>
                      <a:pt x="53435" y="68347"/>
                      <a:pt x="53435" y="68347"/>
                    </a:cubicBezTo>
                    <a:cubicBezTo>
                      <a:pt x="53297" y="69106"/>
                      <a:pt x="53090" y="69797"/>
                      <a:pt x="52814" y="70418"/>
                    </a:cubicBezTo>
                    <a:cubicBezTo>
                      <a:pt x="52814" y="70418"/>
                      <a:pt x="52814" y="70418"/>
                      <a:pt x="52814" y="70418"/>
                    </a:cubicBezTo>
                    <a:cubicBezTo>
                      <a:pt x="52606" y="70832"/>
                      <a:pt x="52399" y="71109"/>
                      <a:pt x="52123" y="71454"/>
                    </a:cubicBezTo>
                    <a:cubicBezTo>
                      <a:pt x="51640" y="72144"/>
                      <a:pt x="51088" y="72765"/>
                      <a:pt x="50328" y="73180"/>
                    </a:cubicBezTo>
                    <a:lnTo>
                      <a:pt x="50328" y="73180"/>
                    </a:lnTo>
                    <a:cubicBezTo>
                      <a:pt x="50328" y="73180"/>
                      <a:pt x="50328" y="73180"/>
                      <a:pt x="50328" y="73180"/>
                    </a:cubicBezTo>
                    <a:lnTo>
                      <a:pt x="93131" y="48326"/>
                    </a:lnTo>
                    <a:cubicBezTo>
                      <a:pt x="93822" y="47912"/>
                      <a:pt x="94374" y="47291"/>
                      <a:pt x="94926" y="46600"/>
                    </a:cubicBezTo>
                    <a:cubicBezTo>
                      <a:pt x="94926" y="46531"/>
                      <a:pt x="95064" y="46462"/>
                      <a:pt x="95133" y="46393"/>
                    </a:cubicBezTo>
                    <a:cubicBezTo>
                      <a:pt x="95271" y="46117"/>
                      <a:pt x="95410" y="45910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548" y="45634"/>
                      <a:pt x="95548" y="45634"/>
                      <a:pt x="95548" y="45634"/>
                    </a:cubicBezTo>
                    <a:cubicBezTo>
                      <a:pt x="95617" y="45427"/>
                      <a:pt x="95686" y="45288"/>
                      <a:pt x="95824" y="45081"/>
                    </a:cubicBezTo>
                    <a:cubicBezTo>
                      <a:pt x="95893" y="44874"/>
                      <a:pt x="95962" y="44667"/>
                      <a:pt x="96031" y="44460"/>
                    </a:cubicBezTo>
                    <a:cubicBezTo>
                      <a:pt x="96031" y="44253"/>
                      <a:pt x="96169" y="44046"/>
                      <a:pt x="96169" y="43839"/>
                    </a:cubicBezTo>
                    <a:cubicBezTo>
                      <a:pt x="96169" y="43770"/>
                      <a:pt x="96169" y="43632"/>
                      <a:pt x="96169" y="43563"/>
                    </a:cubicBezTo>
                    <a:cubicBezTo>
                      <a:pt x="96169" y="43563"/>
                      <a:pt x="96169" y="43563"/>
                      <a:pt x="96169" y="43494"/>
                    </a:cubicBezTo>
                    <a:cubicBezTo>
                      <a:pt x="96169" y="43425"/>
                      <a:pt x="96169" y="43355"/>
                      <a:pt x="96169" y="43286"/>
                    </a:cubicBezTo>
                    <a:cubicBezTo>
                      <a:pt x="96169" y="43079"/>
                      <a:pt x="96169" y="42941"/>
                      <a:pt x="96238" y="42734"/>
                    </a:cubicBezTo>
                    <a:cubicBezTo>
                      <a:pt x="96238" y="42527"/>
                      <a:pt x="96238" y="42389"/>
                      <a:pt x="96238" y="42182"/>
                    </a:cubicBezTo>
                    <a:cubicBezTo>
                      <a:pt x="96238" y="41975"/>
                      <a:pt x="96238" y="41837"/>
                      <a:pt x="96238" y="41630"/>
                    </a:cubicBezTo>
                    <a:cubicBezTo>
                      <a:pt x="96238" y="41422"/>
                      <a:pt x="96238" y="41284"/>
                      <a:pt x="96238" y="41077"/>
                    </a:cubicBezTo>
                    <a:cubicBezTo>
                      <a:pt x="96238" y="41077"/>
                      <a:pt x="96238" y="41077"/>
                      <a:pt x="96238" y="41077"/>
                    </a:cubicBezTo>
                    <a:cubicBezTo>
                      <a:pt x="96238" y="40939"/>
                      <a:pt x="96238" y="40732"/>
                      <a:pt x="96238" y="405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82" name="Google Shape;2082;p83"/>
              <p:cNvGrpSpPr/>
              <p:nvPr/>
            </p:nvGrpSpPr>
            <p:grpSpPr>
              <a:xfrm>
                <a:off x="2034945" y="2742747"/>
                <a:ext cx="439906" cy="564767"/>
                <a:chOff x="2034945" y="2742747"/>
                <a:chExt cx="439906" cy="564767"/>
              </a:xfrm>
            </p:grpSpPr>
            <p:sp>
              <p:nvSpPr>
                <p:cNvPr id="2083" name="Google Shape;2083;p83"/>
                <p:cNvSpPr/>
                <p:nvPr/>
              </p:nvSpPr>
              <p:spPr>
                <a:xfrm>
                  <a:off x="2034945" y="2889976"/>
                  <a:ext cx="57231" cy="49388"/>
                </a:xfrm>
                <a:custGeom>
                  <a:rect b="b" l="l" r="r" t="t"/>
                  <a:pathLst>
                    <a:path extrusionOk="0" h="49388" w="57231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09" y="24487"/>
                        <a:pt x="0" y="15581"/>
                        <a:pt x="0" y="8194"/>
                      </a:cubicBezTo>
                      <a:cubicBezTo>
                        <a:pt x="0" y="876"/>
                        <a:pt x="5178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83"/>
                <p:cNvSpPr/>
                <p:nvPr/>
              </p:nvSpPr>
              <p:spPr>
                <a:xfrm>
                  <a:off x="2242679" y="3210655"/>
                  <a:ext cx="23197" cy="68856"/>
                </a:xfrm>
                <a:custGeom>
                  <a:rect b="b" l="l" r="r" t="t"/>
                  <a:pathLst>
                    <a:path extrusionOk="0" h="68856" w="23197">
                      <a:moveTo>
                        <a:pt x="11736" y="1567"/>
                      </a:moveTo>
                      <a:cubicBezTo>
                        <a:pt x="18088" y="5226"/>
                        <a:pt x="23266" y="14131"/>
                        <a:pt x="23196" y="21519"/>
                      </a:cubicBezTo>
                      <a:lnTo>
                        <a:pt x="23058" y="60663"/>
                      </a:lnTo>
                      <a:cubicBezTo>
                        <a:pt x="23058" y="67981"/>
                        <a:pt x="17881" y="70949"/>
                        <a:pt x="11529" y="67290"/>
                      </a:cubicBezTo>
                      <a:cubicBezTo>
                        <a:pt x="5109" y="63631"/>
                        <a:pt x="0" y="54725"/>
                        <a:pt x="0" y="4733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83"/>
                <p:cNvSpPr/>
                <p:nvPr/>
              </p:nvSpPr>
              <p:spPr>
                <a:xfrm>
                  <a:off x="2062618" y="3023246"/>
                  <a:ext cx="52628" cy="32282"/>
                </a:xfrm>
                <a:custGeom>
                  <a:rect b="b" l="l" r="r" t="t"/>
                  <a:pathLst>
                    <a:path extrusionOk="0" h="32282" w="52628">
                      <a:moveTo>
                        <a:pt x="41088" y="1609"/>
                      </a:moveTo>
                      <a:cubicBezTo>
                        <a:pt x="45092" y="3887"/>
                        <a:pt x="48958" y="8513"/>
                        <a:pt x="51099" y="14035"/>
                      </a:cubicBezTo>
                      <a:cubicBezTo>
                        <a:pt x="54274" y="22251"/>
                        <a:pt x="52341" y="29293"/>
                        <a:pt x="46818" y="29707"/>
                      </a:cubicBezTo>
                      <a:lnTo>
                        <a:pt x="17270" y="32261"/>
                      </a:lnTo>
                      <a:cubicBezTo>
                        <a:pt x="15406" y="32399"/>
                        <a:pt x="13473" y="31847"/>
                        <a:pt x="11471" y="30673"/>
                      </a:cubicBezTo>
                      <a:cubicBezTo>
                        <a:pt x="7467" y="28395"/>
                        <a:pt x="3601" y="23770"/>
                        <a:pt x="1530" y="18247"/>
                      </a:cubicBezTo>
                      <a:cubicBezTo>
                        <a:pt x="-1646" y="10100"/>
                        <a:pt x="287" y="2989"/>
                        <a:pt x="5810" y="2575"/>
                      </a:cubicBezTo>
                      <a:lnTo>
                        <a:pt x="35427" y="21"/>
                      </a:lnTo>
                      <a:cubicBezTo>
                        <a:pt x="37222" y="-117"/>
                        <a:pt x="39224" y="435"/>
                        <a:pt x="41157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83"/>
                <p:cNvSpPr/>
                <p:nvPr/>
              </p:nvSpPr>
              <p:spPr>
                <a:xfrm>
                  <a:off x="2138562" y="3133468"/>
                  <a:ext cx="40264" cy="53744"/>
                </a:xfrm>
                <a:custGeom>
                  <a:rect b="b" l="l" r="r" t="t"/>
                  <a:pathLst>
                    <a:path extrusionOk="0" h="53744" w="40264">
                      <a:moveTo>
                        <a:pt x="28796" y="1570"/>
                      </a:moveTo>
                      <a:cubicBezTo>
                        <a:pt x="30729" y="2675"/>
                        <a:pt x="32731" y="4401"/>
                        <a:pt x="34526" y="6679"/>
                      </a:cubicBezTo>
                      <a:cubicBezTo>
                        <a:pt x="40049" y="13583"/>
                        <a:pt x="41913" y="22765"/>
                        <a:pt x="38669" y="27252"/>
                      </a:cubicBezTo>
                      <a:lnTo>
                        <a:pt x="21547" y="51346"/>
                      </a:lnTo>
                      <a:cubicBezTo>
                        <a:pt x="19407" y="54315"/>
                        <a:pt x="15472" y="54453"/>
                        <a:pt x="11468" y="52174"/>
                      </a:cubicBezTo>
                      <a:cubicBezTo>
                        <a:pt x="9535" y="51070"/>
                        <a:pt x="7533" y="49344"/>
                        <a:pt x="5738" y="47066"/>
                      </a:cubicBezTo>
                      <a:cubicBezTo>
                        <a:pt x="215" y="40231"/>
                        <a:pt x="-1649" y="30980"/>
                        <a:pt x="1596" y="26493"/>
                      </a:cubicBezTo>
                      <a:lnTo>
                        <a:pt x="18717" y="2398"/>
                      </a:lnTo>
                      <a:cubicBezTo>
                        <a:pt x="20857" y="-570"/>
                        <a:pt x="24792" y="-708"/>
                        <a:pt x="28796" y="157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83"/>
                <p:cNvSpPr/>
                <p:nvPr/>
              </p:nvSpPr>
              <p:spPr>
                <a:xfrm>
                  <a:off x="2330000" y="3234086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540"/>
                      </a:moveTo>
                      <a:cubicBezTo>
                        <a:pt x="15613" y="3818"/>
                        <a:pt x="19479" y="8512"/>
                        <a:pt x="21620" y="13966"/>
                      </a:cubicBezTo>
                      <a:lnTo>
                        <a:pt x="38534" y="57736"/>
                      </a:lnTo>
                      <a:cubicBezTo>
                        <a:pt x="41709" y="65952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523" y="71889"/>
                      </a:cubicBezTo>
                      <a:cubicBezTo>
                        <a:pt x="24519" y="69611"/>
                        <a:pt x="20653" y="64985"/>
                        <a:pt x="18513" y="59462"/>
                      </a:cubicBezTo>
                      <a:lnTo>
                        <a:pt x="1530" y="15692"/>
                      </a:lnTo>
                      <a:cubicBezTo>
                        <a:pt x="-1646" y="7546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540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83"/>
                <p:cNvSpPr/>
                <p:nvPr/>
              </p:nvSpPr>
              <p:spPr>
                <a:xfrm>
                  <a:off x="2063174" y="2786366"/>
                  <a:ext cx="52552" cy="66412"/>
                </a:xfrm>
                <a:custGeom>
                  <a:rect b="b" l="l" r="r" t="t"/>
                  <a:pathLst>
                    <a:path extrusionOk="0" h="66412" w="52552">
                      <a:moveTo>
                        <a:pt x="11675" y="1621"/>
                      </a:moveTo>
                      <a:cubicBezTo>
                        <a:pt x="13608" y="2726"/>
                        <a:pt x="15610" y="4452"/>
                        <a:pt x="17405" y="6730"/>
                      </a:cubicBezTo>
                      <a:lnTo>
                        <a:pt x="46815" y="43389"/>
                      </a:lnTo>
                      <a:cubicBezTo>
                        <a:pt x="52338" y="50224"/>
                        <a:pt x="54202" y="59475"/>
                        <a:pt x="50957" y="63962"/>
                      </a:cubicBezTo>
                      <a:cubicBezTo>
                        <a:pt x="48817" y="67000"/>
                        <a:pt x="44951" y="67138"/>
                        <a:pt x="40947" y="64791"/>
                      </a:cubicBezTo>
                      <a:cubicBezTo>
                        <a:pt x="39014" y="63686"/>
                        <a:pt x="37012" y="61960"/>
                        <a:pt x="35217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7006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83"/>
                <p:cNvSpPr/>
                <p:nvPr/>
              </p:nvSpPr>
              <p:spPr>
                <a:xfrm>
                  <a:off x="2394001" y="3197621"/>
                  <a:ext cx="52552" cy="66354"/>
                </a:xfrm>
                <a:custGeom>
                  <a:rect b="b" l="l" r="r" t="t"/>
                  <a:pathLst>
                    <a:path extrusionOk="0" h="66354" w="52552">
                      <a:moveTo>
                        <a:pt x="11675" y="1552"/>
                      </a:moveTo>
                      <a:cubicBezTo>
                        <a:pt x="13608" y="2657"/>
                        <a:pt x="15610" y="4383"/>
                        <a:pt x="17405" y="6661"/>
                      </a:cubicBezTo>
                      <a:lnTo>
                        <a:pt x="46815" y="43320"/>
                      </a:lnTo>
                      <a:cubicBezTo>
                        <a:pt x="52338" y="50155"/>
                        <a:pt x="54202" y="59406"/>
                        <a:pt x="50957" y="63893"/>
                      </a:cubicBezTo>
                      <a:cubicBezTo>
                        <a:pt x="48817" y="66931"/>
                        <a:pt x="44951" y="67069"/>
                        <a:pt x="40947" y="64791"/>
                      </a:cubicBezTo>
                      <a:cubicBezTo>
                        <a:pt x="39014" y="63686"/>
                        <a:pt x="37012" y="61960"/>
                        <a:pt x="35148" y="59682"/>
                      </a:cubicBezTo>
                      <a:lnTo>
                        <a:pt x="5738" y="23023"/>
                      </a:lnTo>
                      <a:cubicBezTo>
                        <a:pt x="215" y="16188"/>
                        <a:pt x="-1649" y="6937"/>
                        <a:pt x="1596" y="2450"/>
                      </a:cubicBezTo>
                      <a:cubicBezTo>
                        <a:pt x="3736" y="-588"/>
                        <a:pt x="7602" y="-726"/>
                        <a:pt x="11606" y="16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83"/>
                <p:cNvSpPr/>
                <p:nvPr/>
              </p:nvSpPr>
              <p:spPr>
                <a:xfrm>
                  <a:off x="2139733" y="2742747"/>
                  <a:ext cx="40063" cy="73428"/>
                </a:xfrm>
                <a:custGeom>
                  <a:rect b="b" l="l" r="r" t="t"/>
                  <a:pathLst>
                    <a:path extrusionOk="0" h="73428" w="40063">
                      <a:moveTo>
                        <a:pt x="11609" y="1609"/>
                      </a:moveTo>
                      <a:cubicBezTo>
                        <a:pt x="15613" y="3887"/>
                        <a:pt x="19479" y="8512"/>
                        <a:pt x="21620" y="14035"/>
                      </a:cubicBezTo>
                      <a:lnTo>
                        <a:pt x="38534" y="57736"/>
                      </a:lnTo>
                      <a:cubicBezTo>
                        <a:pt x="41709" y="65951"/>
                        <a:pt x="39776" y="72993"/>
                        <a:pt x="34253" y="73408"/>
                      </a:cubicBezTo>
                      <a:cubicBezTo>
                        <a:pt x="32458" y="73546"/>
                        <a:pt x="30456" y="72993"/>
                        <a:pt x="28454" y="71889"/>
                      </a:cubicBezTo>
                      <a:cubicBezTo>
                        <a:pt x="24450" y="69610"/>
                        <a:pt x="20584" y="64985"/>
                        <a:pt x="18444" y="59462"/>
                      </a:cubicBezTo>
                      <a:lnTo>
                        <a:pt x="1530" y="15692"/>
                      </a:lnTo>
                      <a:cubicBezTo>
                        <a:pt x="-1646" y="7477"/>
                        <a:pt x="287" y="504"/>
                        <a:pt x="5810" y="21"/>
                      </a:cubicBezTo>
                      <a:cubicBezTo>
                        <a:pt x="7605" y="-117"/>
                        <a:pt x="9607" y="435"/>
                        <a:pt x="11609" y="154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83"/>
                <p:cNvSpPr/>
                <p:nvPr/>
              </p:nvSpPr>
              <p:spPr>
                <a:xfrm>
                  <a:off x="2394619" y="2994733"/>
                  <a:ext cx="52697" cy="32281"/>
                </a:xfrm>
                <a:custGeom>
                  <a:rect b="b" l="l" r="r" t="t"/>
                  <a:pathLst>
                    <a:path extrusionOk="0" h="32281" w="52697">
                      <a:moveTo>
                        <a:pt x="41157" y="1609"/>
                      </a:moveTo>
                      <a:cubicBezTo>
                        <a:pt x="45161" y="3887"/>
                        <a:pt x="49027" y="8512"/>
                        <a:pt x="51168" y="14035"/>
                      </a:cubicBezTo>
                      <a:cubicBezTo>
                        <a:pt x="54343" y="22251"/>
                        <a:pt x="52410" y="29293"/>
                        <a:pt x="46887" y="29707"/>
                      </a:cubicBezTo>
                      <a:lnTo>
                        <a:pt x="17339" y="32261"/>
                      </a:lnTo>
                      <a:cubicBezTo>
                        <a:pt x="15544" y="32399"/>
                        <a:pt x="13542" y="31847"/>
                        <a:pt x="11540" y="30673"/>
                      </a:cubicBezTo>
                      <a:cubicBezTo>
                        <a:pt x="7536" y="28395"/>
                        <a:pt x="3670" y="23770"/>
                        <a:pt x="1530" y="18247"/>
                      </a:cubicBezTo>
                      <a:cubicBezTo>
                        <a:pt x="-1646" y="10031"/>
                        <a:pt x="287" y="2989"/>
                        <a:pt x="5810" y="2575"/>
                      </a:cubicBezTo>
                      <a:lnTo>
                        <a:pt x="35358" y="21"/>
                      </a:lnTo>
                      <a:cubicBezTo>
                        <a:pt x="37153" y="-117"/>
                        <a:pt x="39155" y="435"/>
                        <a:pt x="41157" y="16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83"/>
                <p:cNvSpPr/>
                <p:nvPr/>
              </p:nvSpPr>
              <p:spPr>
                <a:xfrm>
                  <a:off x="2330901" y="2863055"/>
                  <a:ext cx="40264" cy="53789"/>
                </a:xfrm>
                <a:custGeom>
                  <a:rect b="b" l="l" r="r" t="t"/>
                  <a:pathLst>
                    <a:path extrusionOk="0" h="53789" w="40264">
                      <a:moveTo>
                        <a:pt x="28796" y="1633"/>
                      </a:moveTo>
                      <a:cubicBezTo>
                        <a:pt x="30729" y="2737"/>
                        <a:pt x="32731" y="4463"/>
                        <a:pt x="34526" y="6741"/>
                      </a:cubicBezTo>
                      <a:cubicBezTo>
                        <a:pt x="40049" y="13576"/>
                        <a:pt x="41913" y="22827"/>
                        <a:pt x="38669" y="27246"/>
                      </a:cubicBezTo>
                      <a:lnTo>
                        <a:pt x="21547" y="51340"/>
                      </a:lnTo>
                      <a:cubicBezTo>
                        <a:pt x="19407" y="54377"/>
                        <a:pt x="15541" y="54515"/>
                        <a:pt x="11537" y="52168"/>
                      </a:cubicBezTo>
                      <a:cubicBezTo>
                        <a:pt x="9604" y="51063"/>
                        <a:pt x="7602" y="49338"/>
                        <a:pt x="5738" y="47059"/>
                      </a:cubicBezTo>
                      <a:cubicBezTo>
                        <a:pt x="215" y="40225"/>
                        <a:pt x="-1649" y="31043"/>
                        <a:pt x="1595" y="26486"/>
                      </a:cubicBezTo>
                      <a:lnTo>
                        <a:pt x="18717" y="2461"/>
                      </a:lnTo>
                      <a:cubicBezTo>
                        <a:pt x="20857" y="-576"/>
                        <a:pt x="24723" y="-715"/>
                        <a:pt x="28727" y="15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83"/>
                <p:cNvSpPr/>
                <p:nvPr/>
              </p:nvSpPr>
              <p:spPr>
                <a:xfrm>
                  <a:off x="2243921" y="2770887"/>
                  <a:ext cx="23197" cy="68926"/>
                </a:xfrm>
                <a:custGeom>
                  <a:rect b="b" l="l" r="r" t="t"/>
                  <a:pathLst>
                    <a:path extrusionOk="0" h="68926" w="23197">
                      <a:moveTo>
                        <a:pt x="11736" y="1567"/>
                      </a:moveTo>
                      <a:cubicBezTo>
                        <a:pt x="18088" y="5226"/>
                        <a:pt x="23266" y="14201"/>
                        <a:pt x="23197" y="21519"/>
                      </a:cubicBezTo>
                      <a:lnTo>
                        <a:pt x="23058" y="60732"/>
                      </a:lnTo>
                      <a:cubicBezTo>
                        <a:pt x="23058" y="68050"/>
                        <a:pt x="17881" y="71018"/>
                        <a:pt x="11529" y="67359"/>
                      </a:cubicBezTo>
                      <a:cubicBezTo>
                        <a:pt x="5109" y="63700"/>
                        <a:pt x="0" y="54726"/>
                        <a:pt x="0" y="47408"/>
                      </a:cubicBezTo>
                      <a:lnTo>
                        <a:pt x="138" y="8194"/>
                      </a:lnTo>
                      <a:cubicBezTo>
                        <a:pt x="138" y="876"/>
                        <a:pt x="5316" y="-2092"/>
                        <a:pt x="11736" y="156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83"/>
                <p:cNvSpPr/>
                <p:nvPr/>
              </p:nvSpPr>
              <p:spPr>
                <a:xfrm>
                  <a:off x="2417619" y="3110965"/>
                  <a:ext cx="57232" cy="49388"/>
                </a:xfrm>
                <a:custGeom>
                  <a:rect b="b" l="l" r="r" t="t"/>
                  <a:pathLst>
                    <a:path extrusionOk="0" h="49388" w="57232">
                      <a:moveTo>
                        <a:pt x="45703" y="21242"/>
                      </a:moveTo>
                      <a:cubicBezTo>
                        <a:pt x="52123" y="24901"/>
                        <a:pt x="57232" y="33876"/>
                        <a:pt x="57232" y="41194"/>
                      </a:cubicBezTo>
                      <a:cubicBezTo>
                        <a:pt x="57232" y="48512"/>
                        <a:pt x="52054" y="51481"/>
                        <a:pt x="45634" y="47822"/>
                      </a:cubicBezTo>
                      <a:lnTo>
                        <a:pt x="11529" y="28146"/>
                      </a:lnTo>
                      <a:cubicBezTo>
                        <a:pt x="5178" y="24487"/>
                        <a:pt x="0" y="15581"/>
                        <a:pt x="0" y="8194"/>
                      </a:cubicBezTo>
                      <a:cubicBezTo>
                        <a:pt x="0" y="876"/>
                        <a:pt x="5247" y="-2092"/>
                        <a:pt x="11598" y="1567"/>
                      </a:cubicBezTo>
                      <a:lnTo>
                        <a:pt x="45703" y="2124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95" name="Google Shape;2095;p83"/>
            <p:cNvGrpSpPr/>
            <p:nvPr/>
          </p:nvGrpSpPr>
          <p:grpSpPr>
            <a:xfrm>
              <a:off x="1696317" y="2910045"/>
              <a:ext cx="622578" cy="459029"/>
              <a:chOff x="1696317" y="2910045"/>
              <a:chExt cx="622578" cy="459029"/>
            </a:xfrm>
          </p:grpSpPr>
          <p:grpSp>
            <p:nvGrpSpPr>
              <p:cNvPr id="2096" name="Google Shape;2096;p83"/>
              <p:cNvGrpSpPr/>
              <p:nvPr/>
            </p:nvGrpSpPr>
            <p:grpSpPr>
              <a:xfrm>
                <a:off x="1713990" y="2910045"/>
                <a:ext cx="604905" cy="458960"/>
                <a:chOff x="1713990" y="2910045"/>
                <a:chExt cx="604905" cy="458960"/>
              </a:xfrm>
            </p:grpSpPr>
            <p:sp>
              <p:nvSpPr>
                <p:cNvPr id="2097" name="Google Shape;2097;p83"/>
                <p:cNvSpPr/>
                <p:nvPr/>
              </p:nvSpPr>
              <p:spPr>
                <a:xfrm>
                  <a:off x="1713990" y="2969486"/>
                  <a:ext cx="134277" cy="61650"/>
                </a:xfrm>
                <a:custGeom>
                  <a:rect b="b" l="l" r="r" t="t"/>
                  <a:pathLst>
                    <a:path extrusionOk="0" h="61650" w="134277">
                      <a:moveTo>
                        <a:pt x="54263" y="61650"/>
                      </a:moveTo>
                      <a:lnTo>
                        <a:pt x="134278" y="15119"/>
                      </a:lnTo>
                      <a:cubicBezTo>
                        <a:pt x="133656" y="14567"/>
                        <a:pt x="132966" y="14015"/>
                        <a:pt x="132345" y="13531"/>
                      </a:cubicBezTo>
                      <a:cubicBezTo>
                        <a:pt x="131654" y="12979"/>
                        <a:pt x="131033" y="12496"/>
                        <a:pt x="130342" y="12012"/>
                      </a:cubicBezTo>
                      <a:cubicBezTo>
                        <a:pt x="129997" y="11736"/>
                        <a:pt x="129652" y="11529"/>
                        <a:pt x="129307" y="11253"/>
                      </a:cubicBezTo>
                      <a:cubicBezTo>
                        <a:pt x="129169" y="11184"/>
                        <a:pt x="129100" y="11115"/>
                        <a:pt x="128962" y="10977"/>
                      </a:cubicBezTo>
                      <a:cubicBezTo>
                        <a:pt x="128755" y="10839"/>
                        <a:pt x="128548" y="10701"/>
                        <a:pt x="128409" y="10563"/>
                      </a:cubicBezTo>
                      <a:cubicBezTo>
                        <a:pt x="127719" y="10079"/>
                        <a:pt x="127098" y="9665"/>
                        <a:pt x="126407" y="9251"/>
                      </a:cubicBezTo>
                      <a:cubicBezTo>
                        <a:pt x="125717" y="8837"/>
                        <a:pt x="125027" y="8423"/>
                        <a:pt x="124405" y="8008"/>
                      </a:cubicBezTo>
                      <a:cubicBezTo>
                        <a:pt x="124267" y="7939"/>
                        <a:pt x="124060" y="7801"/>
                        <a:pt x="123922" y="7732"/>
                      </a:cubicBezTo>
                      <a:cubicBezTo>
                        <a:pt x="123370" y="7456"/>
                        <a:pt x="122887" y="7111"/>
                        <a:pt x="122334" y="6835"/>
                      </a:cubicBezTo>
                      <a:cubicBezTo>
                        <a:pt x="121644" y="6420"/>
                        <a:pt x="120954" y="6075"/>
                        <a:pt x="120194" y="5730"/>
                      </a:cubicBezTo>
                      <a:cubicBezTo>
                        <a:pt x="119780" y="5523"/>
                        <a:pt x="119435" y="5385"/>
                        <a:pt x="119020" y="5178"/>
                      </a:cubicBezTo>
                      <a:cubicBezTo>
                        <a:pt x="118882" y="5178"/>
                        <a:pt x="118744" y="5040"/>
                        <a:pt x="118606" y="4971"/>
                      </a:cubicBezTo>
                      <a:cubicBezTo>
                        <a:pt x="118399" y="4902"/>
                        <a:pt x="118192" y="4764"/>
                        <a:pt x="118054" y="4694"/>
                      </a:cubicBezTo>
                      <a:cubicBezTo>
                        <a:pt x="117295" y="4349"/>
                        <a:pt x="116535" y="4073"/>
                        <a:pt x="115845" y="3728"/>
                      </a:cubicBezTo>
                      <a:cubicBezTo>
                        <a:pt x="115223" y="3452"/>
                        <a:pt x="114602" y="3245"/>
                        <a:pt x="113981" y="3038"/>
                      </a:cubicBezTo>
                      <a:cubicBezTo>
                        <a:pt x="113912" y="3038"/>
                        <a:pt x="113843" y="3038"/>
                        <a:pt x="113704" y="2969"/>
                      </a:cubicBezTo>
                      <a:cubicBezTo>
                        <a:pt x="113704" y="2969"/>
                        <a:pt x="113566" y="2969"/>
                        <a:pt x="113497" y="2900"/>
                      </a:cubicBezTo>
                      <a:cubicBezTo>
                        <a:pt x="112669" y="2623"/>
                        <a:pt x="111841" y="2347"/>
                        <a:pt x="111081" y="2071"/>
                      </a:cubicBezTo>
                      <a:cubicBezTo>
                        <a:pt x="110391" y="1864"/>
                        <a:pt x="109631" y="1657"/>
                        <a:pt x="108941" y="1519"/>
                      </a:cubicBezTo>
                      <a:cubicBezTo>
                        <a:pt x="108872" y="1519"/>
                        <a:pt x="108734" y="1519"/>
                        <a:pt x="108665" y="1450"/>
                      </a:cubicBezTo>
                      <a:cubicBezTo>
                        <a:pt x="108665" y="1450"/>
                        <a:pt x="108527" y="1450"/>
                        <a:pt x="108527" y="1450"/>
                      </a:cubicBezTo>
                      <a:cubicBezTo>
                        <a:pt x="107629" y="1243"/>
                        <a:pt x="106732" y="1036"/>
                        <a:pt x="105834" y="828"/>
                      </a:cubicBezTo>
                      <a:cubicBezTo>
                        <a:pt x="105351" y="759"/>
                        <a:pt x="104799" y="690"/>
                        <a:pt x="104315" y="552"/>
                      </a:cubicBezTo>
                      <a:cubicBezTo>
                        <a:pt x="104039" y="552"/>
                        <a:pt x="103832" y="483"/>
                        <a:pt x="103556" y="414"/>
                      </a:cubicBezTo>
                      <a:cubicBezTo>
                        <a:pt x="103349" y="414"/>
                        <a:pt x="103142" y="345"/>
                        <a:pt x="102935" y="345"/>
                      </a:cubicBezTo>
                      <a:cubicBezTo>
                        <a:pt x="101899" y="207"/>
                        <a:pt x="100864" y="69"/>
                        <a:pt x="99828" y="0"/>
                      </a:cubicBezTo>
                      <a:cubicBezTo>
                        <a:pt x="99690" y="0"/>
                        <a:pt x="99483" y="0"/>
                        <a:pt x="99345" y="0"/>
                      </a:cubicBezTo>
                      <a:cubicBezTo>
                        <a:pt x="98999" y="0"/>
                        <a:pt x="98654" y="0"/>
                        <a:pt x="98309" y="0"/>
                      </a:cubicBezTo>
                      <a:cubicBezTo>
                        <a:pt x="97688" y="0"/>
                        <a:pt x="97066" y="0"/>
                        <a:pt x="96445" y="0"/>
                      </a:cubicBezTo>
                      <a:cubicBezTo>
                        <a:pt x="96031" y="0"/>
                        <a:pt x="95617" y="0"/>
                        <a:pt x="95202" y="0"/>
                      </a:cubicBezTo>
                      <a:cubicBezTo>
                        <a:pt x="94719" y="0"/>
                        <a:pt x="94236" y="0"/>
                        <a:pt x="93684" y="0"/>
                      </a:cubicBezTo>
                      <a:cubicBezTo>
                        <a:pt x="93339" y="0"/>
                        <a:pt x="93062" y="0"/>
                        <a:pt x="92717" y="0"/>
                      </a:cubicBezTo>
                      <a:cubicBezTo>
                        <a:pt x="92165" y="0"/>
                        <a:pt x="91682" y="138"/>
                        <a:pt x="91198" y="207"/>
                      </a:cubicBezTo>
                      <a:cubicBezTo>
                        <a:pt x="90508" y="276"/>
                        <a:pt x="89887" y="345"/>
                        <a:pt x="89265" y="483"/>
                      </a:cubicBezTo>
                      <a:cubicBezTo>
                        <a:pt x="89058" y="483"/>
                        <a:pt x="88782" y="483"/>
                        <a:pt x="88575" y="552"/>
                      </a:cubicBezTo>
                      <a:cubicBezTo>
                        <a:pt x="87608" y="759"/>
                        <a:pt x="86642" y="967"/>
                        <a:pt x="85675" y="1243"/>
                      </a:cubicBezTo>
                      <a:cubicBezTo>
                        <a:pt x="85192" y="1381"/>
                        <a:pt x="84709" y="1519"/>
                        <a:pt x="84226" y="1726"/>
                      </a:cubicBezTo>
                      <a:cubicBezTo>
                        <a:pt x="84088" y="1726"/>
                        <a:pt x="83949" y="1864"/>
                        <a:pt x="83742" y="1933"/>
                      </a:cubicBezTo>
                      <a:cubicBezTo>
                        <a:pt x="82500" y="2416"/>
                        <a:pt x="81188" y="2969"/>
                        <a:pt x="80014" y="3659"/>
                      </a:cubicBezTo>
                      <a:lnTo>
                        <a:pt x="0" y="50190"/>
                      </a:lnTo>
                      <a:cubicBezTo>
                        <a:pt x="1174" y="49500"/>
                        <a:pt x="2416" y="48947"/>
                        <a:pt x="3728" y="48464"/>
                      </a:cubicBezTo>
                      <a:cubicBezTo>
                        <a:pt x="4349" y="48257"/>
                        <a:pt x="4971" y="47981"/>
                        <a:pt x="5592" y="47774"/>
                      </a:cubicBezTo>
                      <a:cubicBezTo>
                        <a:pt x="6766" y="47429"/>
                        <a:pt x="7939" y="47222"/>
                        <a:pt x="9182" y="47014"/>
                      </a:cubicBezTo>
                      <a:cubicBezTo>
                        <a:pt x="9803" y="46876"/>
                        <a:pt x="10494" y="46807"/>
                        <a:pt x="11115" y="46738"/>
                      </a:cubicBezTo>
                      <a:cubicBezTo>
                        <a:pt x="11943" y="46600"/>
                        <a:pt x="12772" y="46531"/>
                        <a:pt x="13600" y="46462"/>
                      </a:cubicBezTo>
                      <a:cubicBezTo>
                        <a:pt x="14084" y="46462"/>
                        <a:pt x="14567" y="46462"/>
                        <a:pt x="15050" y="46462"/>
                      </a:cubicBezTo>
                      <a:cubicBezTo>
                        <a:pt x="16086" y="46462"/>
                        <a:pt x="17121" y="46462"/>
                        <a:pt x="18157" y="46462"/>
                      </a:cubicBezTo>
                      <a:cubicBezTo>
                        <a:pt x="18502" y="46462"/>
                        <a:pt x="18847" y="46462"/>
                        <a:pt x="19192" y="46462"/>
                      </a:cubicBezTo>
                      <a:cubicBezTo>
                        <a:pt x="20573" y="46531"/>
                        <a:pt x="21954" y="46669"/>
                        <a:pt x="23404" y="46876"/>
                      </a:cubicBezTo>
                      <a:cubicBezTo>
                        <a:pt x="23680" y="46876"/>
                        <a:pt x="23887" y="46945"/>
                        <a:pt x="24163" y="47014"/>
                      </a:cubicBezTo>
                      <a:cubicBezTo>
                        <a:pt x="25613" y="47222"/>
                        <a:pt x="27063" y="47567"/>
                        <a:pt x="28581" y="47912"/>
                      </a:cubicBezTo>
                      <a:cubicBezTo>
                        <a:pt x="28650" y="47912"/>
                        <a:pt x="28789" y="47912"/>
                        <a:pt x="28858" y="47981"/>
                      </a:cubicBezTo>
                      <a:cubicBezTo>
                        <a:pt x="30445" y="48395"/>
                        <a:pt x="32033" y="48878"/>
                        <a:pt x="33621" y="49431"/>
                      </a:cubicBezTo>
                      <a:cubicBezTo>
                        <a:pt x="33690" y="49431"/>
                        <a:pt x="33759" y="49431"/>
                        <a:pt x="33897" y="49500"/>
                      </a:cubicBezTo>
                      <a:cubicBezTo>
                        <a:pt x="35485" y="50052"/>
                        <a:pt x="37004" y="50742"/>
                        <a:pt x="38592" y="51433"/>
                      </a:cubicBezTo>
                      <a:cubicBezTo>
                        <a:pt x="38730" y="51433"/>
                        <a:pt x="38868" y="51571"/>
                        <a:pt x="39006" y="51640"/>
                      </a:cubicBezTo>
                      <a:cubicBezTo>
                        <a:pt x="40594" y="52399"/>
                        <a:pt x="42251" y="53228"/>
                        <a:pt x="43839" y="54194"/>
                      </a:cubicBezTo>
                      <a:cubicBezTo>
                        <a:pt x="45565" y="55161"/>
                        <a:pt x="47222" y="56265"/>
                        <a:pt x="48947" y="57439"/>
                      </a:cubicBezTo>
                      <a:cubicBezTo>
                        <a:pt x="49086" y="57508"/>
                        <a:pt x="49155" y="57577"/>
                        <a:pt x="49293" y="57715"/>
                      </a:cubicBezTo>
                      <a:cubicBezTo>
                        <a:pt x="50950" y="58889"/>
                        <a:pt x="52675" y="60201"/>
                        <a:pt x="54263" y="6158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83"/>
                <p:cNvSpPr/>
                <p:nvPr/>
              </p:nvSpPr>
              <p:spPr>
                <a:xfrm>
                  <a:off x="1782199" y="2948606"/>
                  <a:ext cx="139386" cy="79216"/>
                </a:xfrm>
                <a:custGeom>
                  <a:rect b="b" l="l" r="r" t="t"/>
                  <a:pathLst>
                    <a:path extrusionOk="0" h="79216" w="139386">
                      <a:moveTo>
                        <a:pt x="38523" y="57332"/>
                      </a:moveTo>
                      <a:cubicBezTo>
                        <a:pt x="38523" y="57332"/>
                        <a:pt x="38937" y="57608"/>
                        <a:pt x="39144" y="57815"/>
                      </a:cubicBezTo>
                      <a:cubicBezTo>
                        <a:pt x="40249" y="58643"/>
                        <a:pt x="41284" y="59472"/>
                        <a:pt x="42320" y="60438"/>
                      </a:cubicBezTo>
                      <a:cubicBezTo>
                        <a:pt x="42458" y="60576"/>
                        <a:pt x="42596" y="60715"/>
                        <a:pt x="42734" y="60853"/>
                      </a:cubicBezTo>
                      <a:cubicBezTo>
                        <a:pt x="43770" y="61750"/>
                        <a:pt x="44736" y="62648"/>
                        <a:pt x="45772" y="63545"/>
                      </a:cubicBezTo>
                      <a:cubicBezTo>
                        <a:pt x="45910" y="63683"/>
                        <a:pt x="46048" y="63752"/>
                        <a:pt x="46117" y="63890"/>
                      </a:cubicBezTo>
                      <a:cubicBezTo>
                        <a:pt x="47153" y="64857"/>
                        <a:pt x="48188" y="65961"/>
                        <a:pt x="49224" y="66997"/>
                      </a:cubicBezTo>
                      <a:cubicBezTo>
                        <a:pt x="49431" y="67204"/>
                        <a:pt x="49569" y="67342"/>
                        <a:pt x="49776" y="67549"/>
                      </a:cubicBezTo>
                      <a:cubicBezTo>
                        <a:pt x="50743" y="68585"/>
                        <a:pt x="51778" y="69689"/>
                        <a:pt x="52745" y="70794"/>
                      </a:cubicBezTo>
                      <a:cubicBezTo>
                        <a:pt x="52883" y="71001"/>
                        <a:pt x="53090" y="71139"/>
                        <a:pt x="53228" y="71346"/>
                      </a:cubicBezTo>
                      <a:cubicBezTo>
                        <a:pt x="54194" y="72520"/>
                        <a:pt x="55161" y="73694"/>
                        <a:pt x="56127" y="74867"/>
                      </a:cubicBezTo>
                      <a:cubicBezTo>
                        <a:pt x="56265" y="75074"/>
                        <a:pt x="56404" y="75281"/>
                        <a:pt x="56542" y="75419"/>
                      </a:cubicBezTo>
                      <a:cubicBezTo>
                        <a:pt x="57508" y="76662"/>
                        <a:pt x="58475" y="77905"/>
                        <a:pt x="59372" y="79217"/>
                      </a:cubicBezTo>
                      <a:lnTo>
                        <a:pt x="139386" y="32685"/>
                      </a:lnTo>
                      <a:cubicBezTo>
                        <a:pt x="138903" y="31995"/>
                        <a:pt x="138351" y="31236"/>
                        <a:pt x="137868" y="30545"/>
                      </a:cubicBezTo>
                      <a:cubicBezTo>
                        <a:pt x="137453" y="29993"/>
                        <a:pt x="137039" y="29441"/>
                        <a:pt x="136556" y="28819"/>
                      </a:cubicBezTo>
                      <a:cubicBezTo>
                        <a:pt x="136418" y="28612"/>
                        <a:pt x="136280" y="28405"/>
                        <a:pt x="136142" y="28267"/>
                      </a:cubicBezTo>
                      <a:cubicBezTo>
                        <a:pt x="136073" y="28129"/>
                        <a:pt x="136004" y="28060"/>
                        <a:pt x="135866" y="27922"/>
                      </a:cubicBezTo>
                      <a:cubicBezTo>
                        <a:pt x="135244" y="27162"/>
                        <a:pt x="134692" y="26403"/>
                        <a:pt x="134071" y="25713"/>
                      </a:cubicBezTo>
                      <a:cubicBezTo>
                        <a:pt x="133794" y="25367"/>
                        <a:pt x="133518" y="25091"/>
                        <a:pt x="133242" y="24746"/>
                      </a:cubicBezTo>
                      <a:cubicBezTo>
                        <a:pt x="133104" y="24539"/>
                        <a:pt x="132966" y="24401"/>
                        <a:pt x="132759" y="24194"/>
                      </a:cubicBezTo>
                      <a:cubicBezTo>
                        <a:pt x="132552" y="23987"/>
                        <a:pt x="132414" y="23780"/>
                        <a:pt x="132207" y="23572"/>
                      </a:cubicBezTo>
                      <a:cubicBezTo>
                        <a:pt x="131585" y="22882"/>
                        <a:pt x="130964" y="22192"/>
                        <a:pt x="130343" y="21501"/>
                      </a:cubicBezTo>
                      <a:cubicBezTo>
                        <a:pt x="130135" y="21294"/>
                        <a:pt x="129997" y="21087"/>
                        <a:pt x="129790" y="20880"/>
                      </a:cubicBezTo>
                      <a:cubicBezTo>
                        <a:pt x="129583" y="20673"/>
                        <a:pt x="129445" y="20535"/>
                        <a:pt x="129238" y="20328"/>
                      </a:cubicBezTo>
                      <a:cubicBezTo>
                        <a:pt x="128962" y="20052"/>
                        <a:pt x="128686" y="19706"/>
                        <a:pt x="128410" y="19430"/>
                      </a:cubicBezTo>
                      <a:cubicBezTo>
                        <a:pt x="127719" y="18740"/>
                        <a:pt x="127029" y="18049"/>
                        <a:pt x="126339" y="17428"/>
                      </a:cubicBezTo>
                      <a:cubicBezTo>
                        <a:pt x="126339" y="17428"/>
                        <a:pt x="126200" y="17290"/>
                        <a:pt x="126131" y="17221"/>
                      </a:cubicBezTo>
                      <a:cubicBezTo>
                        <a:pt x="125993" y="17083"/>
                        <a:pt x="125855" y="17014"/>
                        <a:pt x="125786" y="16876"/>
                      </a:cubicBezTo>
                      <a:cubicBezTo>
                        <a:pt x="125234" y="16392"/>
                        <a:pt x="124751" y="15909"/>
                        <a:pt x="124198" y="15426"/>
                      </a:cubicBezTo>
                      <a:cubicBezTo>
                        <a:pt x="123715" y="15012"/>
                        <a:pt x="123232" y="14598"/>
                        <a:pt x="122748" y="14183"/>
                      </a:cubicBezTo>
                      <a:cubicBezTo>
                        <a:pt x="122610" y="14045"/>
                        <a:pt x="122472" y="13907"/>
                        <a:pt x="122334" y="13769"/>
                      </a:cubicBezTo>
                      <a:cubicBezTo>
                        <a:pt x="122265" y="13700"/>
                        <a:pt x="122127" y="13631"/>
                        <a:pt x="122058" y="13562"/>
                      </a:cubicBezTo>
                      <a:cubicBezTo>
                        <a:pt x="121368" y="12941"/>
                        <a:pt x="120608" y="12388"/>
                        <a:pt x="119918" y="11836"/>
                      </a:cubicBezTo>
                      <a:cubicBezTo>
                        <a:pt x="119642" y="11629"/>
                        <a:pt x="119366" y="11422"/>
                        <a:pt x="119089" y="11215"/>
                      </a:cubicBezTo>
                      <a:cubicBezTo>
                        <a:pt x="118882" y="11077"/>
                        <a:pt x="118675" y="10939"/>
                        <a:pt x="118468" y="10731"/>
                      </a:cubicBezTo>
                      <a:cubicBezTo>
                        <a:pt x="118261" y="10524"/>
                        <a:pt x="117985" y="10386"/>
                        <a:pt x="117778" y="10179"/>
                      </a:cubicBezTo>
                      <a:cubicBezTo>
                        <a:pt x="117087" y="9696"/>
                        <a:pt x="116397" y="9213"/>
                        <a:pt x="115707" y="8729"/>
                      </a:cubicBezTo>
                      <a:cubicBezTo>
                        <a:pt x="115569" y="8591"/>
                        <a:pt x="115430" y="8522"/>
                        <a:pt x="115223" y="8453"/>
                      </a:cubicBezTo>
                      <a:cubicBezTo>
                        <a:pt x="115085" y="8315"/>
                        <a:pt x="114878" y="8246"/>
                        <a:pt x="114740" y="8108"/>
                      </a:cubicBezTo>
                      <a:cubicBezTo>
                        <a:pt x="114395" y="7901"/>
                        <a:pt x="114050" y="7625"/>
                        <a:pt x="113705" y="7418"/>
                      </a:cubicBezTo>
                      <a:cubicBezTo>
                        <a:pt x="113083" y="7003"/>
                        <a:pt x="112393" y="6589"/>
                        <a:pt x="111772" y="6244"/>
                      </a:cubicBezTo>
                      <a:cubicBezTo>
                        <a:pt x="111634" y="6175"/>
                        <a:pt x="111495" y="6037"/>
                        <a:pt x="111357" y="5968"/>
                      </a:cubicBezTo>
                      <a:cubicBezTo>
                        <a:pt x="110874" y="5692"/>
                        <a:pt x="110391" y="5416"/>
                        <a:pt x="109908" y="5139"/>
                      </a:cubicBezTo>
                      <a:cubicBezTo>
                        <a:pt x="109286" y="4794"/>
                        <a:pt x="108665" y="4518"/>
                        <a:pt x="108043" y="4173"/>
                      </a:cubicBezTo>
                      <a:cubicBezTo>
                        <a:pt x="107422" y="3897"/>
                        <a:pt x="106801" y="3552"/>
                        <a:pt x="106249" y="3344"/>
                      </a:cubicBezTo>
                      <a:cubicBezTo>
                        <a:pt x="106180" y="3344"/>
                        <a:pt x="106110" y="3344"/>
                        <a:pt x="106042" y="3275"/>
                      </a:cubicBezTo>
                      <a:cubicBezTo>
                        <a:pt x="106042" y="3275"/>
                        <a:pt x="105903" y="3275"/>
                        <a:pt x="105834" y="3206"/>
                      </a:cubicBezTo>
                      <a:cubicBezTo>
                        <a:pt x="105351" y="2999"/>
                        <a:pt x="104868" y="2792"/>
                        <a:pt x="104454" y="2585"/>
                      </a:cubicBezTo>
                      <a:cubicBezTo>
                        <a:pt x="103832" y="2378"/>
                        <a:pt x="103280" y="2102"/>
                        <a:pt x="102659" y="1895"/>
                      </a:cubicBezTo>
                      <a:cubicBezTo>
                        <a:pt x="102037" y="1688"/>
                        <a:pt x="101485" y="1480"/>
                        <a:pt x="100864" y="1342"/>
                      </a:cubicBezTo>
                      <a:cubicBezTo>
                        <a:pt x="100864" y="1342"/>
                        <a:pt x="100726" y="1342"/>
                        <a:pt x="100657" y="1342"/>
                      </a:cubicBezTo>
                      <a:cubicBezTo>
                        <a:pt x="100657" y="1342"/>
                        <a:pt x="100518" y="1342"/>
                        <a:pt x="100518" y="1342"/>
                      </a:cubicBezTo>
                      <a:cubicBezTo>
                        <a:pt x="100035" y="1204"/>
                        <a:pt x="99552" y="1066"/>
                        <a:pt x="99069" y="928"/>
                      </a:cubicBezTo>
                      <a:cubicBezTo>
                        <a:pt x="98447" y="790"/>
                        <a:pt x="97826" y="652"/>
                        <a:pt x="97274" y="514"/>
                      </a:cubicBezTo>
                      <a:cubicBezTo>
                        <a:pt x="96652" y="376"/>
                        <a:pt x="96031" y="307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5410" y="238"/>
                        <a:pt x="95410" y="238"/>
                        <a:pt x="95410" y="238"/>
                      </a:cubicBezTo>
                      <a:cubicBezTo>
                        <a:pt x="94788" y="169"/>
                        <a:pt x="94167" y="100"/>
                        <a:pt x="93546" y="31"/>
                      </a:cubicBezTo>
                      <a:cubicBezTo>
                        <a:pt x="92855" y="31"/>
                        <a:pt x="92234" y="-38"/>
                        <a:pt x="91544" y="31"/>
                      </a:cubicBezTo>
                      <a:cubicBezTo>
                        <a:pt x="91198" y="31"/>
                        <a:pt x="90784" y="31"/>
                        <a:pt x="90439" y="31"/>
                      </a:cubicBezTo>
                      <a:cubicBezTo>
                        <a:pt x="90094" y="31"/>
                        <a:pt x="89680" y="31"/>
                        <a:pt x="89334" y="100"/>
                      </a:cubicBezTo>
                      <a:cubicBezTo>
                        <a:pt x="88989" y="100"/>
                        <a:pt x="88644" y="169"/>
                        <a:pt x="88368" y="238"/>
                      </a:cubicBezTo>
                      <a:cubicBezTo>
                        <a:pt x="88023" y="238"/>
                        <a:pt x="87678" y="307"/>
                        <a:pt x="87263" y="376"/>
                      </a:cubicBezTo>
                      <a:cubicBezTo>
                        <a:pt x="87125" y="376"/>
                        <a:pt x="86987" y="376"/>
                        <a:pt x="86849" y="376"/>
                      </a:cubicBezTo>
                      <a:cubicBezTo>
                        <a:pt x="86573" y="376"/>
                        <a:pt x="86366" y="514"/>
                        <a:pt x="86090" y="583"/>
                      </a:cubicBezTo>
                      <a:cubicBezTo>
                        <a:pt x="85468" y="721"/>
                        <a:pt x="84916" y="859"/>
                        <a:pt x="84295" y="1066"/>
                      </a:cubicBezTo>
                      <a:cubicBezTo>
                        <a:pt x="84157" y="1066"/>
                        <a:pt x="83949" y="1135"/>
                        <a:pt x="83811" y="1204"/>
                      </a:cubicBezTo>
                      <a:cubicBezTo>
                        <a:pt x="83673" y="1204"/>
                        <a:pt x="83535" y="1342"/>
                        <a:pt x="83397" y="1411"/>
                      </a:cubicBezTo>
                      <a:cubicBezTo>
                        <a:pt x="82224" y="1826"/>
                        <a:pt x="81119" y="2378"/>
                        <a:pt x="80014" y="2999"/>
                      </a:cubicBezTo>
                      <a:cubicBezTo>
                        <a:pt x="80014" y="2999"/>
                        <a:pt x="80014" y="2999"/>
                        <a:pt x="80014" y="2999"/>
                      </a:cubicBezTo>
                      <a:lnTo>
                        <a:pt x="0" y="49530"/>
                      </a:lnTo>
                      <a:cubicBezTo>
                        <a:pt x="1105" y="48909"/>
                        <a:pt x="2209" y="48426"/>
                        <a:pt x="3383" y="47943"/>
                      </a:cubicBezTo>
                      <a:cubicBezTo>
                        <a:pt x="3659" y="47805"/>
                        <a:pt x="4004" y="47736"/>
                        <a:pt x="4280" y="47597"/>
                      </a:cubicBezTo>
                      <a:cubicBezTo>
                        <a:pt x="4833" y="47390"/>
                        <a:pt x="5454" y="47252"/>
                        <a:pt x="6075" y="47114"/>
                      </a:cubicBezTo>
                      <a:cubicBezTo>
                        <a:pt x="6490" y="47045"/>
                        <a:pt x="6835" y="46907"/>
                        <a:pt x="7249" y="46838"/>
                      </a:cubicBezTo>
                      <a:cubicBezTo>
                        <a:pt x="7594" y="46838"/>
                        <a:pt x="7939" y="46700"/>
                        <a:pt x="8353" y="46700"/>
                      </a:cubicBezTo>
                      <a:cubicBezTo>
                        <a:pt x="9044" y="46631"/>
                        <a:pt x="9734" y="46493"/>
                        <a:pt x="10425" y="46493"/>
                      </a:cubicBezTo>
                      <a:cubicBezTo>
                        <a:pt x="12082" y="46424"/>
                        <a:pt x="13739" y="46493"/>
                        <a:pt x="15395" y="46700"/>
                      </a:cubicBezTo>
                      <a:cubicBezTo>
                        <a:pt x="15395" y="46700"/>
                        <a:pt x="15395" y="46700"/>
                        <a:pt x="15395" y="46700"/>
                      </a:cubicBezTo>
                      <a:cubicBezTo>
                        <a:pt x="17052" y="46907"/>
                        <a:pt x="18778" y="47321"/>
                        <a:pt x="20504" y="47805"/>
                      </a:cubicBezTo>
                      <a:cubicBezTo>
                        <a:pt x="20504" y="47805"/>
                        <a:pt x="20573" y="47805"/>
                        <a:pt x="20642" y="47805"/>
                      </a:cubicBezTo>
                      <a:cubicBezTo>
                        <a:pt x="22368" y="48288"/>
                        <a:pt x="24094" y="48978"/>
                        <a:pt x="25820" y="49738"/>
                      </a:cubicBezTo>
                      <a:cubicBezTo>
                        <a:pt x="25820" y="49738"/>
                        <a:pt x="25958" y="49738"/>
                        <a:pt x="26027" y="49807"/>
                      </a:cubicBezTo>
                      <a:cubicBezTo>
                        <a:pt x="27822" y="50566"/>
                        <a:pt x="29617" y="51463"/>
                        <a:pt x="31343" y="52499"/>
                      </a:cubicBezTo>
                      <a:cubicBezTo>
                        <a:pt x="32517" y="53189"/>
                        <a:pt x="33621" y="53880"/>
                        <a:pt x="34795" y="54639"/>
                      </a:cubicBezTo>
                      <a:cubicBezTo>
                        <a:pt x="34933" y="54777"/>
                        <a:pt x="35140" y="54846"/>
                        <a:pt x="35278" y="54984"/>
                      </a:cubicBezTo>
                      <a:cubicBezTo>
                        <a:pt x="36383" y="55675"/>
                        <a:pt x="37418" y="56503"/>
                        <a:pt x="38454" y="572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83"/>
                <p:cNvSpPr/>
                <p:nvPr/>
              </p:nvSpPr>
              <p:spPr>
                <a:xfrm>
                  <a:off x="1873260" y="2910045"/>
                  <a:ext cx="238248" cy="170108"/>
                </a:xfrm>
                <a:custGeom>
                  <a:rect b="b" l="l" r="r" t="t"/>
                  <a:pathLst>
                    <a:path extrusionOk="0" h="170108" w="238248">
                      <a:moveTo>
                        <a:pt x="238041" y="123301"/>
                      </a:moveTo>
                      <a:cubicBezTo>
                        <a:pt x="237765" y="122472"/>
                        <a:pt x="237420" y="121575"/>
                        <a:pt x="237143" y="120746"/>
                      </a:cubicBezTo>
                      <a:cubicBezTo>
                        <a:pt x="236522" y="119089"/>
                        <a:pt x="235970" y="117502"/>
                        <a:pt x="235348" y="115914"/>
                      </a:cubicBezTo>
                      <a:cubicBezTo>
                        <a:pt x="234727" y="114326"/>
                        <a:pt x="234106" y="112738"/>
                        <a:pt x="233484" y="111219"/>
                      </a:cubicBezTo>
                      <a:cubicBezTo>
                        <a:pt x="233208" y="110598"/>
                        <a:pt x="233001" y="110046"/>
                        <a:pt x="232725" y="109424"/>
                      </a:cubicBezTo>
                      <a:cubicBezTo>
                        <a:pt x="232587" y="109148"/>
                        <a:pt x="232518" y="108941"/>
                        <a:pt x="232380" y="108665"/>
                      </a:cubicBezTo>
                      <a:cubicBezTo>
                        <a:pt x="232104" y="107974"/>
                        <a:pt x="231759" y="107284"/>
                        <a:pt x="231482" y="106594"/>
                      </a:cubicBezTo>
                      <a:cubicBezTo>
                        <a:pt x="230792" y="105006"/>
                        <a:pt x="230102" y="103487"/>
                        <a:pt x="229342" y="101899"/>
                      </a:cubicBezTo>
                      <a:cubicBezTo>
                        <a:pt x="228583" y="100242"/>
                        <a:pt x="227754" y="98585"/>
                        <a:pt x="226926" y="96998"/>
                      </a:cubicBezTo>
                      <a:cubicBezTo>
                        <a:pt x="226719" y="96514"/>
                        <a:pt x="226443" y="96100"/>
                        <a:pt x="226235" y="95617"/>
                      </a:cubicBezTo>
                      <a:cubicBezTo>
                        <a:pt x="226028" y="95272"/>
                        <a:pt x="225890" y="94926"/>
                        <a:pt x="225683" y="94581"/>
                      </a:cubicBezTo>
                      <a:cubicBezTo>
                        <a:pt x="225131" y="93477"/>
                        <a:pt x="224579" y="92441"/>
                        <a:pt x="224026" y="91336"/>
                      </a:cubicBezTo>
                      <a:cubicBezTo>
                        <a:pt x="222576" y="88644"/>
                        <a:pt x="221058" y="85952"/>
                        <a:pt x="219539" y="83328"/>
                      </a:cubicBezTo>
                      <a:cubicBezTo>
                        <a:pt x="219401" y="83052"/>
                        <a:pt x="219194" y="82776"/>
                        <a:pt x="219056" y="82500"/>
                      </a:cubicBezTo>
                      <a:cubicBezTo>
                        <a:pt x="217813" y="80428"/>
                        <a:pt x="216501" y="78495"/>
                        <a:pt x="215258" y="76493"/>
                      </a:cubicBezTo>
                      <a:cubicBezTo>
                        <a:pt x="214016" y="74491"/>
                        <a:pt x="212842" y="72489"/>
                        <a:pt x="211531" y="70556"/>
                      </a:cubicBezTo>
                      <a:cubicBezTo>
                        <a:pt x="211254" y="70211"/>
                        <a:pt x="211047" y="69866"/>
                        <a:pt x="210771" y="69521"/>
                      </a:cubicBezTo>
                      <a:cubicBezTo>
                        <a:pt x="210357" y="68899"/>
                        <a:pt x="209874" y="68209"/>
                        <a:pt x="209390" y="67588"/>
                      </a:cubicBezTo>
                      <a:cubicBezTo>
                        <a:pt x="208217" y="65931"/>
                        <a:pt x="207112" y="64274"/>
                        <a:pt x="205939" y="62686"/>
                      </a:cubicBezTo>
                      <a:cubicBezTo>
                        <a:pt x="204627" y="60960"/>
                        <a:pt x="203315" y="59234"/>
                        <a:pt x="202003" y="57508"/>
                      </a:cubicBezTo>
                      <a:cubicBezTo>
                        <a:pt x="201865" y="57301"/>
                        <a:pt x="201658" y="57094"/>
                        <a:pt x="201520" y="56887"/>
                      </a:cubicBezTo>
                      <a:cubicBezTo>
                        <a:pt x="201382" y="56680"/>
                        <a:pt x="201244" y="56542"/>
                        <a:pt x="201106" y="56335"/>
                      </a:cubicBezTo>
                      <a:cubicBezTo>
                        <a:pt x="200208" y="55230"/>
                        <a:pt x="199311" y="54056"/>
                        <a:pt x="198413" y="52952"/>
                      </a:cubicBezTo>
                      <a:cubicBezTo>
                        <a:pt x="197240" y="51571"/>
                        <a:pt x="196066" y="50121"/>
                        <a:pt x="194823" y="48809"/>
                      </a:cubicBezTo>
                      <a:cubicBezTo>
                        <a:pt x="193857" y="47705"/>
                        <a:pt x="192890" y="46669"/>
                        <a:pt x="191924" y="45565"/>
                      </a:cubicBezTo>
                      <a:cubicBezTo>
                        <a:pt x="191786" y="45427"/>
                        <a:pt x="191717" y="45288"/>
                        <a:pt x="191579" y="45150"/>
                      </a:cubicBezTo>
                      <a:cubicBezTo>
                        <a:pt x="191441" y="45012"/>
                        <a:pt x="191303" y="44874"/>
                        <a:pt x="191165" y="44667"/>
                      </a:cubicBezTo>
                      <a:cubicBezTo>
                        <a:pt x="189922" y="43286"/>
                        <a:pt x="188610" y="41975"/>
                        <a:pt x="187368" y="40663"/>
                      </a:cubicBezTo>
                      <a:cubicBezTo>
                        <a:pt x="186056" y="39351"/>
                        <a:pt x="184744" y="37971"/>
                        <a:pt x="183363" y="36728"/>
                      </a:cubicBezTo>
                      <a:cubicBezTo>
                        <a:pt x="182880" y="36245"/>
                        <a:pt x="182328" y="35761"/>
                        <a:pt x="181844" y="35278"/>
                      </a:cubicBezTo>
                      <a:cubicBezTo>
                        <a:pt x="181568" y="35002"/>
                        <a:pt x="181292" y="34795"/>
                        <a:pt x="181016" y="34519"/>
                      </a:cubicBezTo>
                      <a:cubicBezTo>
                        <a:pt x="180395" y="33966"/>
                        <a:pt x="179842" y="33414"/>
                        <a:pt x="179221" y="32862"/>
                      </a:cubicBezTo>
                      <a:cubicBezTo>
                        <a:pt x="177840" y="31619"/>
                        <a:pt x="176391" y="30376"/>
                        <a:pt x="175010" y="29203"/>
                      </a:cubicBezTo>
                      <a:cubicBezTo>
                        <a:pt x="173629" y="28029"/>
                        <a:pt x="172179" y="26856"/>
                        <a:pt x="170798" y="25751"/>
                      </a:cubicBezTo>
                      <a:cubicBezTo>
                        <a:pt x="170798" y="25751"/>
                        <a:pt x="170730" y="25751"/>
                        <a:pt x="170660" y="25682"/>
                      </a:cubicBezTo>
                      <a:cubicBezTo>
                        <a:pt x="169280" y="24646"/>
                        <a:pt x="167968" y="23542"/>
                        <a:pt x="166587" y="22575"/>
                      </a:cubicBezTo>
                      <a:cubicBezTo>
                        <a:pt x="165206" y="21540"/>
                        <a:pt x="163826" y="20573"/>
                        <a:pt x="162445" y="19607"/>
                      </a:cubicBezTo>
                      <a:cubicBezTo>
                        <a:pt x="162376" y="19607"/>
                        <a:pt x="162238" y="19468"/>
                        <a:pt x="162169" y="19399"/>
                      </a:cubicBezTo>
                      <a:cubicBezTo>
                        <a:pt x="162031" y="19330"/>
                        <a:pt x="161893" y="19192"/>
                        <a:pt x="161755" y="19123"/>
                      </a:cubicBezTo>
                      <a:cubicBezTo>
                        <a:pt x="160650" y="18364"/>
                        <a:pt x="159476" y="17605"/>
                        <a:pt x="158372" y="16914"/>
                      </a:cubicBezTo>
                      <a:cubicBezTo>
                        <a:pt x="156991" y="16017"/>
                        <a:pt x="155610" y="15188"/>
                        <a:pt x="154299" y="14429"/>
                      </a:cubicBezTo>
                      <a:cubicBezTo>
                        <a:pt x="153953" y="14222"/>
                        <a:pt x="153677" y="14084"/>
                        <a:pt x="153332" y="13876"/>
                      </a:cubicBezTo>
                      <a:cubicBezTo>
                        <a:pt x="152296" y="13255"/>
                        <a:pt x="151261" y="12703"/>
                        <a:pt x="150156" y="12151"/>
                      </a:cubicBezTo>
                      <a:cubicBezTo>
                        <a:pt x="148776" y="11391"/>
                        <a:pt x="147395" y="10701"/>
                        <a:pt x="146083" y="10010"/>
                      </a:cubicBezTo>
                      <a:cubicBezTo>
                        <a:pt x="145669" y="9803"/>
                        <a:pt x="145186" y="9596"/>
                        <a:pt x="144771" y="9389"/>
                      </a:cubicBezTo>
                      <a:cubicBezTo>
                        <a:pt x="144495" y="9251"/>
                        <a:pt x="144150" y="9113"/>
                        <a:pt x="143874" y="8975"/>
                      </a:cubicBezTo>
                      <a:cubicBezTo>
                        <a:pt x="143253" y="8699"/>
                        <a:pt x="142631" y="8353"/>
                        <a:pt x="142010" y="8077"/>
                      </a:cubicBezTo>
                      <a:cubicBezTo>
                        <a:pt x="140629" y="7456"/>
                        <a:pt x="139248" y="6904"/>
                        <a:pt x="137868" y="6351"/>
                      </a:cubicBezTo>
                      <a:cubicBezTo>
                        <a:pt x="137246" y="6075"/>
                        <a:pt x="136625" y="5868"/>
                        <a:pt x="135935" y="5661"/>
                      </a:cubicBezTo>
                      <a:cubicBezTo>
                        <a:pt x="135590" y="5523"/>
                        <a:pt x="135313" y="5385"/>
                        <a:pt x="134968" y="5316"/>
                      </a:cubicBezTo>
                      <a:cubicBezTo>
                        <a:pt x="134554" y="5178"/>
                        <a:pt x="134071" y="4971"/>
                        <a:pt x="133656" y="4833"/>
                      </a:cubicBezTo>
                      <a:cubicBezTo>
                        <a:pt x="132207" y="4349"/>
                        <a:pt x="130826" y="3866"/>
                        <a:pt x="129376" y="3452"/>
                      </a:cubicBezTo>
                      <a:cubicBezTo>
                        <a:pt x="128617" y="3245"/>
                        <a:pt x="127926" y="3038"/>
                        <a:pt x="127167" y="2831"/>
                      </a:cubicBezTo>
                      <a:cubicBezTo>
                        <a:pt x="126822" y="2761"/>
                        <a:pt x="126477" y="2623"/>
                        <a:pt x="126200" y="2554"/>
                      </a:cubicBezTo>
                      <a:cubicBezTo>
                        <a:pt x="125855" y="2485"/>
                        <a:pt x="125441" y="2347"/>
                        <a:pt x="125096" y="2278"/>
                      </a:cubicBezTo>
                      <a:cubicBezTo>
                        <a:pt x="123577" y="1933"/>
                        <a:pt x="122127" y="1588"/>
                        <a:pt x="120677" y="1312"/>
                      </a:cubicBezTo>
                      <a:cubicBezTo>
                        <a:pt x="119987" y="1174"/>
                        <a:pt x="119366" y="1105"/>
                        <a:pt x="118675" y="967"/>
                      </a:cubicBezTo>
                      <a:cubicBezTo>
                        <a:pt x="118261" y="967"/>
                        <a:pt x="117847" y="828"/>
                        <a:pt x="117502" y="759"/>
                      </a:cubicBezTo>
                      <a:cubicBezTo>
                        <a:pt x="117018" y="690"/>
                        <a:pt x="116604" y="621"/>
                        <a:pt x="116121" y="552"/>
                      </a:cubicBezTo>
                      <a:cubicBezTo>
                        <a:pt x="114533" y="345"/>
                        <a:pt x="112945" y="207"/>
                        <a:pt x="111426" y="69"/>
                      </a:cubicBezTo>
                      <a:cubicBezTo>
                        <a:pt x="111012" y="69"/>
                        <a:pt x="110667" y="69"/>
                        <a:pt x="110322" y="69"/>
                      </a:cubicBezTo>
                      <a:cubicBezTo>
                        <a:pt x="109838" y="69"/>
                        <a:pt x="109355" y="69"/>
                        <a:pt x="108872" y="69"/>
                      </a:cubicBezTo>
                      <a:cubicBezTo>
                        <a:pt x="108043" y="69"/>
                        <a:pt x="107215" y="0"/>
                        <a:pt x="106456" y="0"/>
                      </a:cubicBezTo>
                      <a:cubicBezTo>
                        <a:pt x="105075" y="0"/>
                        <a:pt x="103763" y="69"/>
                        <a:pt x="102383" y="207"/>
                      </a:cubicBezTo>
                      <a:cubicBezTo>
                        <a:pt x="102106" y="207"/>
                        <a:pt x="101761" y="207"/>
                        <a:pt x="101485" y="207"/>
                      </a:cubicBezTo>
                      <a:cubicBezTo>
                        <a:pt x="101347" y="207"/>
                        <a:pt x="101278" y="207"/>
                        <a:pt x="101140" y="207"/>
                      </a:cubicBezTo>
                      <a:cubicBezTo>
                        <a:pt x="99138" y="414"/>
                        <a:pt x="97205" y="690"/>
                        <a:pt x="95272" y="1036"/>
                      </a:cubicBezTo>
                      <a:cubicBezTo>
                        <a:pt x="95064" y="1036"/>
                        <a:pt x="94857" y="1174"/>
                        <a:pt x="94650" y="1174"/>
                      </a:cubicBezTo>
                      <a:cubicBezTo>
                        <a:pt x="93546" y="1381"/>
                        <a:pt x="92579" y="1726"/>
                        <a:pt x="91544" y="2002"/>
                      </a:cubicBezTo>
                      <a:cubicBezTo>
                        <a:pt x="90508" y="2278"/>
                        <a:pt x="89403" y="2485"/>
                        <a:pt x="88368" y="2900"/>
                      </a:cubicBezTo>
                      <a:cubicBezTo>
                        <a:pt x="87885" y="3107"/>
                        <a:pt x="87401" y="3245"/>
                        <a:pt x="86918" y="3452"/>
                      </a:cubicBezTo>
                      <a:cubicBezTo>
                        <a:pt x="84502" y="4349"/>
                        <a:pt x="82224" y="5454"/>
                        <a:pt x="80014" y="6766"/>
                      </a:cubicBezTo>
                      <a:lnTo>
                        <a:pt x="0" y="53297"/>
                      </a:lnTo>
                      <a:cubicBezTo>
                        <a:pt x="2209" y="52054"/>
                        <a:pt x="4487" y="50950"/>
                        <a:pt x="6904" y="49983"/>
                      </a:cubicBezTo>
                      <a:cubicBezTo>
                        <a:pt x="8423" y="49431"/>
                        <a:pt x="10011" y="49016"/>
                        <a:pt x="11598" y="48602"/>
                      </a:cubicBezTo>
                      <a:cubicBezTo>
                        <a:pt x="12634" y="48326"/>
                        <a:pt x="13669" y="47981"/>
                        <a:pt x="14705" y="47774"/>
                      </a:cubicBezTo>
                      <a:cubicBezTo>
                        <a:pt x="16914" y="47291"/>
                        <a:pt x="19192" y="46945"/>
                        <a:pt x="21471" y="46738"/>
                      </a:cubicBezTo>
                      <a:cubicBezTo>
                        <a:pt x="21747" y="46738"/>
                        <a:pt x="22092" y="46738"/>
                        <a:pt x="22368" y="46738"/>
                      </a:cubicBezTo>
                      <a:cubicBezTo>
                        <a:pt x="24508" y="46600"/>
                        <a:pt x="26649" y="46531"/>
                        <a:pt x="28858" y="46669"/>
                      </a:cubicBezTo>
                      <a:cubicBezTo>
                        <a:pt x="29341" y="46669"/>
                        <a:pt x="29824" y="46669"/>
                        <a:pt x="30308" y="46669"/>
                      </a:cubicBezTo>
                      <a:cubicBezTo>
                        <a:pt x="32655" y="46807"/>
                        <a:pt x="35071" y="47014"/>
                        <a:pt x="37556" y="47429"/>
                      </a:cubicBezTo>
                      <a:cubicBezTo>
                        <a:pt x="37971" y="47429"/>
                        <a:pt x="38385" y="47567"/>
                        <a:pt x="38730" y="47636"/>
                      </a:cubicBezTo>
                      <a:cubicBezTo>
                        <a:pt x="41215" y="48050"/>
                        <a:pt x="43701" y="48602"/>
                        <a:pt x="46255" y="49224"/>
                      </a:cubicBezTo>
                      <a:cubicBezTo>
                        <a:pt x="46600" y="49293"/>
                        <a:pt x="46946" y="49431"/>
                        <a:pt x="47222" y="49500"/>
                      </a:cubicBezTo>
                      <a:cubicBezTo>
                        <a:pt x="49776" y="50190"/>
                        <a:pt x="52399" y="51019"/>
                        <a:pt x="55023" y="51985"/>
                      </a:cubicBezTo>
                      <a:cubicBezTo>
                        <a:pt x="55368" y="52123"/>
                        <a:pt x="55644" y="52192"/>
                        <a:pt x="55989" y="52330"/>
                      </a:cubicBezTo>
                      <a:cubicBezTo>
                        <a:pt x="58613" y="53297"/>
                        <a:pt x="61236" y="54470"/>
                        <a:pt x="63929" y="55713"/>
                      </a:cubicBezTo>
                      <a:cubicBezTo>
                        <a:pt x="64205" y="55851"/>
                        <a:pt x="64550" y="55989"/>
                        <a:pt x="64826" y="56127"/>
                      </a:cubicBezTo>
                      <a:cubicBezTo>
                        <a:pt x="67657" y="57508"/>
                        <a:pt x="70556" y="58958"/>
                        <a:pt x="73387" y="60615"/>
                      </a:cubicBezTo>
                      <a:cubicBezTo>
                        <a:pt x="76217" y="62272"/>
                        <a:pt x="79048" y="63998"/>
                        <a:pt x="81809" y="65931"/>
                      </a:cubicBezTo>
                      <a:cubicBezTo>
                        <a:pt x="81947" y="66000"/>
                        <a:pt x="82086" y="66138"/>
                        <a:pt x="82224" y="66207"/>
                      </a:cubicBezTo>
                      <a:cubicBezTo>
                        <a:pt x="85054" y="68140"/>
                        <a:pt x="87954" y="70211"/>
                        <a:pt x="90784" y="72489"/>
                      </a:cubicBezTo>
                      <a:cubicBezTo>
                        <a:pt x="94305" y="75251"/>
                        <a:pt x="97757" y="78288"/>
                        <a:pt x="101140" y="81395"/>
                      </a:cubicBezTo>
                      <a:cubicBezTo>
                        <a:pt x="101416" y="81671"/>
                        <a:pt x="101692" y="81878"/>
                        <a:pt x="101968" y="82154"/>
                      </a:cubicBezTo>
                      <a:cubicBezTo>
                        <a:pt x="105282" y="85261"/>
                        <a:pt x="108527" y="88575"/>
                        <a:pt x="111702" y="91958"/>
                      </a:cubicBezTo>
                      <a:cubicBezTo>
                        <a:pt x="111841" y="92096"/>
                        <a:pt x="111979" y="92234"/>
                        <a:pt x="112048" y="92372"/>
                      </a:cubicBezTo>
                      <a:cubicBezTo>
                        <a:pt x="115223" y="95824"/>
                        <a:pt x="118261" y="99414"/>
                        <a:pt x="121230" y="103073"/>
                      </a:cubicBezTo>
                      <a:cubicBezTo>
                        <a:pt x="121368" y="103280"/>
                        <a:pt x="121506" y="103418"/>
                        <a:pt x="121644" y="103625"/>
                      </a:cubicBezTo>
                      <a:cubicBezTo>
                        <a:pt x="124336" y="107077"/>
                        <a:pt x="126960" y="110667"/>
                        <a:pt x="129514" y="114257"/>
                      </a:cubicBezTo>
                      <a:cubicBezTo>
                        <a:pt x="129997" y="114878"/>
                        <a:pt x="130412" y="115569"/>
                        <a:pt x="130895" y="116190"/>
                      </a:cubicBezTo>
                      <a:cubicBezTo>
                        <a:pt x="132483" y="118468"/>
                        <a:pt x="133864" y="120815"/>
                        <a:pt x="135382" y="123163"/>
                      </a:cubicBezTo>
                      <a:cubicBezTo>
                        <a:pt x="136625" y="125165"/>
                        <a:pt x="138006" y="127167"/>
                        <a:pt x="139179" y="129238"/>
                      </a:cubicBezTo>
                      <a:cubicBezTo>
                        <a:pt x="141527" y="133173"/>
                        <a:pt x="143736" y="137177"/>
                        <a:pt x="145807" y="141320"/>
                      </a:cubicBezTo>
                      <a:cubicBezTo>
                        <a:pt x="146014" y="141665"/>
                        <a:pt x="146152" y="142010"/>
                        <a:pt x="146359" y="142355"/>
                      </a:cubicBezTo>
                      <a:cubicBezTo>
                        <a:pt x="148568" y="146635"/>
                        <a:pt x="150571" y="151054"/>
                        <a:pt x="152504" y="155472"/>
                      </a:cubicBezTo>
                      <a:cubicBezTo>
                        <a:pt x="152642" y="155748"/>
                        <a:pt x="152711" y="155955"/>
                        <a:pt x="152849" y="156232"/>
                      </a:cubicBezTo>
                      <a:cubicBezTo>
                        <a:pt x="154782" y="160788"/>
                        <a:pt x="156646" y="165483"/>
                        <a:pt x="158234" y="170108"/>
                      </a:cubicBezTo>
                      <a:lnTo>
                        <a:pt x="158234" y="170108"/>
                      </a:lnTo>
                      <a:lnTo>
                        <a:pt x="238248" y="1235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83"/>
                <p:cNvSpPr/>
                <p:nvPr/>
              </p:nvSpPr>
              <p:spPr>
                <a:xfrm>
                  <a:off x="2195664" y="3247155"/>
                  <a:ext cx="123231" cy="121850"/>
                </a:xfrm>
                <a:custGeom>
                  <a:rect b="b" l="l" r="r" t="t"/>
                  <a:pathLst>
                    <a:path extrusionOk="0" h="121850" w="123231">
                      <a:moveTo>
                        <a:pt x="123094" y="71937"/>
                      </a:moveTo>
                      <a:cubicBezTo>
                        <a:pt x="123094" y="71454"/>
                        <a:pt x="123094" y="71040"/>
                        <a:pt x="123094" y="70556"/>
                      </a:cubicBezTo>
                      <a:cubicBezTo>
                        <a:pt x="123094" y="70349"/>
                        <a:pt x="123094" y="70142"/>
                        <a:pt x="123094" y="70004"/>
                      </a:cubicBezTo>
                      <a:cubicBezTo>
                        <a:pt x="123094" y="69797"/>
                        <a:pt x="123094" y="69590"/>
                        <a:pt x="123094" y="69382"/>
                      </a:cubicBezTo>
                      <a:cubicBezTo>
                        <a:pt x="123094" y="68485"/>
                        <a:pt x="122956" y="67588"/>
                        <a:pt x="122886" y="66690"/>
                      </a:cubicBezTo>
                      <a:cubicBezTo>
                        <a:pt x="122886" y="66207"/>
                        <a:pt x="122748" y="65655"/>
                        <a:pt x="122679" y="65102"/>
                      </a:cubicBezTo>
                      <a:cubicBezTo>
                        <a:pt x="122679" y="64895"/>
                        <a:pt x="122679" y="64688"/>
                        <a:pt x="122679" y="64481"/>
                      </a:cubicBezTo>
                      <a:cubicBezTo>
                        <a:pt x="122679" y="64274"/>
                        <a:pt x="122679" y="64067"/>
                        <a:pt x="122679" y="63860"/>
                      </a:cubicBezTo>
                      <a:cubicBezTo>
                        <a:pt x="122541" y="62962"/>
                        <a:pt x="122403" y="61996"/>
                        <a:pt x="122265" y="61098"/>
                      </a:cubicBezTo>
                      <a:cubicBezTo>
                        <a:pt x="122196" y="60477"/>
                        <a:pt x="122058" y="59855"/>
                        <a:pt x="121920" y="59303"/>
                      </a:cubicBezTo>
                      <a:cubicBezTo>
                        <a:pt x="121920" y="59096"/>
                        <a:pt x="121920" y="58958"/>
                        <a:pt x="121851" y="58820"/>
                      </a:cubicBezTo>
                      <a:cubicBezTo>
                        <a:pt x="121851" y="58682"/>
                        <a:pt x="121851" y="58544"/>
                        <a:pt x="121782" y="58406"/>
                      </a:cubicBezTo>
                      <a:cubicBezTo>
                        <a:pt x="121644" y="57508"/>
                        <a:pt x="121437" y="56611"/>
                        <a:pt x="121230" y="55644"/>
                      </a:cubicBezTo>
                      <a:cubicBezTo>
                        <a:pt x="121023" y="54816"/>
                        <a:pt x="120884" y="54056"/>
                        <a:pt x="120677" y="53228"/>
                      </a:cubicBezTo>
                      <a:cubicBezTo>
                        <a:pt x="120677" y="53228"/>
                        <a:pt x="120677" y="53090"/>
                        <a:pt x="120677" y="53090"/>
                      </a:cubicBezTo>
                      <a:cubicBezTo>
                        <a:pt x="120677" y="53090"/>
                        <a:pt x="120677" y="53090"/>
                        <a:pt x="120677" y="53021"/>
                      </a:cubicBezTo>
                      <a:cubicBezTo>
                        <a:pt x="120470" y="52192"/>
                        <a:pt x="120263" y="51295"/>
                        <a:pt x="119987" y="50466"/>
                      </a:cubicBezTo>
                      <a:cubicBezTo>
                        <a:pt x="119780" y="49638"/>
                        <a:pt x="119504" y="48878"/>
                        <a:pt x="119297" y="48050"/>
                      </a:cubicBezTo>
                      <a:cubicBezTo>
                        <a:pt x="119297" y="47843"/>
                        <a:pt x="119158" y="47636"/>
                        <a:pt x="119089" y="47429"/>
                      </a:cubicBezTo>
                      <a:cubicBezTo>
                        <a:pt x="119089" y="47291"/>
                        <a:pt x="119020" y="47152"/>
                        <a:pt x="118951" y="47014"/>
                      </a:cubicBezTo>
                      <a:cubicBezTo>
                        <a:pt x="118813" y="46600"/>
                        <a:pt x="118675" y="46255"/>
                        <a:pt x="118606" y="45841"/>
                      </a:cubicBezTo>
                      <a:cubicBezTo>
                        <a:pt x="118399" y="45150"/>
                        <a:pt x="118123" y="44460"/>
                        <a:pt x="117916" y="43770"/>
                      </a:cubicBezTo>
                      <a:cubicBezTo>
                        <a:pt x="117709" y="43148"/>
                        <a:pt x="117432" y="42527"/>
                        <a:pt x="117225" y="41906"/>
                      </a:cubicBezTo>
                      <a:cubicBezTo>
                        <a:pt x="117225" y="41768"/>
                        <a:pt x="117087" y="41630"/>
                        <a:pt x="117018" y="41422"/>
                      </a:cubicBezTo>
                      <a:cubicBezTo>
                        <a:pt x="117018" y="41353"/>
                        <a:pt x="117018" y="41284"/>
                        <a:pt x="116949" y="41215"/>
                      </a:cubicBezTo>
                      <a:cubicBezTo>
                        <a:pt x="116811" y="40870"/>
                        <a:pt x="116673" y="40525"/>
                        <a:pt x="116535" y="40180"/>
                      </a:cubicBezTo>
                      <a:cubicBezTo>
                        <a:pt x="116328" y="39627"/>
                        <a:pt x="116052" y="39075"/>
                        <a:pt x="115845" y="38523"/>
                      </a:cubicBezTo>
                      <a:cubicBezTo>
                        <a:pt x="115638" y="37971"/>
                        <a:pt x="115361" y="37487"/>
                        <a:pt x="115154" y="36935"/>
                      </a:cubicBezTo>
                      <a:cubicBezTo>
                        <a:pt x="114947" y="36521"/>
                        <a:pt x="114740" y="36107"/>
                        <a:pt x="114533" y="35692"/>
                      </a:cubicBezTo>
                      <a:cubicBezTo>
                        <a:pt x="114533" y="35692"/>
                        <a:pt x="114533" y="35623"/>
                        <a:pt x="114533" y="35554"/>
                      </a:cubicBezTo>
                      <a:cubicBezTo>
                        <a:pt x="114533" y="35554"/>
                        <a:pt x="114533" y="35416"/>
                        <a:pt x="114464" y="35347"/>
                      </a:cubicBezTo>
                      <a:cubicBezTo>
                        <a:pt x="114188" y="34795"/>
                        <a:pt x="113912" y="34173"/>
                        <a:pt x="113566" y="33621"/>
                      </a:cubicBezTo>
                      <a:cubicBezTo>
                        <a:pt x="113152" y="32793"/>
                        <a:pt x="112669" y="31964"/>
                        <a:pt x="112186" y="31205"/>
                      </a:cubicBezTo>
                      <a:cubicBezTo>
                        <a:pt x="111979" y="30860"/>
                        <a:pt x="111840" y="30584"/>
                        <a:pt x="111633" y="30238"/>
                      </a:cubicBezTo>
                      <a:cubicBezTo>
                        <a:pt x="110874" y="28927"/>
                        <a:pt x="110046" y="27684"/>
                        <a:pt x="109217" y="26441"/>
                      </a:cubicBezTo>
                      <a:cubicBezTo>
                        <a:pt x="109148" y="26303"/>
                        <a:pt x="109010" y="26165"/>
                        <a:pt x="108941" y="26027"/>
                      </a:cubicBezTo>
                      <a:cubicBezTo>
                        <a:pt x="108734" y="25682"/>
                        <a:pt x="108458" y="25337"/>
                        <a:pt x="108251" y="25061"/>
                      </a:cubicBezTo>
                      <a:cubicBezTo>
                        <a:pt x="107836" y="24439"/>
                        <a:pt x="107422" y="23818"/>
                        <a:pt x="106939" y="23266"/>
                      </a:cubicBezTo>
                      <a:cubicBezTo>
                        <a:pt x="106594" y="22782"/>
                        <a:pt x="106180" y="22299"/>
                        <a:pt x="105834" y="21816"/>
                      </a:cubicBezTo>
                      <a:cubicBezTo>
                        <a:pt x="105696" y="21678"/>
                        <a:pt x="105627" y="21540"/>
                        <a:pt x="105489" y="21402"/>
                      </a:cubicBezTo>
                      <a:cubicBezTo>
                        <a:pt x="105420" y="21264"/>
                        <a:pt x="105351" y="21194"/>
                        <a:pt x="105213" y="21056"/>
                      </a:cubicBezTo>
                      <a:cubicBezTo>
                        <a:pt x="104730" y="20366"/>
                        <a:pt x="104177" y="19745"/>
                        <a:pt x="103625" y="19123"/>
                      </a:cubicBezTo>
                      <a:cubicBezTo>
                        <a:pt x="103211" y="18640"/>
                        <a:pt x="102797" y="18157"/>
                        <a:pt x="102382" y="17674"/>
                      </a:cubicBezTo>
                      <a:cubicBezTo>
                        <a:pt x="102382" y="17605"/>
                        <a:pt x="102244" y="17535"/>
                        <a:pt x="102175" y="17466"/>
                      </a:cubicBezTo>
                      <a:cubicBezTo>
                        <a:pt x="102175" y="17466"/>
                        <a:pt x="102106" y="17328"/>
                        <a:pt x="102037" y="17328"/>
                      </a:cubicBezTo>
                      <a:cubicBezTo>
                        <a:pt x="101485" y="16707"/>
                        <a:pt x="100933" y="16086"/>
                        <a:pt x="100380" y="15533"/>
                      </a:cubicBezTo>
                      <a:cubicBezTo>
                        <a:pt x="99897" y="14981"/>
                        <a:pt x="99345" y="14429"/>
                        <a:pt x="98792" y="13876"/>
                      </a:cubicBezTo>
                      <a:cubicBezTo>
                        <a:pt x="98792" y="13876"/>
                        <a:pt x="98792" y="13807"/>
                        <a:pt x="98723" y="13738"/>
                      </a:cubicBezTo>
                      <a:cubicBezTo>
                        <a:pt x="98723" y="13738"/>
                        <a:pt x="98723" y="13738"/>
                        <a:pt x="98723" y="13738"/>
                      </a:cubicBezTo>
                      <a:cubicBezTo>
                        <a:pt x="98102" y="13117"/>
                        <a:pt x="97550" y="12565"/>
                        <a:pt x="96928" y="11943"/>
                      </a:cubicBezTo>
                      <a:cubicBezTo>
                        <a:pt x="96376" y="11460"/>
                        <a:pt x="95893" y="10908"/>
                        <a:pt x="95341" y="10425"/>
                      </a:cubicBezTo>
                      <a:cubicBezTo>
                        <a:pt x="95341" y="10425"/>
                        <a:pt x="95202" y="10356"/>
                        <a:pt x="95202" y="10287"/>
                      </a:cubicBezTo>
                      <a:cubicBezTo>
                        <a:pt x="95202" y="10287"/>
                        <a:pt x="95202" y="10287"/>
                        <a:pt x="95133" y="10218"/>
                      </a:cubicBezTo>
                      <a:cubicBezTo>
                        <a:pt x="94512" y="9665"/>
                        <a:pt x="93891" y="9113"/>
                        <a:pt x="93269" y="8561"/>
                      </a:cubicBezTo>
                      <a:cubicBezTo>
                        <a:pt x="92786" y="8146"/>
                        <a:pt x="92234" y="7732"/>
                        <a:pt x="91751" y="7318"/>
                      </a:cubicBezTo>
                      <a:cubicBezTo>
                        <a:pt x="91682" y="7318"/>
                        <a:pt x="91613" y="7180"/>
                        <a:pt x="91543" y="7180"/>
                      </a:cubicBezTo>
                      <a:cubicBezTo>
                        <a:pt x="91543" y="7180"/>
                        <a:pt x="91475" y="7111"/>
                        <a:pt x="91405" y="7111"/>
                      </a:cubicBezTo>
                      <a:cubicBezTo>
                        <a:pt x="90784" y="6628"/>
                        <a:pt x="90163" y="6144"/>
                        <a:pt x="89610" y="5730"/>
                      </a:cubicBezTo>
                      <a:cubicBezTo>
                        <a:pt x="89058" y="5316"/>
                        <a:pt x="88437" y="4902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884" y="4487"/>
                        <a:pt x="87884" y="4487"/>
                        <a:pt x="87884" y="4487"/>
                      </a:cubicBezTo>
                      <a:cubicBezTo>
                        <a:pt x="87332" y="4073"/>
                        <a:pt x="86711" y="3728"/>
                        <a:pt x="86159" y="3383"/>
                      </a:cubicBezTo>
                      <a:cubicBezTo>
                        <a:pt x="85606" y="3038"/>
                        <a:pt x="85054" y="2692"/>
                        <a:pt x="84502" y="2347"/>
                      </a:cubicBezTo>
                      <a:cubicBezTo>
                        <a:pt x="84364" y="2278"/>
                        <a:pt x="84225" y="2209"/>
                        <a:pt x="84087" y="2140"/>
                      </a:cubicBezTo>
                      <a:cubicBezTo>
                        <a:pt x="83673" y="1933"/>
                        <a:pt x="83259" y="1657"/>
                        <a:pt x="82845" y="1450"/>
                      </a:cubicBezTo>
                      <a:cubicBezTo>
                        <a:pt x="82292" y="1174"/>
                        <a:pt x="81809" y="897"/>
                        <a:pt x="81257" y="621"/>
                      </a:cubicBezTo>
                      <a:cubicBezTo>
                        <a:pt x="80843" y="414"/>
                        <a:pt x="80429" y="207"/>
                        <a:pt x="80014" y="0"/>
                      </a:cubicBezTo>
                      <a:lnTo>
                        <a:pt x="80014" y="0"/>
                      </a:lnTo>
                      <a:lnTo>
                        <a:pt x="0" y="46531"/>
                      </a:lnTo>
                      <a:cubicBezTo>
                        <a:pt x="1381" y="47152"/>
                        <a:pt x="2692" y="47843"/>
                        <a:pt x="4073" y="48671"/>
                      </a:cubicBezTo>
                      <a:cubicBezTo>
                        <a:pt x="5316" y="49431"/>
                        <a:pt x="6558" y="50190"/>
                        <a:pt x="7870" y="51088"/>
                      </a:cubicBezTo>
                      <a:cubicBezTo>
                        <a:pt x="7870" y="51088"/>
                        <a:pt x="7870" y="51088"/>
                        <a:pt x="7870" y="51088"/>
                      </a:cubicBezTo>
                      <a:cubicBezTo>
                        <a:pt x="9113" y="51916"/>
                        <a:pt x="10287" y="52814"/>
                        <a:pt x="11529" y="53780"/>
                      </a:cubicBezTo>
                      <a:cubicBezTo>
                        <a:pt x="11529" y="53780"/>
                        <a:pt x="11667" y="53918"/>
                        <a:pt x="11736" y="53918"/>
                      </a:cubicBezTo>
                      <a:cubicBezTo>
                        <a:pt x="12910" y="54885"/>
                        <a:pt x="14083" y="55851"/>
                        <a:pt x="15257" y="56887"/>
                      </a:cubicBezTo>
                      <a:cubicBezTo>
                        <a:pt x="15257" y="56887"/>
                        <a:pt x="15326" y="56956"/>
                        <a:pt x="15395" y="57025"/>
                      </a:cubicBezTo>
                      <a:cubicBezTo>
                        <a:pt x="16569" y="58060"/>
                        <a:pt x="17742" y="59165"/>
                        <a:pt x="18847" y="60339"/>
                      </a:cubicBezTo>
                      <a:cubicBezTo>
                        <a:pt x="18847" y="60339"/>
                        <a:pt x="18847" y="60339"/>
                        <a:pt x="18916" y="60408"/>
                      </a:cubicBezTo>
                      <a:cubicBezTo>
                        <a:pt x="20021" y="61581"/>
                        <a:pt x="21194" y="62755"/>
                        <a:pt x="22230" y="63998"/>
                      </a:cubicBezTo>
                      <a:cubicBezTo>
                        <a:pt x="22230" y="64067"/>
                        <a:pt x="22368" y="64136"/>
                        <a:pt x="22437" y="64205"/>
                      </a:cubicBezTo>
                      <a:cubicBezTo>
                        <a:pt x="23473" y="65378"/>
                        <a:pt x="24508" y="66621"/>
                        <a:pt x="25475" y="67933"/>
                      </a:cubicBezTo>
                      <a:cubicBezTo>
                        <a:pt x="25613" y="68071"/>
                        <a:pt x="25682" y="68209"/>
                        <a:pt x="25820" y="68416"/>
                      </a:cubicBezTo>
                      <a:cubicBezTo>
                        <a:pt x="26648" y="69452"/>
                        <a:pt x="27408" y="70556"/>
                        <a:pt x="28236" y="71661"/>
                      </a:cubicBezTo>
                      <a:cubicBezTo>
                        <a:pt x="28443" y="72006"/>
                        <a:pt x="28720" y="72282"/>
                        <a:pt x="28927" y="72627"/>
                      </a:cubicBezTo>
                      <a:cubicBezTo>
                        <a:pt x="29893" y="74008"/>
                        <a:pt x="30791" y="75389"/>
                        <a:pt x="31619" y="76839"/>
                      </a:cubicBezTo>
                      <a:cubicBezTo>
                        <a:pt x="32655" y="78565"/>
                        <a:pt x="33621" y="80359"/>
                        <a:pt x="34519" y="82154"/>
                      </a:cubicBezTo>
                      <a:cubicBezTo>
                        <a:pt x="34519" y="82154"/>
                        <a:pt x="34519" y="82224"/>
                        <a:pt x="34519" y="82292"/>
                      </a:cubicBezTo>
                      <a:cubicBezTo>
                        <a:pt x="35416" y="84087"/>
                        <a:pt x="36176" y="85883"/>
                        <a:pt x="36935" y="87746"/>
                      </a:cubicBezTo>
                      <a:cubicBezTo>
                        <a:pt x="36935" y="87816"/>
                        <a:pt x="36935" y="87885"/>
                        <a:pt x="37004" y="87954"/>
                      </a:cubicBezTo>
                      <a:cubicBezTo>
                        <a:pt x="37694" y="89749"/>
                        <a:pt x="38385" y="91613"/>
                        <a:pt x="39006" y="93477"/>
                      </a:cubicBezTo>
                      <a:cubicBezTo>
                        <a:pt x="39006" y="93615"/>
                        <a:pt x="39075" y="93753"/>
                        <a:pt x="39144" y="93891"/>
                      </a:cubicBezTo>
                      <a:cubicBezTo>
                        <a:pt x="39765" y="95755"/>
                        <a:pt x="40249" y="97688"/>
                        <a:pt x="40732" y="99621"/>
                      </a:cubicBezTo>
                      <a:cubicBezTo>
                        <a:pt x="40732" y="99621"/>
                        <a:pt x="40732" y="99690"/>
                        <a:pt x="40732" y="99759"/>
                      </a:cubicBezTo>
                      <a:cubicBezTo>
                        <a:pt x="41215" y="101623"/>
                        <a:pt x="41560" y="103487"/>
                        <a:pt x="41906" y="105351"/>
                      </a:cubicBezTo>
                      <a:cubicBezTo>
                        <a:pt x="41906" y="105489"/>
                        <a:pt x="41906" y="105696"/>
                        <a:pt x="41975" y="105834"/>
                      </a:cubicBezTo>
                      <a:cubicBezTo>
                        <a:pt x="42320" y="107629"/>
                        <a:pt x="42527" y="109355"/>
                        <a:pt x="42734" y="111012"/>
                      </a:cubicBezTo>
                      <a:cubicBezTo>
                        <a:pt x="42734" y="111219"/>
                        <a:pt x="42734" y="111357"/>
                        <a:pt x="42734" y="111564"/>
                      </a:cubicBezTo>
                      <a:cubicBezTo>
                        <a:pt x="42941" y="113221"/>
                        <a:pt x="43079" y="114878"/>
                        <a:pt x="43148" y="116466"/>
                      </a:cubicBezTo>
                      <a:cubicBezTo>
                        <a:pt x="43148" y="116673"/>
                        <a:pt x="43148" y="116811"/>
                        <a:pt x="43148" y="117018"/>
                      </a:cubicBezTo>
                      <a:cubicBezTo>
                        <a:pt x="43217" y="118675"/>
                        <a:pt x="43286" y="120263"/>
                        <a:pt x="43217" y="121851"/>
                      </a:cubicBezTo>
                      <a:lnTo>
                        <a:pt x="43217" y="121851"/>
                      </a:lnTo>
                      <a:cubicBezTo>
                        <a:pt x="43217" y="121851"/>
                        <a:pt x="43217" y="121851"/>
                        <a:pt x="43217" y="121851"/>
                      </a:cubicBezTo>
                      <a:lnTo>
                        <a:pt x="123232" y="75320"/>
                      </a:lnTo>
                      <a:cubicBezTo>
                        <a:pt x="123232" y="75320"/>
                        <a:pt x="123232" y="74698"/>
                        <a:pt x="123232" y="74353"/>
                      </a:cubicBezTo>
                      <a:cubicBezTo>
                        <a:pt x="123232" y="73525"/>
                        <a:pt x="123232" y="72696"/>
                        <a:pt x="123232" y="7186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83"/>
                <p:cNvSpPr/>
                <p:nvPr/>
              </p:nvSpPr>
              <p:spPr>
                <a:xfrm>
                  <a:off x="2031700" y="3032586"/>
                  <a:ext cx="244737" cy="260961"/>
                </a:xfrm>
                <a:custGeom>
                  <a:rect b="b" l="l" r="r" t="t"/>
                  <a:pathLst>
                    <a:path extrusionOk="0" h="260961" w="244737">
                      <a:moveTo>
                        <a:pt x="244599" y="196825"/>
                      </a:moveTo>
                      <a:cubicBezTo>
                        <a:pt x="244599" y="195928"/>
                        <a:pt x="244599" y="195031"/>
                        <a:pt x="244599" y="194064"/>
                      </a:cubicBezTo>
                      <a:cubicBezTo>
                        <a:pt x="244599" y="192407"/>
                        <a:pt x="244461" y="190750"/>
                        <a:pt x="244392" y="189093"/>
                      </a:cubicBezTo>
                      <a:cubicBezTo>
                        <a:pt x="244392" y="188955"/>
                        <a:pt x="244392" y="188886"/>
                        <a:pt x="244392" y="188748"/>
                      </a:cubicBezTo>
                      <a:cubicBezTo>
                        <a:pt x="244392" y="188541"/>
                        <a:pt x="244392" y="188334"/>
                        <a:pt x="244392" y="188058"/>
                      </a:cubicBezTo>
                      <a:cubicBezTo>
                        <a:pt x="244323" y="186677"/>
                        <a:pt x="244185" y="185296"/>
                        <a:pt x="244047" y="183916"/>
                      </a:cubicBezTo>
                      <a:cubicBezTo>
                        <a:pt x="243909" y="182535"/>
                        <a:pt x="243771" y="181154"/>
                        <a:pt x="243564" y="179773"/>
                      </a:cubicBezTo>
                      <a:cubicBezTo>
                        <a:pt x="243564" y="179497"/>
                        <a:pt x="243564" y="179290"/>
                        <a:pt x="243495" y="179014"/>
                      </a:cubicBezTo>
                      <a:cubicBezTo>
                        <a:pt x="243495" y="178876"/>
                        <a:pt x="243495" y="178738"/>
                        <a:pt x="243495" y="178600"/>
                      </a:cubicBezTo>
                      <a:cubicBezTo>
                        <a:pt x="243288" y="176805"/>
                        <a:pt x="243011" y="174941"/>
                        <a:pt x="242735" y="173146"/>
                      </a:cubicBezTo>
                      <a:cubicBezTo>
                        <a:pt x="242597" y="172317"/>
                        <a:pt x="242459" y="171489"/>
                        <a:pt x="242321" y="170591"/>
                      </a:cubicBezTo>
                      <a:cubicBezTo>
                        <a:pt x="242252" y="170039"/>
                        <a:pt x="242114" y="169487"/>
                        <a:pt x="242045" y="169003"/>
                      </a:cubicBezTo>
                      <a:cubicBezTo>
                        <a:pt x="241976" y="168520"/>
                        <a:pt x="241907" y="167968"/>
                        <a:pt x="241769" y="167485"/>
                      </a:cubicBezTo>
                      <a:cubicBezTo>
                        <a:pt x="241424" y="165552"/>
                        <a:pt x="241010" y="163619"/>
                        <a:pt x="240595" y="161686"/>
                      </a:cubicBezTo>
                      <a:cubicBezTo>
                        <a:pt x="240526" y="161340"/>
                        <a:pt x="240457" y="160995"/>
                        <a:pt x="240319" y="160650"/>
                      </a:cubicBezTo>
                      <a:cubicBezTo>
                        <a:pt x="240181" y="160098"/>
                        <a:pt x="240043" y="159614"/>
                        <a:pt x="239974" y="159062"/>
                      </a:cubicBezTo>
                      <a:cubicBezTo>
                        <a:pt x="239698" y="157958"/>
                        <a:pt x="239491" y="156853"/>
                        <a:pt x="239214" y="155748"/>
                      </a:cubicBezTo>
                      <a:cubicBezTo>
                        <a:pt x="238800" y="154160"/>
                        <a:pt x="238386" y="152504"/>
                        <a:pt x="237972" y="150916"/>
                      </a:cubicBezTo>
                      <a:cubicBezTo>
                        <a:pt x="237903" y="150639"/>
                        <a:pt x="237834" y="150363"/>
                        <a:pt x="237765" y="150018"/>
                      </a:cubicBezTo>
                      <a:cubicBezTo>
                        <a:pt x="237765" y="149880"/>
                        <a:pt x="237765" y="149811"/>
                        <a:pt x="237696" y="149673"/>
                      </a:cubicBezTo>
                      <a:cubicBezTo>
                        <a:pt x="237143" y="147671"/>
                        <a:pt x="236522" y="145669"/>
                        <a:pt x="235970" y="143667"/>
                      </a:cubicBezTo>
                      <a:cubicBezTo>
                        <a:pt x="235763" y="142907"/>
                        <a:pt x="235486" y="142079"/>
                        <a:pt x="235210" y="141320"/>
                      </a:cubicBezTo>
                      <a:cubicBezTo>
                        <a:pt x="235003" y="140698"/>
                        <a:pt x="234865" y="140146"/>
                        <a:pt x="234658" y="139524"/>
                      </a:cubicBezTo>
                      <a:cubicBezTo>
                        <a:pt x="234451" y="138903"/>
                        <a:pt x="234313" y="138351"/>
                        <a:pt x="234106" y="137730"/>
                      </a:cubicBezTo>
                      <a:cubicBezTo>
                        <a:pt x="233484" y="135796"/>
                        <a:pt x="232794" y="133863"/>
                        <a:pt x="232104" y="131930"/>
                      </a:cubicBezTo>
                      <a:cubicBezTo>
                        <a:pt x="231966" y="131585"/>
                        <a:pt x="231827" y="131240"/>
                        <a:pt x="231758" y="130964"/>
                      </a:cubicBezTo>
                      <a:cubicBezTo>
                        <a:pt x="231620" y="130550"/>
                        <a:pt x="231413" y="130135"/>
                        <a:pt x="231275" y="129652"/>
                      </a:cubicBezTo>
                      <a:cubicBezTo>
                        <a:pt x="230861" y="128548"/>
                        <a:pt x="230447" y="127512"/>
                        <a:pt x="230032" y="126407"/>
                      </a:cubicBezTo>
                      <a:cubicBezTo>
                        <a:pt x="229342" y="124612"/>
                        <a:pt x="228583" y="122817"/>
                        <a:pt x="227892" y="121022"/>
                      </a:cubicBezTo>
                      <a:cubicBezTo>
                        <a:pt x="227892" y="120953"/>
                        <a:pt x="227823" y="120815"/>
                        <a:pt x="227754" y="120746"/>
                      </a:cubicBezTo>
                      <a:cubicBezTo>
                        <a:pt x="227685" y="120539"/>
                        <a:pt x="227616" y="120401"/>
                        <a:pt x="227547" y="120194"/>
                      </a:cubicBezTo>
                      <a:cubicBezTo>
                        <a:pt x="226926" y="118675"/>
                        <a:pt x="226305" y="117225"/>
                        <a:pt x="225614" y="115707"/>
                      </a:cubicBezTo>
                      <a:cubicBezTo>
                        <a:pt x="224924" y="114188"/>
                        <a:pt x="224233" y="112669"/>
                        <a:pt x="223543" y="111150"/>
                      </a:cubicBezTo>
                      <a:cubicBezTo>
                        <a:pt x="223474" y="111012"/>
                        <a:pt x="223405" y="110874"/>
                        <a:pt x="223336" y="110667"/>
                      </a:cubicBezTo>
                      <a:cubicBezTo>
                        <a:pt x="223336" y="110598"/>
                        <a:pt x="223267" y="110529"/>
                        <a:pt x="223198" y="110460"/>
                      </a:cubicBezTo>
                      <a:cubicBezTo>
                        <a:pt x="222300" y="108596"/>
                        <a:pt x="221403" y="106732"/>
                        <a:pt x="220505" y="104868"/>
                      </a:cubicBezTo>
                      <a:cubicBezTo>
                        <a:pt x="220091" y="104039"/>
                        <a:pt x="219608" y="103211"/>
                        <a:pt x="219194" y="102382"/>
                      </a:cubicBezTo>
                      <a:cubicBezTo>
                        <a:pt x="218848" y="101692"/>
                        <a:pt x="218503" y="101002"/>
                        <a:pt x="218158" y="100311"/>
                      </a:cubicBezTo>
                      <a:cubicBezTo>
                        <a:pt x="217882" y="99759"/>
                        <a:pt x="217537" y="99138"/>
                        <a:pt x="217261" y="98585"/>
                      </a:cubicBezTo>
                      <a:cubicBezTo>
                        <a:pt x="216639" y="97412"/>
                        <a:pt x="215949" y="96238"/>
                        <a:pt x="215258" y="95064"/>
                      </a:cubicBezTo>
                      <a:cubicBezTo>
                        <a:pt x="214430" y="93546"/>
                        <a:pt x="213602" y="92096"/>
                        <a:pt x="212773" y="90646"/>
                      </a:cubicBezTo>
                      <a:cubicBezTo>
                        <a:pt x="212566" y="90232"/>
                        <a:pt x="212290" y="89818"/>
                        <a:pt x="212083" y="89403"/>
                      </a:cubicBezTo>
                      <a:cubicBezTo>
                        <a:pt x="211669" y="88782"/>
                        <a:pt x="211254" y="88161"/>
                        <a:pt x="210909" y="87470"/>
                      </a:cubicBezTo>
                      <a:cubicBezTo>
                        <a:pt x="209114" y="84502"/>
                        <a:pt x="207250" y="81533"/>
                        <a:pt x="205317" y="78634"/>
                      </a:cubicBezTo>
                      <a:cubicBezTo>
                        <a:pt x="204903" y="78012"/>
                        <a:pt x="204558" y="77322"/>
                        <a:pt x="204143" y="76701"/>
                      </a:cubicBezTo>
                      <a:cubicBezTo>
                        <a:pt x="203798" y="76148"/>
                        <a:pt x="203384" y="75596"/>
                        <a:pt x="202970" y="75113"/>
                      </a:cubicBezTo>
                      <a:cubicBezTo>
                        <a:pt x="202072" y="73870"/>
                        <a:pt x="201175" y="72558"/>
                        <a:pt x="200277" y="71316"/>
                      </a:cubicBezTo>
                      <a:cubicBezTo>
                        <a:pt x="199656" y="70418"/>
                        <a:pt x="198966" y="69452"/>
                        <a:pt x="198344" y="68554"/>
                      </a:cubicBezTo>
                      <a:cubicBezTo>
                        <a:pt x="197447" y="67380"/>
                        <a:pt x="196549" y="66138"/>
                        <a:pt x="195652" y="64964"/>
                      </a:cubicBezTo>
                      <a:cubicBezTo>
                        <a:pt x="195169" y="64343"/>
                        <a:pt x="194685" y="63652"/>
                        <a:pt x="194133" y="63031"/>
                      </a:cubicBezTo>
                      <a:cubicBezTo>
                        <a:pt x="192890" y="61443"/>
                        <a:pt x="191648" y="59855"/>
                        <a:pt x="190336" y="58337"/>
                      </a:cubicBezTo>
                      <a:cubicBezTo>
                        <a:pt x="190060" y="58060"/>
                        <a:pt x="189853" y="57784"/>
                        <a:pt x="189577" y="57508"/>
                      </a:cubicBezTo>
                      <a:cubicBezTo>
                        <a:pt x="189231" y="57163"/>
                        <a:pt x="188955" y="56749"/>
                        <a:pt x="188610" y="56404"/>
                      </a:cubicBezTo>
                      <a:cubicBezTo>
                        <a:pt x="187920" y="55575"/>
                        <a:pt x="187229" y="54747"/>
                        <a:pt x="186539" y="53987"/>
                      </a:cubicBezTo>
                      <a:cubicBezTo>
                        <a:pt x="185227" y="52537"/>
                        <a:pt x="183915" y="51088"/>
                        <a:pt x="182604" y="49638"/>
                      </a:cubicBezTo>
                      <a:cubicBezTo>
                        <a:pt x="181223" y="48119"/>
                        <a:pt x="179842" y="46669"/>
                        <a:pt x="178393" y="45288"/>
                      </a:cubicBezTo>
                      <a:cubicBezTo>
                        <a:pt x="177771" y="44667"/>
                        <a:pt x="177150" y="44046"/>
                        <a:pt x="176528" y="43424"/>
                      </a:cubicBezTo>
                      <a:cubicBezTo>
                        <a:pt x="176045" y="42941"/>
                        <a:pt x="175631" y="42527"/>
                        <a:pt x="175148" y="42044"/>
                      </a:cubicBezTo>
                      <a:cubicBezTo>
                        <a:pt x="174734" y="41630"/>
                        <a:pt x="174388" y="41284"/>
                        <a:pt x="173974" y="40870"/>
                      </a:cubicBezTo>
                      <a:cubicBezTo>
                        <a:pt x="172455" y="39420"/>
                        <a:pt x="170868" y="37971"/>
                        <a:pt x="169280" y="36521"/>
                      </a:cubicBezTo>
                      <a:cubicBezTo>
                        <a:pt x="169142" y="36452"/>
                        <a:pt x="169072" y="36314"/>
                        <a:pt x="168934" y="36245"/>
                      </a:cubicBezTo>
                      <a:cubicBezTo>
                        <a:pt x="168658" y="35968"/>
                        <a:pt x="168313" y="35692"/>
                        <a:pt x="168037" y="35416"/>
                      </a:cubicBezTo>
                      <a:cubicBezTo>
                        <a:pt x="166863" y="34381"/>
                        <a:pt x="165690" y="33345"/>
                        <a:pt x="164447" y="32309"/>
                      </a:cubicBezTo>
                      <a:cubicBezTo>
                        <a:pt x="163757" y="31757"/>
                        <a:pt x="163135" y="31205"/>
                        <a:pt x="162445" y="30653"/>
                      </a:cubicBezTo>
                      <a:cubicBezTo>
                        <a:pt x="161893" y="30238"/>
                        <a:pt x="161409" y="29755"/>
                        <a:pt x="160857" y="29341"/>
                      </a:cubicBezTo>
                      <a:cubicBezTo>
                        <a:pt x="160443" y="28996"/>
                        <a:pt x="160029" y="28650"/>
                        <a:pt x="159614" y="28305"/>
                      </a:cubicBezTo>
                      <a:cubicBezTo>
                        <a:pt x="158026" y="27063"/>
                        <a:pt x="156370" y="25820"/>
                        <a:pt x="154782" y="24646"/>
                      </a:cubicBezTo>
                      <a:cubicBezTo>
                        <a:pt x="154713" y="24646"/>
                        <a:pt x="154575" y="24508"/>
                        <a:pt x="154506" y="24439"/>
                      </a:cubicBezTo>
                      <a:cubicBezTo>
                        <a:pt x="154229" y="24232"/>
                        <a:pt x="154022" y="24094"/>
                        <a:pt x="153746" y="23887"/>
                      </a:cubicBezTo>
                      <a:cubicBezTo>
                        <a:pt x="152504" y="22989"/>
                        <a:pt x="151261" y="22092"/>
                        <a:pt x="150018" y="21264"/>
                      </a:cubicBezTo>
                      <a:cubicBezTo>
                        <a:pt x="149328" y="20780"/>
                        <a:pt x="148568" y="20297"/>
                        <a:pt x="147878" y="19814"/>
                      </a:cubicBezTo>
                      <a:cubicBezTo>
                        <a:pt x="147395" y="19468"/>
                        <a:pt x="146912" y="19192"/>
                        <a:pt x="146428" y="18847"/>
                      </a:cubicBezTo>
                      <a:cubicBezTo>
                        <a:pt x="146083" y="18640"/>
                        <a:pt x="145669" y="18364"/>
                        <a:pt x="145324" y="18157"/>
                      </a:cubicBezTo>
                      <a:cubicBezTo>
                        <a:pt x="143805" y="17190"/>
                        <a:pt x="142217" y="16224"/>
                        <a:pt x="140698" y="15326"/>
                      </a:cubicBezTo>
                      <a:cubicBezTo>
                        <a:pt x="140353" y="15119"/>
                        <a:pt x="140008" y="14912"/>
                        <a:pt x="139662" y="14705"/>
                      </a:cubicBezTo>
                      <a:cubicBezTo>
                        <a:pt x="138489" y="14015"/>
                        <a:pt x="137315" y="13393"/>
                        <a:pt x="136142" y="12772"/>
                      </a:cubicBezTo>
                      <a:cubicBezTo>
                        <a:pt x="134692" y="12013"/>
                        <a:pt x="133311" y="11253"/>
                        <a:pt x="131861" y="10563"/>
                      </a:cubicBezTo>
                      <a:cubicBezTo>
                        <a:pt x="131861" y="10563"/>
                        <a:pt x="131792" y="10563"/>
                        <a:pt x="131723" y="10494"/>
                      </a:cubicBezTo>
                      <a:cubicBezTo>
                        <a:pt x="131723" y="10494"/>
                        <a:pt x="131723" y="10494"/>
                        <a:pt x="131723" y="10494"/>
                      </a:cubicBezTo>
                      <a:cubicBezTo>
                        <a:pt x="130204" y="9734"/>
                        <a:pt x="128755" y="9044"/>
                        <a:pt x="127236" y="8353"/>
                      </a:cubicBezTo>
                      <a:cubicBezTo>
                        <a:pt x="126338" y="7939"/>
                        <a:pt x="125510" y="7594"/>
                        <a:pt x="124612" y="7249"/>
                      </a:cubicBezTo>
                      <a:cubicBezTo>
                        <a:pt x="124267" y="7111"/>
                        <a:pt x="123922" y="6973"/>
                        <a:pt x="123577" y="6835"/>
                      </a:cubicBezTo>
                      <a:cubicBezTo>
                        <a:pt x="123301" y="6697"/>
                        <a:pt x="123094" y="6628"/>
                        <a:pt x="122817" y="6490"/>
                      </a:cubicBezTo>
                      <a:cubicBezTo>
                        <a:pt x="121368" y="5868"/>
                        <a:pt x="119849" y="5316"/>
                        <a:pt x="118399" y="4833"/>
                      </a:cubicBezTo>
                      <a:cubicBezTo>
                        <a:pt x="117847" y="4625"/>
                        <a:pt x="117364" y="4487"/>
                        <a:pt x="116811" y="4280"/>
                      </a:cubicBezTo>
                      <a:cubicBezTo>
                        <a:pt x="116397" y="4142"/>
                        <a:pt x="115983" y="4004"/>
                        <a:pt x="115568" y="3866"/>
                      </a:cubicBezTo>
                      <a:cubicBezTo>
                        <a:pt x="115016" y="3728"/>
                        <a:pt x="114533" y="3521"/>
                        <a:pt x="113981" y="3383"/>
                      </a:cubicBezTo>
                      <a:cubicBezTo>
                        <a:pt x="112462" y="2900"/>
                        <a:pt x="111012" y="2554"/>
                        <a:pt x="109562" y="2140"/>
                      </a:cubicBezTo>
                      <a:cubicBezTo>
                        <a:pt x="109355" y="2140"/>
                        <a:pt x="109148" y="2071"/>
                        <a:pt x="108872" y="2002"/>
                      </a:cubicBezTo>
                      <a:cubicBezTo>
                        <a:pt x="108527" y="1933"/>
                        <a:pt x="108181" y="1864"/>
                        <a:pt x="107836" y="1795"/>
                      </a:cubicBezTo>
                      <a:cubicBezTo>
                        <a:pt x="106939" y="1588"/>
                        <a:pt x="105972" y="1381"/>
                        <a:pt x="105075" y="1174"/>
                      </a:cubicBezTo>
                      <a:cubicBezTo>
                        <a:pt x="103901" y="967"/>
                        <a:pt x="102728" y="759"/>
                        <a:pt x="101554" y="621"/>
                      </a:cubicBezTo>
                      <a:cubicBezTo>
                        <a:pt x="101347" y="621"/>
                        <a:pt x="101071" y="552"/>
                        <a:pt x="100864" y="483"/>
                      </a:cubicBezTo>
                      <a:cubicBezTo>
                        <a:pt x="100726" y="483"/>
                        <a:pt x="100656" y="483"/>
                        <a:pt x="100518" y="483"/>
                      </a:cubicBezTo>
                      <a:cubicBezTo>
                        <a:pt x="98930" y="276"/>
                        <a:pt x="97412" y="138"/>
                        <a:pt x="95893" y="0"/>
                      </a:cubicBezTo>
                      <a:cubicBezTo>
                        <a:pt x="95409" y="0"/>
                        <a:pt x="94995" y="0"/>
                        <a:pt x="94512" y="0"/>
                      </a:cubicBezTo>
                      <a:cubicBezTo>
                        <a:pt x="93960" y="0"/>
                        <a:pt x="93408" y="0"/>
                        <a:pt x="92924" y="0"/>
                      </a:cubicBezTo>
                      <a:cubicBezTo>
                        <a:pt x="92303" y="0"/>
                        <a:pt x="91682" y="0"/>
                        <a:pt x="91129" y="0"/>
                      </a:cubicBezTo>
                      <a:cubicBezTo>
                        <a:pt x="90025" y="0"/>
                        <a:pt x="88920" y="69"/>
                        <a:pt x="87746" y="138"/>
                      </a:cubicBezTo>
                      <a:cubicBezTo>
                        <a:pt x="87332" y="138"/>
                        <a:pt x="86849" y="138"/>
                        <a:pt x="86435" y="138"/>
                      </a:cubicBezTo>
                      <a:cubicBezTo>
                        <a:pt x="86297" y="138"/>
                        <a:pt x="86159" y="138"/>
                        <a:pt x="86021" y="138"/>
                      </a:cubicBezTo>
                      <a:cubicBezTo>
                        <a:pt x="84157" y="276"/>
                        <a:pt x="82292" y="552"/>
                        <a:pt x="80429" y="898"/>
                      </a:cubicBezTo>
                      <a:cubicBezTo>
                        <a:pt x="80291" y="898"/>
                        <a:pt x="80152" y="898"/>
                        <a:pt x="80014" y="967"/>
                      </a:cubicBezTo>
                      <a:lnTo>
                        <a:pt x="0" y="47498"/>
                      </a:lnTo>
                      <a:cubicBezTo>
                        <a:pt x="2071" y="47083"/>
                        <a:pt x="4211" y="46807"/>
                        <a:pt x="6420" y="46600"/>
                      </a:cubicBezTo>
                      <a:cubicBezTo>
                        <a:pt x="6835" y="46600"/>
                        <a:pt x="7318" y="46600"/>
                        <a:pt x="7732" y="46600"/>
                      </a:cubicBezTo>
                      <a:cubicBezTo>
                        <a:pt x="9458" y="46531"/>
                        <a:pt x="11184" y="46462"/>
                        <a:pt x="12910" y="46531"/>
                      </a:cubicBezTo>
                      <a:cubicBezTo>
                        <a:pt x="13462" y="46531"/>
                        <a:pt x="14015" y="46531"/>
                        <a:pt x="14498" y="46531"/>
                      </a:cubicBezTo>
                      <a:cubicBezTo>
                        <a:pt x="16569" y="46669"/>
                        <a:pt x="18709" y="46807"/>
                        <a:pt x="20849" y="47083"/>
                      </a:cubicBezTo>
                      <a:cubicBezTo>
                        <a:pt x="21056" y="47083"/>
                        <a:pt x="21333" y="47153"/>
                        <a:pt x="21540" y="47222"/>
                      </a:cubicBezTo>
                      <a:cubicBezTo>
                        <a:pt x="23611" y="47498"/>
                        <a:pt x="25682" y="47912"/>
                        <a:pt x="27822" y="48395"/>
                      </a:cubicBezTo>
                      <a:cubicBezTo>
                        <a:pt x="28167" y="48464"/>
                        <a:pt x="28512" y="48533"/>
                        <a:pt x="28858" y="48602"/>
                      </a:cubicBezTo>
                      <a:cubicBezTo>
                        <a:pt x="31067" y="49155"/>
                        <a:pt x="33276" y="49776"/>
                        <a:pt x="35554" y="50466"/>
                      </a:cubicBezTo>
                      <a:cubicBezTo>
                        <a:pt x="35968" y="50604"/>
                        <a:pt x="36383" y="50742"/>
                        <a:pt x="36797" y="50881"/>
                      </a:cubicBezTo>
                      <a:cubicBezTo>
                        <a:pt x="39075" y="51640"/>
                        <a:pt x="41284" y="52468"/>
                        <a:pt x="43563" y="53366"/>
                      </a:cubicBezTo>
                      <a:cubicBezTo>
                        <a:pt x="43908" y="53504"/>
                        <a:pt x="44253" y="53642"/>
                        <a:pt x="44598" y="53780"/>
                      </a:cubicBezTo>
                      <a:cubicBezTo>
                        <a:pt x="47014" y="54747"/>
                        <a:pt x="49362" y="55851"/>
                        <a:pt x="51778" y="57025"/>
                      </a:cubicBezTo>
                      <a:cubicBezTo>
                        <a:pt x="51778" y="57025"/>
                        <a:pt x="51847" y="57025"/>
                        <a:pt x="51916" y="57094"/>
                      </a:cubicBezTo>
                      <a:cubicBezTo>
                        <a:pt x="54539" y="58406"/>
                        <a:pt x="57094" y="59786"/>
                        <a:pt x="59717" y="61305"/>
                      </a:cubicBezTo>
                      <a:cubicBezTo>
                        <a:pt x="61995" y="62617"/>
                        <a:pt x="64205" y="63998"/>
                        <a:pt x="66483" y="65447"/>
                      </a:cubicBezTo>
                      <a:cubicBezTo>
                        <a:pt x="66966" y="65724"/>
                        <a:pt x="67449" y="66069"/>
                        <a:pt x="67933" y="66414"/>
                      </a:cubicBezTo>
                      <a:cubicBezTo>
                        <a:pt x="69935" y="67726"/>
                        <a:pt x="71868" y="69106"/>
                        <a:pt x="73801" y="70487"/>
                      </a:cubicBezTo>
                      <a:cubicBezTo>
                        <a:pt x="74077" y="70694"/>
                        <a:pt x="74284" y="70832"/>
                        <a:pt x="74560" y="71039"/>
                      </a:cubicBezTo>
                      <a:cubicBezTo>
                        <a:pt x="76700" y="72627"/>
                        <a:pt x="78841" y="74215"/>
                        <a:pt x="80912" y="75941"/>
                      </a:cubicBezTo>
                      <a:cubicBezTo>
                        <a:pt x="81464" y="76355"/>
                        <a:pt x="82016" y="76839"/>
                        <a:pt x="82500" y="77253"/>
                      </a:cubicBezTo>
                      <a:cubicBezTo>
                        <a:pt x="84364" y="78772"/>
                        <a:pt x="86228" y="80359"/>
                        <a:pt x="88092" y="82016"/>
                      </a:cubicBezTo>
                      <a:cubicBezTo>
                        <a:pt x="88368" y="82293"/>
                        <a:pt x="88713" y="82500"/>
                        <a:pt x="88989" y="82776"/>
                      </a:cubicBezTo>
                      <a:cubicBezTo>
                        <a:pt x="91060" y="84640"/>
                        <a:pt x="93131" y="86573"/>
                        <a:pt x="95133" y="88575"/>
                      </a:cubicBezTo>
                      <a:cubicBezTo>
                        <a:pt x="95617" y="89058"/>
                        <a:pt x="96031" y="89472"/>
                        <a:pt x="96514" y="89956"/>
                      </a:cubicBezTo>
                      <a:cubicBezTo>
                        <a:pt x="98585" y="91958"/>
                        <a:pt x="100587" y="9402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2589" y="96169"/>
                        <a:pt x="102589" y="96169"/>
                        <a:pt x="102589" y="96169"/>
                      </a:cubicBezTo>
                      <a:cubicBezTo>
                        <a:pt x="104592" y="98378"/>
                        <a:pt x="106594" y="100656"/>
                        <a:pt x="108596" y="102935"/>
                      </a:cubicBezTo>
                      <a:cubicBezTo>
                        <a:pt x="108941" y="103280"/>
                        <a:pt x="109217" y="103694"/>
                        <a:pt x="109562" y="104039"/>
                      </a:cubicBezTo>
                      <a:cubicBezTo>
                        <a:pt x="111633" y="106456"/>
                        <a:pt x="113635" y="108941"/>
                        <a:pt x="115568" y="111495"/>
                      </a:cubicBezTo>
                      <a:cubicBezTo>
                        <a:pt x="117156" y="113566"/>
                        <a:pt x="118675" y="115707"/>
                        <a:pt x="120194" y="117847"/>
                      </a:cubicBezTo>
                      <a:cubicBezTo>
                        <a:pt x="121091" y="119089"/>
                        <a:pt x="121989" y="120332"/>
                        <a:pt x="122817" y="121644"/>
                      </a:cubicBezTo>
                      <a:cubicBezTo>
                        <a:pt x="123646" y="122817"/>
                        <a:pt x="124405" y="123991"/>
                        <a:pt x="125165" y="125165"/>
                      </a:cubicBezTo>
                      <a:cubicBezTo>
                        <a:pt x="127098" y="128064"/>
                        <a:pt x="128893" y="131033"/>
                        <a:pt x="130688" y="134002"/>
                      </a:cubicBezTo>
                      <a:cubicBezTo>
                        <a:pt x="131309" y="135037"/>
                        <a:pt x="131930" y="136073"/>
                        <a:pt x="132552" y="137108"/>
                      </a:cubicBezTo>
                      <a:cubicBezTo>
                        <a:pt x="133380" y="138558"/>
                        <a:pt x="134209" y="140077"/>
                        <a:pt x="135037" y="141596"/>
                      </a:cubicBezTo>
                      <a:cubicBezTo>
                        <a:pt x="136004" y="143322"/>
                        <a:pt x="136970" y="145117"/>
                        <a:pt x="137937" y="146843"/>
                      </a:cubicBezTo>
                      <a:cubicBezTo>
                        <a:pt x="138282" y="147533"/>
                        <a:pt x="138627" y="148223"/>
                        <a:pt x="138972" y="148914"/>
                      </a:cubicBezTo>
                      <a:cubicBezTo>
                        <a:pt x="140422" y="151675"/>
                        <a:pt x="141803" y="154506"/>
                        <a:pt x="143114" y="157267"/>
                      </a:cubicBezTo>
                      <a:cubicBezTo>
                        <a:pt x="143183" y="157405"/>
                        <a:pt x="143253" y="157612"/>
                        <a:pt x="143321" y="157750"/>
                      </a:cubicBezTo>
                      <a:cubicBezTo>
                        <a:pt x="144702" y="160719"/>
                        <a:pt x="146083" y="163757"/>
                        <a:pt x="147326" y="166794"/>
                      </a:cubicBezTo>
                      <a:cubicBezTo>
                        <a:pt x="147395" y="167001"/>
                        <a:pt x="147464" y="167139"/>
                        <a:pt x="147533" y="167347"/>
                      </a:cubicBezTo>
                      <a:cubicBezTo>
                        <a:pt x="148775" y="170315"/>
                        <a:pt x="149949" y="173284"/>
                        <a:pt x="151054" y="176252"/>
                      </a:cubicBezTo>
                      <a:cubicBezTo>
                        <a:pt x="151192" y="176667"/>
                        <a:pt x="151399" y="177150"/>
                        <a:pt x="151537" y="177564"/>
                      </a:cubicBezTo>
                      <a:cubicBezTo>
                        <a:pt x="152573" y="180464"/>
                        <a:pt x="153608" y="183294"/>
                        <a:pt x="154506" y="186194"/>
                      </a:cubicBezTo>
                      <a:cubicBezTo>
                        <a:pt x="154713" y="186746"/>
                        <a:pt x="154851" y="187367"/>
                        <a:pt x="155058" y="187920"/>
                      </a:cubicBezTo>
                      <a:cubicBezTo>
                        <a:pt x="155955" y="190819"/>
                        <a:pt x="156853" y="193788"/>
                        <a:pt x="157681" y="196688"/>
                      </a:cubicBezTo>
                      <a:cubicBezTo>
                        <a:pt x="157750" y="196964"/>
                        <a:pt x="157819" y="197240"/>
                        <a:pt x="157888" y="197516"/>
                      </a:cubicBezTo>
                      <a:cubicBezTo>
                        <a:pt x="158648" y="200277"/>
                        <a:pt x="159338" y="202970"/>
                        <a:pt x="159959" y="205662"/>
                      </a:cubicBezTo>
                      <a:cubicBezTo>
                        <a:pt x="160098" y="206215"/>
                        <a:pt x="160236" y="206698"/>
                        <a:pt x="160305" y="207250"/>
                      </a:cubicBezTo>
                      <a:cubicBezTo>
                        <a:pt x="160926" y="210081"/>
                        <a:pt x="161478" y="212842"/>
                        <a:pt x="162031" y="215673"/>
                      </a:cubicBezTo>
                      <a:cubicBezTo>
                        <a:pt x="162100" y="216225"/>
                        <a:pt x="162238" y="216777"/>
                        <a:pt x="162307" y="217261"/>
                      </a:cubicBezTo>
                      <a:cubicBezTo>
                        <a:pt x="162790" y="220091"/>
                        <a:pt x="163204" y="222922"/>
                        <a:pt x="163550" y="225683"/>
                      </a:cubicBezTo>
                      <a:cubicBezTo>
                        <a:pt x="163550" y="225959"/>
                        <a:pt x="163550" y="226166"/>
                        <a:pt x="163618" y="226443"/>
                      </a:cubicBezTo>
                      <a:cubicBezTo>
                        <a:pt x="163964" y="229273"/>
                        <a:pt x="164240" y="232035"/>
                        <a:pt x="164378" y="234727"/>
                      </a:cubicBezTo>
                      <a:cubicBezTo>
                        <a:pt x="164378" y="234934"/>
                        <a:pt x="164378" y="235141"/>
                        <a:pt x="164378" y="235348"/>
                      </a:cubicBezTo>
                      <a:cubicBezTo>
                        <a:pt x="164585" y="238110"/>
                        <a:pt x="164654" y="240802"/>
                        <a:pt x="164654" y="243426"/>
                      </a:cubicBezTo>
                      <a:cubicBezTo>
                        <a:pt x="164654" y="243771"/>
                        <a:pt x="164654" y="244185"/>
                        <a:pt x="164654" y="244530"/>
                      </a:cubicBezTo>
                      <a:cubicBezTo>
                        <a:pt x="164654" y="247085"/>
                        <a:pt x="164585" y="249639"/>
                        <a:pt x="164447" y="252055"/>
                      </a:cubicBezTo>
                      <a:cubicBezTo>
                        <a:pt x="164447" y="252470"/>
                        <a:pt x="164447" y="252884"/>
                        <a:pt x="164378" y="253298"/>
                      </a:cubicBezTo>
                      <a:cubicBezTo>
                        <a:pt x="164171" y="255921"/>
                        <a:pt x="163964" y="258476"/>
                        <a:pt x="163618" y="260961"/>
                      </a:cubicBezTo>
                      <a:lnTo>
                        <a:pt x="243633" y="214430"/>
                      </a:lnTo>
                      <a:cubicBezTo>
                        <a:pt x="243702" y="213947"/>
                        <a:pt x="243771" y="213395"/>
                        <a:pt x="243840" y="212911"/>
                      </a:cubicBezTo>
                      <a:cubicBezTo>
                        <a:pt x="244047" y="211392"/>
                        <a:pt x="244185" y="209874"/>
                        <a:pt x="244323" y="208286"/>
                      </a:cubicBezTo>
                      <a:cubicBezTo>
                        <a:pt x="244323" y="207802"/>
                        <a:pt x="244323" y="207250"/>
                        <a:pt x="244392" y="206767"/>
                      </a:cubicBezTo>
                      <a:cubicBezTo>
                        <a:pt x="244392" y="206353"/>
                        <a:pt x="244392" y="205938"/>
                        <a:pt x="244461" y="205524"/>
                      </a:cubicBezTo>
                      <a:cubicBezTo>
                        <a:pt x="244461" y="204903"/>
                        <a:pt x="244530" y="204282"/>
                        <a:pt x="244599" y="203660"/>
                      </a:cubicBezTo>
                      <a:cubicBezTo>
                        <a:pt x="244599" y="202072"/>
                        <a:pt x="244668" y="200484"/>
                        <a:pt x="244737" y="198897"/>
                      </a:cubicBezTo>
                      <a:cubicBezTo>
                        <a:pt x="244737" y="198551"/>
                        <a:pt x="244737" y="198275"/>
                        <a:pt x="244737" y="197930"/>
                      </a:cubicBezTo>
                      <a:cubicBezTo>
                        <a:pt x="244737" y="197516"/>
                        <a:pt x="244737" y="197171"/>
                        <a:pt x="244737" y="196756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2" name="Google Shape;2102;p83"/>
              <p:cNvSpPr/>
              <p:nvPr/>
            </p:nvSpPr>
            <p:spPr>
              <a:xfrm>
                <a:off x="1696317" y="2956302"/>
                <a:ext cx="542509" cy="412772"/>
              </a:xfrm>
              <a:custGeom>
                <a:rect b="b" l="l" r="r" t="t"/>
                <a:pathLst>
                  <a:path extrusionOk="0" h="412772" w="542509">
                    <a:moveTo>
                      <a:pt x="250053" y="14082"/>
                    </a:moveTo>
                    <a:cubicBezTo>
                      <a:pt x="255852" y="17465"/>
                      <a:pt x="261721" y="21400"/>
                      <a:pt x="267451" y="25956"/>
                    </a:cubicBezTo>
                    <a:cubicBezTo>
                      <a:pt x="296861" y="49084"/>
                      <a:pt x="321507" y="85190"/>
                      <a:pt x="334900" y="123575"/>
                    </a:cubicBezTo>
                    <a:cubicBezTo>
                      <a:pt x="352367" y="119985"/>
                      <a:pt x="373561" y="125301"/>
                      <a:pt x="394687" y="137521"/>
                    </a:cubicBezTo>
                    <a:cubicBezTo>
                      <a:pt x="414362" y="148843"/>
                      <a:pt x="433969" y="166171"/>
                      <a:pt x="450607" y="187780"/>
                    </a:cubicBezTo>
                    <a:cubicBezTo>
                      <a:pt x="485126" y="232654"/>
                      <a:pt x="504939" y="294373"/>
                      <a:pt x="498933" y="337315"/>
                    </a:cubicBezTo>
                    <a:cubicBezTo>
                      <a:pt x="500314" y="337936"/>
                      <a:pt x="501625" y="338626"/>
                      <a:pt x="503006" y="339455"/>
                    </a:cubicBezTo>
                    <a:cubicBezTo>
                      <a:pt x="513086" y="345323"/>
                      <a:pt x="523165" y="355541"/>
                      <a:pt x="530621" y="367691"/>
                    </a:cubicBezTo>
                    <a:cubicBezTo>
                      <a:pt x="539044" y="381499"/>
                      <a:pt x="542772" y="399656"/>
                      <a:pt x="542496" y="412773"/>
                    </a:cubicBezTo>
                    <a:lnTo>
                      <a:pt x="0" y="99550"/>
                    </a:lnTo>
                    <a:cubicBezTo>
                      <a:pt x="1036" y="80565"/>
                      <a:pt x="9596" y="65031"/>
                      <a:pt x="23335" y="61165"/>
                    </a:cubicBezTo>
                    <a:cubicBezTo>
                      <a:pt x="34242" y="58128"/>
                      <a:pt x="47981" y="59715"/>
                      <a:pt x="61581" y="67586"/>
                    </a:cubicBezTo>
                    <a:cubicBezTo>
                      <a:pt x="65102" y="69588"/>
                      <a:pt x="68623" y="72073"/>
                      <a:pt x="72006" y="74973"/>
                    </a:cubicBezTo>
                    <a:cubicBezTo>
                      <a:pt x="71039" y="54262"/>
                      <a:pt x="80912" y="39626"/>
                      <a:pt x="96376" y="38866"/>
                    </a:cubicBezTo>
                    <a:cubicBezTo>
                      <a:pt x="102866" y="38590"/>
                      <a:pt x="110115" y="40799"/>
                      <a:pt x="117363" y="44941"/>
                    </a:cubicBezTo>
                    <a:cubicBezTo>
                      <a:pt x="127236" y="50672"/>
                      <a:pt x="137177" y="60061"/>
                      <a:pt x="145324" y="71590"/>
                    </a:cubicBezTo>
                    <a:cubicBezTo>
                      <a:pt x="146566" y="37969"/>
                      <a:pt x="160650" y="12356"/>
                      <a:pt x="183570" y="3519"/>
                    </a:cubicBezTo>
                    <a:cubicBezTo>
                      <a:pt x="202072" y="-3661"/>
                      <a:pt x="226097" y="274"/>
                      <a:pt x="250122" y="1415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3" name="Google Shape;2103;p83"/>
            <p:cNvGrpSpPr/>
            <p:nvPr/>
          </p:nvGrpSpPr>
          <p:grpSpPr>
            <a:xfrm>
              <a:off x="2506239" y="3192960"/>
              <a:ext cx="329608" cy="257440"/>
              <a:chOff x="2506239" y="3192960"/>
              <a:chExt cx="329608" cy="257440"/>
            </a:xfrm>
          </p:grpSpPr>
          <p:grpSp>
            <p:nvGrpSpPr>
              <p:cNvPr id="2104" name="Google Shape;2104;p83"/>
              <p:cNvGrpSpPr/>
              <p:nvPr/>
            </p:nvGrpSpPr>
            <p:grpSpPr>
              <a:xfrm>
                <a:off x="2513788" y="3192960"/>
                <a:ext cx="322059" cy="257440"/>
                <a:chOff x="2513788" y="3192960"/>
                <a:chExt cx="322059" cy="257440"/>
              </a:xfrm>
            </p:grpSpPr>
            <p:sp>
              <p:nvSpPr>
                <p:cNvPr id="2105" name="Google Shape;2105;p83"/>
                <p:cNvSpPr/>
                <p:nvPr/>
              </p:nvSpPr>
              <p:spPr>
                <a:xfrm>
                  <a:off x="2513788" y="3232104"/>
                  <a:ext cx="106179" cy="55782"/>
                </a:xfrm>
                <a:custGeom>
                  <a:rect b="b" l="l" r="r" t="t"/>
                  <a:pathLst>
                    <a:path extrusionOk="0" h="55782" w="106179">
                      <a:moveTo>
                        <a:pt x="30860" y="55713"/>
                      </a:moveTo>
                      <a:lnTo>
                        <a:pt x="106180" y="11944"/>
                      </a:lnTo>
                      <a:cubicBezTo>
                        <a:pt x="106180" y="11944"/>
                        <a:pt x="105765" y="11529"/>
                        <a:pt x="105627" y="11322"/>
                      </a:cubicBezTo>
                      <a:cubicBezTo>
                        <a:pt x="105282" y="10977"/>
                        <a:pt x="105006" y="10701"/>
                        <a:pt x="104661" y="10356"/>
                      </a:cubicBezTo>
                      <a:cubicBezTo>
                        <a:pt x="104316" y="10010"/>
                        <a:pt x="103970" y="9734"/>
                        <a:pt x="103625" y="9389"/>
                      </a:cubicBezTo>
                      <a:cubicBezTo>
                        <a:pt x="103280" y="9044"/>
                        <a:pt x="102866" y="8768"/>
                        <a:pt x="102521" y="8423"/>
                      </a:cubicBezTo>
                      <a:cubicBezTo>
                        <a:pt x="102175" y="8146"/>
                        <a:pt x="101830" y="7801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416" y="7525"/>
                        <a:pt x="101416" y="7525"/>
                        <a:pt x="101416" y="7525"/>
                      </a:cubicBezTo>
                      <a:cubicBezTo>
                        <a:pt x="101002" y="7249"/>
                        <a:pt x="100657" y="6904"/>
                        <a:pt x="100242" y="6628"/>
                      </a:cubicBezTo>
                      <a:cubicBezTo>
                        <a:pt x="99828" y="6351"/>
                        <a:pt x="99483" y="6075"/>
                        <a:pt x="99069" y="5799"/>
                      </a:cubicBezTo>
                      <a:cubicBezTo>
                        <a:pt x="98654" y="5523"/>
                        <a:pt x="98240" y="5247"/>
                        <a:pt x="97895" y="5040"/>
                      </a:cubicBezTo>
                      <a:cubicBezTo>
                        <a:pt x="97481" y="4764"/>
                        <a:pt x="97067" y="4556"/>
                        <a:pt x="96652" y="4280"/>
                      </a:cubicBezTo>
                      <a:cubicBezTo>
                        <a:pt x="96583" y="4280"/>
                        <a:pt x="96445" y="4142"/>
                        <a:pt x="96376" y="4142"/>
                      </a:cubicBezTo>
                      <a:cubicBezTo>
                        <a:pt x="96031" y="3935"/>
                        <a:pt x="95755" y="3797"/>
                        <a:pt x="95410" y="3590"/>
                      </a:cubicBezTo>
                      <a:cubicBezTo>
                        <a:pt x="94995" y="3383"/>
                        <a:pt x="94581" y="3176"/>
                        <a:pt x="94167" y="2969"/>
                      </a:cubicBezTo>
                      <a:cubicBezTo>
                        <a:pt x="93753" y="2762"/>
                        <a:pt x="93339" y="2554"/>
                        <a:pt x="92924" y="2347"/>
                      </a:cubicBezTo>
                      <a:cubicBezTo>
                        <a:pt x="92510" y="2140"/>
                        <a:pt x="92096" y="2002"/>
                        <a:pt x="91613" y="1795"/>
                      </a:cubicBezTo>
                      <a:cubicBezTo>
                        <a:pt x="91475" y="1795"/>
                        <a:pt x="91337" y="1726"/>
                        <a:pt x="91198" y="1657"/>
                      </a:cubicBezTo>
                      <a:cubicBezTo>
                        <a:pt x="91198" y="1657"/>
                        <a:pt x="91129" y="1657"/>
                        <a:pt x="91060" y="1657"/>
                      </a:cubicBezTo>
                      <a:cubicBezTo>
                        <a:pt x="90784" y="1588"/>
                        <a:pt x="90577" y="1450"/>
                        <a:pt x="90301" y="1381"/>
                      </a:cubicBezTo>
                      <a:cubicBezTo>
                        <a:pt x="89887" y="1243"/>
                        <a:pt x="89403" y="1105"/>
                        <a:pt x="88989" y="967"/>
                      </a:cubicBezTo>
                      <a:cubicBezTo>
                        <a:pt x="88506" y="829"/>
                        <a:pt x="88092" y="690"/>
                        <a:pt x="87608" y="621"/>
                      </a:cubicBezTo>
                      <a:cubicBezTo>
                        <a:pt x="87125" y="483"/>
                        <a:pt x="86711" y="414"/>
                        <a:pt x="86228" y="345"/>
                      </a:cubicBezTo>
                      <a:cubicBezTo>
                        <a:pt x="86228" y="345"/>
                        <a:pt x="86090" y="345"/>
                        <a:pt x="86090" y="345"/>
                      </a:cubicBezTo>
                      <a:cubicBezTo>
                        <a:pt x="86090" y="345"/>
                        <a:pt x="86021" y="345"/>
                        <a:pt x="85952" y="345"/>
                      </a:cubicBezTo>
                      <a:cubicBezTo>
                        <a:pt x="85606" y="345"/>
                        <a:pt x="85192" y="207"/>
                        <a:pt x="84847" y="138"/>
                      </a:cubicBezTo>
                      <a:cubicBezTo>
                        <a:pt x="84364" y="138"/>
                        <a:pt x="83880" y="0"/>
                        <a:pt x="83397" y="0"/>
                      </a:cubicBezTo>
                      <a:cubicBezTo>
                        <a:pt x="82914" y="0"/>
                        <a:pt x="82431" y="0"/>
                        <a:pt x="81947" y="0"/>
                      </a:cubicBezTo>
                      <a:cubicBezTo>
                        <a:pt x="81740" y="0"/>
                        <a:pt x="81533" y="0"/>
                        <a:pt x="81326" y="0"/>
                      </a:cubicBezTo>
                      <a:cubicBezTo>
                        <a:pt x="81257" y="0"/>
                        <a:pt x="81188" y="0"/>
                        <a:pt x="81050" y="0"/>
                      </a:cubicBezTo>
                      <a:cubicBezTo>
                        <a:pt x="80843" y="0"/>
                        <a:pt x="80567" y="0"/>
                        <a:pt x="80360" y="0"/>
                      </a:cubicBezTo>
                      <a:cubicBezTo>
                        <a:pt x="79807" y="0"/>
                        <a:pt x="79255" y="138"/>
                        <a:pt x="78772" y="207"/>
                      </a:cubicBezTo>
                      <a:cubicBezTo>
                        <a:pt x="78150" y="345"/>
                        <a:pt x="77529" y="483"/>
                        <a:pt x="76977" y="690"/>
                      </a:cubicBezTo>
                      <a:cubicBezTo>
                        <a:pt x="76977" y="690"/>
                        <a:pt x="76977" y="690"/>
                        <a:pt x="76977" y="690"/>
                      </a:cubicBezTo>
                      <a:cubicBezTo>
                        <a:pt x="76424" y="898"/>
                        <a:pt x="75872" y="1174"/>
                        <a:pt x="75320" y="1450"/>
                      </a:cubicBezTo>
                      <a:lnTo>
                        <a:pt x="0" y="45219"/>
                      </a:lnTo>
                      <a:cubicBezTo>
                        <a:pt x="552" y="44943"/>
                        <a:pt x="1105" y="44667"/>
                        <a:pt x="1657" y="44460"/>
                      </a:cubicBezTo>
                      <a:cubicBezTo>
                        <a:pt x="2900" y="44046"/>
                        <a:pt x="4280" y="43770"/>
                        <a:pt x="5730" y="43701"/>
                      </a:cubicBezTo>
                      <a:cubicBezTo>
                        <a:pt x="5799" y="43701"/>
                        <a:pt x="5868" y="43701"/>
                        <a:pt x="6006" y="43701"/>
                      </a:cubicBezTo>
                      <a:cubicBezTo>
                        <a:pt x="7456" y="43701"/>
                        <a:pt x="8975" y="43701"/>
                        <a:pt x="10563" y="44046"/>
                      </a:cubicBezTo>
                      <a:cubicBezTo>
                        <a:pt x="10563" y="44046"/>
                        <a:pt x="10632" y="44046"/>
                        <a:pt x="10701" y="44046"/>
                      </a:cubicBezTo>
                      <a:cubicBezTo>
                        <a:pt x="12289" y="44322"/>
                        <a:pt x="14015" y="44805"/>
                        <a:pt x="15672" y="45496"/>
                      </a:cubicBezTo>
                      <a:cubicBezTo>
                        <a:pt x="15672" y="45496"/>
                        <a:pt x="15741" y="45496"/>
                        <a:pt x="15810" y="45496"/>
                      </a:cubicBezTo>
                      <a:cubicBezTo>
                        <a:pt x="17536" y="46186"/>
                        <a:pt x="19261" y="46945"/>
                        <a:pt x="20987" y="47981"/>
                      </a:cubicBezTo>
                      <a:cubicBezTo>
                        <a:pt x="22713" y="48948"/>
                        <a:pt x="24370" y="50121"/>
                        <a:pt x="26027" y="51433"/>
                      </a:cubicBezTo>
                      <a:cubicBezTo>
                        <a:pt x="26027" y="51433"/>
                        <a:pt x="26027" y="51433"/>
                        <a:pt x="26027" y="51433"/>
                      </a:cubicBezTo>
                      <a:cubicBezTo>
                        <a:pt x="27684" y="52745"/>
                        <a:pt x="29272" y="54194"/>
                        <a:pt x="30791" y="5578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6" name="Google Shape;2106;p83"/>
                <p:cNvSpPr/>
                <p:nvPr/>
              </p:nvSpPr>
              <p:spPr>
                <a:xfrm>
                  <a:off x="2720279" y="3340010"/>
                  <a:ext cx="115568" cy="110390"/>
                </a:xfrm>
                <a:custGeom>
                  <a:rect b="b" l="l" r="r" t="t"/>
                  <a:pathLst>
                    <a:path extrusionOk="0" h="110390" w="115568">
                      <a:moveTo>
                        <a:pt x="115361" y="64067"/>
                      </a:moveTo>
                      <a:cubicBezTo>
                        <a:pt x="115361" y="63445"/>
                        <a:pt x="115361" y="62755"/>
                        <a:pt x="115293" y="62134"/>
                      </a:cubicBezTo>
                      <a:cubicBezTo>
                        <a:pt x="115293" y="62134"/>
                        <a:pt x="115293" y="61996"/>
                        <a:pt x="115293" y="61927"/>
                      </a:cubicBezTo>
                      <a:cubicBezTo>
                        <a:pt x="115293" y="61858"/>
                        <a:pt x="115293" y="61789"/>
                        <a:pt x="115293" y="61719"/>
                      </a:cubicBezTo>
                      <a:cubicBezTo>
                        <a:pt x="115293" y="61167"/>
                        <a:pt x="115223" y="60684"/>
                        <a:pt x="115154" y="60132"/>
                      </a:cubicBezTo>
                      <a:cubicBezTo>
                        <a:pt x="115154" y="59441"/>
                        <a:pt x="115016" y="58751"/>
                        <a:pt x="114947" y="58060"/>
                      </a:cubicBezTo>
                      <a:cubicBezTo>
                        <a:pt x="114947" y="57784"/>
                        <a:pt x="114878" y="57508"/>
                        <a:pt x="114809" y="57232"/>
                      </a:cubicBezTo>
                      <a:cubicBezTo>
                        <a:pt x="114809" y="57094"/>
                        <a:pt x="114809" y="56956"/>
                        <a:pt x="114809" y="56749"/>
                      </a:cubicBezTo>
                      <a:cubicBezTo>
                        <a:pt x="114809" y="56473"/>
                        <a:pt x="114740" y="56266"/>
                        <a:pt x="114671" y="55989"/>
                      </a:cubicBezTo>
                      <a:cubicBezTo>
                        <a:pt x="114533" y="55299"/>
                        <a:pt x="114464" y="54609"/>
                        <a:pt x="114326" y="53849"/>
                      </a:cubicBezTo>
                      <a:cubicBezTo>
                        <a:pt x="114188" y="53297"/>
                        <a:pt x="114119" y="52745"/>
                        <a:pt x="113981" y="52123"/>
                      </a:cubicBezTo>
                      <a:cubicBezTo>
                        <a:pt x="113981" y="52054"/>
                        <a:pt x="113981" y="51985"/>
                        <a:pt x="113981" y="51847"/>
                      </a:cubicBezTo>
                      <a:cubicBezTo>
                        <a:pt x="113981" y="51847"/>
                        <a:pt x="113981" y="51709"/>
                        <a:pt x="113981" y="51640"/>
                      </a:cubicBezTo>
                      <a:cubicBezTo>
                        <a:pt x="113843" y="50950"/>
                        <a:pt x="113635" y="50190"/>
                        <a:pt x="113497" y="49500"/>
                      </a:cubicBezTo>
                      <a:cubicBezTo>
                        <a:pt x="113290" y="48809"/>
                        <a:pt x="113152" y="48050"/>
                        <a:pt x="112945" y="47360"/>
                      </a:cubicBezTo>
                      <a:cubicBezTo>
                        <a:pt x="112945" y="47222"/>
                        <a:pt x="112876" y="47084"/>
                        <a:pt x="112807" y="46946"/>
                      </a:cubicBezTo>
                      <a:cubicBezTo>
                        <a:pt x="112807" y="46808"/>
                        <a:pt x="112807" y="46738"/>
                        <a:pt x="112738" y="46600"/>
                      </a:cubicBezTo>
                      <a:cubicBezTo>
                        <a:pt x="112600" y="46186"/>
                        <a:pt x="112462" y="45703"/>
                        <a:pt x="112324" y="45289"/>
                      </a:cubicBezTo>
                      <a:cubicBezTo>
                        <a:pt x="112117" y="44598"/>
                        <a:pt x="111910" y="43977"/>
                        <a:pt x="111702" y="43287"/>
                      </a:cubicBezTo>
                      <a:cubicBezTo>
                        <a:pt x="111564" y="42803"/>
                        <a:pt x="111357" y="42320"/>
                        <a:pt x="111219" y="41837"/>
                      </a:cubicBezTo>
                      <a:cubicBezTo>
                        <a:pt x="111219" y="41768"/>
                        <a:pt x="111219" y="41699"/>
                        <a:pt x="111150" y="41630"/>
                      </a:cubicBezTo>
                      <a:cubicBezTo>
                        <a:pt x="111150" y="41561"/>
                        <a:pt x="111150" y="41492"/>
                        <a:pt x="111081" y="41422"/>
                      </a:cubicBezTo>
                      <a:cubicBezTo>
                        <a:pt x="110874" y="40801"/>
                        <a:pt x="110667" y="40249"/>
                        <a:pt x="110391" y="39628"/>
                      </a:cubicBezTo>
                      <a:cubicBezTo>
                        <a:pt x="110184" y="39075"/>
                        <a:pt x="109976" y="38523"/>
                        <a:pt x="109700" y="37902"/>
                      </a:cubicBezTo>
                      <a:cubicBezTo>
                        <a:pt x="109562" y="37487"/>
                        <a:pt x="109355" y="37142"/>
                        <a:pt x="109217" y="36728"/>
                      </a:cubicBezTo>
                      <a:cubicBezTo>
                        <a:pt x="109217" y="36728"/>
                        <a:pt x="109217" y="36590"/>
                        <a:pt x="109148" y="36521"/>
                      </a:cubicBezTo>
                      <a:cubicBezTo>
                        <a:pt x="109148" y="36452"/>
                        <a:pt x="109079" y="36314"/>
                        <a:pt x="109010" y="36245"/>
                      </a:cubicBezTo>
                      <a:cubicBezTo>
                        <a:pt x="108803" y="35692"/>
                        <a:pt x="108527" y="35140"/>
                        <a:pt x="108251" y="34657"/>
                      </a:cubicBezTo>
                      <a:cubicBezTo>
                        <a:pt x="107975" y="34104"/>
                        <a:pt x="107698" y="33552"/>
                        <a:pt x="107422" y="33000"/>
                      </a:cubicBezTo>
                      <a:cubicBezTo>
                        <a:pt x="107215" y="32586"/>
                        <a:pt x="107008" y="32241"/>
                        <a:pt x="106870" y="31895"/>
                      </a:cubicBezTo>
                      <a:cubicBezTo>
                        <a:pt x="106870" y="31826"/>
                        <a:pt x="106801" y="31688"/>
                        <a:pt x="106732" y="31619"/>
                      </a:cubicBezTo>
                      <a:cubicBezTo>
                        <a:pt x="106663" y="31481"/>
                        <a:pt x="106594" y="31343"/>
                        <a:pt x="106525" y="31205"/>
                      </a:cubicBezTo>
                      <a:cubicBezTo>
                        <a:pt x="106042" y="30377"/>
                        <a:pt x="105558" y="29479"/>
                        <a:pt x="105075" y="28651"/>
                      </a:cubicBezTo>
                      <a:cubicBezTo>
                        <a:pt x="104730" y="28098"/>
                        <a:pt x="104384" y="27546"/>
                        <a:pt x="104039" y="26994"/>
                      </a:cubicBezTo>
                      <a:cubicBezTo>
                        <a:pt x="103418" y="26027"/>
                        <a:pt x="102866" y="25130"/>
                        <a:pt x="102244" y="24163"/>
                      </a:cubicBezTo>
                      <a:cubicBezTo>
                        <a:pt x="102106" y="23956"/>
                        <a:pt x="101899" y="23680"/>
                        <a:pt x="101761" y="23473"/>
                      </a:cubicBezTo>
                      <a:cubicBezTo>
                        <a:pt x="101485" y="23128"/>
                        <a:pt x="101278" y="22713"/>
                        <a:pt x="101002" y="22368"/>
                      </a:cubicBezTo>
                      <a:cubicBezTo>
                        <a:pt x="100726" y="22023"/>
                        <a:pt x="100449" y="21609"/>
                        <a:pt x="100173" y="21195"/>
                      </a:cubicBezTo>
                      <a:cubicBezTo>
                        <a:pt x="99690" y="20504"/>
                        <a:pt x="99138" y="1988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654" y="19193"/>
                        <a:pt x="98654" y="19193"/>
                        <a:pt x="98654" y="19193"/>
                      </a:cubicBezTo>
                      <a:cubicBezTo>
                        <a:pt x="98171" y="18571"/>
                        <a:pt x="97688" y="18019"/>
                        <a:pt x="97205" y="17467"/>
                      </a:cubicBezTo>
                      <a:cubicBezTo>
                        <a:pt x="96721" y="16914"/>
                        <a:pt x="96238" y="16362"/>
                        <a:pt x="95755" y="15810"/>
                      </a:cubicBezTo>
                      <a:cubicBezTo>
                        <a:pt x="95755" y="15810"/>
                        <a:pt x="95755" y="15810"/>
                        <a:pt x="95686" y="15741"/>
                      </a:cubicBezTo>
                      <a:cubicBezTo>
                        <a:pt x="95686" y="15741"/>
                        <a:pt x="95617" y="15672"/>
                        <a:pt x="95548" y="15603"/>
                      </a:cubicBezTo>
                      <a:cubicBezTo>
                        <a:pt x="95133" y="15119"/>
                        <a:pt x="94719" y="14636"/>
                        <a:pt x="94305" y="14222"/>
                      </a:cubicBezTo>
                      <a:cubicBezTo>
                        <a:pt x="93822" y="13669"/>
                        <a:pt x="93270" y="13117"/>
                        <a:pt x="92786" y="12634"/>
                      </a:cubicBezTo>
                      <a:cubicBezTo>
                        <a:pt x="92786" y="12634"/>
                        <a:pt x="92717" y="12565"/>
                        <a:pt x="92648" y="12496"/>
                      </a:cubicBezTo>
                      <a:cubicBezTo>
                        <a:pt x="92648" y="12427"/>
                        <a:pt x="92510" y="12358"/>
                        <a:pt x="92441" y="12289"/>
                      </a:cubicBezTo>
                      <a:cubicBezTo>
                        <a:pt x="92027" y="11874"/>
                        <a:pt x="91613" y="11460"/>
                        <a:pt x="91198" y="11046"/>
                      </a:cubicBezTo>
                      <a:cubicBezTo>
                        <a:pt x="90646" y="10494"/>
                        <a:pt x="90094" y="10011"/>
                        <a:pt x="89541" y="9458"/>
                      </a:cubicBezTo>
                      <a:cubicBezTo>
                        <a:pt x="89541" y="9458"/>
                        <a:pt x="89541" y="9458"/>
                        <a:pt x="89541" y="9458"/>
                      </a:cubicBezTo>
                      <a:cubicBezTo>
                        <a:pt x="89541" y="9458"/>
                        <a:pt x="89472" y="9389"/>
                        <a:pt x="89403" y="9320"/>
                      </a:cubicBezTo>
                      <a:cubicBezTo>
                        <a:pt x="88920" y="8906"/>
                        <a:pt x="88437" y="8423"/>
                        <a:pt x="87885" y="8008"/>
                      </a:cubicBezTo>
                      <a:cubicBezTo>
                        <a:pt x="87332" y="7525"/>
                        <a:pt x="86780" y="7111"/>
                        <a:pt x="86228" y="6697"/>
                      </a:cubicBezTo>
                      <a:cubicBezTo>
                        <a:pt x="86228" y="6697"/>
                        <a:pt x="86228" y="6697"/>
                        <a:pt x="86228" y="6697"/>
                      </a:cubicBezTo>
                      <a:lnTo>
                        <a:pt x="86228" y="6697"/>
                      </a:lnTo>
                      <a:cubicBezTo>
                        <a:pt x="85675" y="6282"/>
                        <a:pt x="85123" y="5868"/>
                        <a:pt x="84571" y="5454"/>
                      </a:cubicBezTo>
                      <a:cubicBezTo>
                        <a:pt x="84019" y="5040"/>
                        <a:pt x="83535" y="4695"/>
                        <a:pt x="82983" y="4280"/>
                      </a:cubicBezTo>
                      <a:cubicBezTo>
                        <a:pt x="82983" y="4280"/>
                        <a:pt x="82983" y="4280"/>
                        <a:pt x="82983" y="4280"/>
                      </a:cubicBezTo>
                      <a:cubicBezTo>
                        <a:pt x="82983" y="4280"/>
                        <a:pt x="82983" y="4280"/>
                        <a:pt x="82914" y="4280"/>
                      </a:cubicBezTo>
                      <a:cubicBezTo>
                        <a:pt x="82431" y="3935"/>
                        <a:pt x="81947" y="3659"/>
                        <a:pt x="81464" y="3314"/>
                      </a:cubicBezTo>
                      <a:cubicBezTo>
                        <a:pt x="80981" y="2969"/>
                        <a:pt x="80429" y="2693"/>
                        <a:pt x="79945" y="2416"/>
                      </a:cubicBezTo>
                      <a:cubicBezTo>
                        <a:pt x="79807" y="2416"/>
                        <a:pt x="79738" y="2278"/>
                        <a:pt x="79600" y="2209"/>
                      </a:cubicBezTo>
                      <a:cubicBezTo>
                        <a:pt x="79255" y="2002"/>
                        <a:pt x="78841" y="1795"/>
                        <a:pt x="78495" y="1588"/>
                      </a:cubicBezTo>
                      <a:cubicBezTo>
                        <a:pt x="78012" y="1312"/>
                        <a:pt x="77529" y="1105"/>
                        <a:pt x="77046" y="829"/>
                      </a:cubicBezTo>
                      <a:cubicBezTo>
                        <a:pt x="76562" y="622"/>
                        <a:pt x="76079" y="345"/>
                        <a:pt x="75665" y="138"/>
                      </a:cubicBezTo>
                      <a:cubicBezTo>
                        <a:pt x="75527" y="138"/>
                        <a:pt x="75458" y="69"/>
                        <a:pt x="75320" y="0"/>
                      </a:cubicBezTo>
                      <a:lnTo>
                        <a:pt x="0" y="43770"/>
                      </a:lnTo>
                      <a:cubicBezTo>
                        <a:pt x="1450" y="44391"/>
                        <a:pt x="2900" y="45150"/>
                        <a:pt x="4280" y="45979"/>
                      </a:cubicBezTo>
                      <a:cubicBezTo>
                        <a:pt x="5385" y="46600"/>
                        <a:pt x="6490" y="47291"/>
                        <a:pt x="7594" y="48050"/>
                      </a:cubicBezTo>
                      <a:cubicBezTo>
                        <a:pt x="7594" y="48050"/>
                        <a:pt x="7594" y="48050"/>
                        <a:pt x="7594" y="48050"/>
                      </a:cubicBezTo>
                      <a:cubicBezTo>
                        <a:pt x="8699" y="48809"/>
                        <a:pt x="9803" y="49638"/>
                        <a:pt x="10908" y="50467"/>
                      </a:cubicBezTo>
                      <a:cubicBezTo>
                        <a:pt x="10908" y="50467"/>
                        <a:pt x="10908" y="50467"/>
                        <a:pt x="10908" y="50467"/>
                      </a:cubicBezTo>
                      <a:cubicBezTo>
                        <a:pt x="11944" y="51295"/>
                        <a:pt x="13048" y="52192"/>
                        <a:pt x="14084" y="53159"/>
                      </a:cubicBezTo>
                      <a:cubicBezTo>
                        <a:pt x="14084" y="53159"/>
                        <a:pt x="14153" y="53228"/>
                        <a:pt x="14222" y="53297"/>
                      </a:cubicBezTo>
                      <a:cubicBezTo>
                        <a:pt x="15257" y="54194"/>
                        <a:pt x="16224" y="55161"/>
                        <a:pt x="17259" y="56197"/>
                      </a:cubicBezTo>
                      <a:cubicBezTo>
                        <a:pt x="17328" y="56266"/>
                        <a:pt x="17397" y="56335"/>
                        <a:pt x="17466" y="56404"/>
                      </a:cubicBezTo>
                      <a:cubicBezTo>
                        <a:pt x="18433" y="57439"/>
                        <a:pt x="19469" y="58475"/>
                        <a:pt x="20435" y="59579"/>
                      </a:cubicBezTo>
                      <a:cubicBezTo>
                        <a:pt x="20435" y="59579"/>
                        <a:pt x="20504" y="59648"/>
                        <a:pt x="20573" y="59717"/>
                      </a:cubicBezTo>
                      <a:cubicBezTo>
                        <a:pt x="21540" y="60822"/>
                        <a:pt x="22575" y="61996"/>
                        <a:pt x="23473" y="63238"/>
                      </a:cubicBezTo>
                      <a:cubicBezTo>
                        <a:pt x="23473" y="63238"/>
                        <a:pt x="23473" y="63238"/>
                        <a:pt x="23473" y="63238"/>
                      </a:cubicBezTo>
                      <a:cubicBezTo>
                        <a:pt x="24301" y="64274"/>
                        <a:pt x="25061" y="65310"/>
                        <a:pt x="25820" y="66345"/>
                      </a:cubicBezTo>
                      <a:cubicBezTo>
                        <a:pt x="26096" y="66690"/>
                        <a:pt x="26372" y="67104"/>
                        <a:pt x="26579" y="67450"/>
                      </a:cubicBezTo>
                      <a:cubicBezTo>
                        <a:pt x="27339" y="68623"/>
                        <a:pt x="28167" y="69728"/>
                        <a:pt x="28858" y="70971"/>
                      </a:cubicBezTo>
                      <a:cubicBezTo>
                        <a:pt x="29824" y="72489"/>
                        <a:pt x="30653" y="74077"/>
                        <a:pt x="31481" y="75665"/>
                      </a:cubicBezTo>
                      <a:cubicBezTo>
                        <a:pt x="31481" y="75734"/>
                        <a:pt x="31619" y="75872"/>
                        <a:pt x="31619" y="75941"/>
                      </a:cubicBezTo>
                      <a:cubicBezTo>
                        <a:pt x="32448" y="77460"/>
                        <a:pt x="33138" y="79048"/>
                        <a:pt x="33897" y="80636"/>
                      </a:cubicBezTo>
                      <a:cubicBezTo>
                        <a:pt x="33897" y="80636"/>
                        <a:pt x="33897" y="80774"/>
                        <a:pt x="33966" y="80843"/>
                      </a:cubicBezTo>
                      <a:cubicBezTo>
                        <a:pt x="34657" y="82431"/>
                        <a:pt x="35278" y="84088"/>
                        <a:pt x="35900" y="85745"/>
                      </a:cubicBezTo>
                      <a:cubicBezTo>
                        <a:pt x="35900" y="85814"/>
                        <a:pt x="35900" y="85883"/>
                        <a:pt x="35968" y="85952"/>
                      </a:cubicBezTo>
                      <a:cubicBezTo>
                        <a:pt x="36521" y="87540"/>
                        <a:pt x="37073" y="89127"/>
                        <a:pt x="37487" y="90715"/>
                      </a:cubicBezTo>
                      <a:cubicBezTo>
                        <a:pt x="37487" y="90853"/>
                        <a:pt x="37487" y="90922"/>
                        <a:pt x="37556" y="91060"/>
                      </a:cubicBezTo>
                      <a:cubicBezTo>
                        <a:pt x="38040" y="92717"/>
                        <a:pt x="38454" y="94305"/>
                        <a:pt x="38799" y="95893"/>
                      </a:cubicBezTo>
                      <a:cubicBezTo>
                        <a:pt x="38799" y="95962"/>
                        <a:pt x="38799" y="96031"/>
                        <a:pt x="38799" y="96100"/>
                      </a:cubicBezTo>
                      <a:cubicBezTo>
                        <a:pt x="39144" y="97688"/>
                        <a:pt x="39420" y="99207"/>
                        <a:pt x="39627" y="100726"/>
                      </a:cubicBezTo>
                      <a:cubicBezTo>
                        <a:pt x="39627" y="100864"/>
                        <a:pt x="39627" y="101002"/>
                        <a:pt x="39627" y="101140"/>
                      </a:cubicBezTo>
                      <a:cubicBezTo>
                        <a:pt x="39834" y="102659"/>
                        <a:pt x="39973" y="104178"/>
                        <a:pt x="40111" y="105627"/>
                      </a:cubicBezTo>
                      <a:cubicBezTo>
                        <a:pt x="40111" y="105696"/>
                        <a:pt x="40111" y="105765"/>
                        <a:pt x="40111" y="105834"/>
                      </a:cubicBezTo>
                      <a:cubicBezTo>
                        <a:pt x="40180" y="107353"/>
                        <a:pt x="40249" y="108872"/>
                        <a:pt x="40249" y="110391"/>
                      </a:cubicBezTo>
                      <a:lnTo>
                        <a:pt x="115568" y="66621"/>
                      </a:lnTo>
                      <a:cubicBezTo>
                        <a:pt x="115568" y="66621"/>
                        <a:pt x="115568" y="66276"/>
                        <a:pt x="115568" y="66138"/>
                      </a:cubicBezTo>
                      <a:cubicBezTo>
                        <a:pt x="115568" y="65517"/>
                        <a:pt x="115568" y="64895"/>
                        <a:pt x="115568" y="64274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83"/>
                <p:cNvSpPr/>
                <p:nvPr/>
              </p:nvSpPr>
              <p:spPr>
                <a:xfrm>
                  <a:off x="2568604" y="3192960"/>
                  <a:ext cx="226649" cy="190612"/>
                </a:xfrm>
                <a:custGeom>
                  <a:rect b="b" l="l" r="r" t="t"/>
                  <a:pathLst>
                    <a:path extrusionOk="0" h="190612" w="226649">
                      <a:moveTo>
                        <a:pt x="112324" y="96169"/>
                      </a:moveTo>
                      <a:cubicBezTo>
                        <a:pt x="112324" y="96169"/>
                        <a:pt x="112669" y="96583"/>
                        <a:pt x="112807" y="96790"/>
                      </a:cubicBezTo>
                      <a:cubicBezTo>
                        <a:pt x="113981" y="98240"/>
                        <a:pt x="115085" y="99759"/>
                        <a:pt x="116190" y="101278"/>
                      </a:cubicBezTo>
                      <a:cubicBezTo>
                        <a:pt x="117087" y="102451"/>
                        <a:pt x="117916" y="103694"/>
                        <a:pt x="118744" y="104937"/>
                      </a:cubicBezTo>
                      <a:cubicBezTo>
                        <a:pt x="119366" y="105834"/>
                        <a:pt x="119987" y="106663"/>
                        <a:pt x="120539" y="107560"/>
                      </a:cubicBezTo>
                      <a:cubicBezTo>
                        <a:pt x="122610" y="110598"/>
                        <a:pt x="124543" y="113774"/>
                        <a:pt x="126477" y="116949"/>
                      </a:cubicBezTo>
                      <a:cubicBezTo>
                        <a:pt x="127029" y="117847"/>
                        <a:pt x="127512" y="118744"/>
                        <a:pt x="128064" y="119642"/>
                      </a:cubicBezTo>
                      <a:cubicBezTo>
                        <a:pt x="128824" y="120953"/>
                        <a:pt x="129583" y="122265"/>
                        <a:pt x="130273" y="123646"/>
                      </a:cubicBezTo>
                      <a:cubicBezTo>
                        <a:pt x="130964" y="124958"/>
                        <a:pt x="131723" y="126269"/>
                        <a:pt x="132414" y="127650"/>
                      </a:cubicBezTo>
                      <a:cubicBezTo>
                        <a:pt x="132690" y="128202"/>
                        <a:pt x="132966" y="128755"/>
                        <a:pt x="133242" y="129238"/>
                      </a:cubicBezTo>
                      <a:cubicBezTo>
                        <a:pt x="134209" y="131171"/>
                        <a:pt x="135175" y="133173"/>
                        <a:pt x="136142" y="135175"/>
                      </a:cubicBezTo>
                      <a:cubicBezTo>
                        <a:pt x="136280" y="135520"/>
                        <a:pt x="136487" y="135935"/>
                        <a:pt x="136625" y="136280"/>
                      </a:cubicBezTo>
                      <a:cubicBezTo>
                        <a:pt x="137591" y="138351"/>
                        <a:pt x="138489" y="140422"/>
                        <a:pt x="139386" y="142562"/>
                      </a:cubicBezTo>
                      <a:cubicBezTo>
                        <a:pt x="139386" y="142700"/>
                        <a:pt x="139456" y="142769"/>
                        <a:pt x="139524" y="142907"/>
                      </a:cubicBezTo>
                      <a:cubicBezTo>
                        <a:pt x="140353" y="144978"/>
                        <a:pt x="141182" y="146981"/>
                        <a:pt x="141941" y="149052"/>
                      </a:cubicBezTo>
                      <a:cubicBezTo>
                        <a:pt x="142079" y="149328"/>
                        <a:pt x="142148" y="149673"/>
                        <a:pt x="142286" y="149949"/>
                      </a:cubicBezTo>
                      <a:cubicBezTo>
                        <a:pt x="143045" y="152020"/>
                        <a:pt x="143736" y="154022"/>
                        <a:pt x="144426" y="156024"/>
                      </a:cubicBezTo>
                      <a:cubicBezTo>
                        <a:pt x="144564" y="156439"/>
                        <a:pt x="144702" y="156853"/>
                        <a:pt x="144840" y="157267"/>
                      </a:cubicBezTo>
                      <a:cubicBezTo>
                        <a:pt x="145462" y="159338"/>
                        <a:pt x="146083" y="161409"/>
                        <a:pt x="146704" y="163412"/>
                      </a:cubicBezTo>
                      <a:cubicBezTo>
                        <a:pt x="146704" y="163619"/>
                        <a:pt x="146842" y="163826"/>
                        <a:pt x="146842" y="164033"/>
                      </a:cubicBezTo>
                      <a:cubicBezTo>
                        <a:pt x="147395" y="165966"/>
                        <a:pt x="147878" y="167899"/>
                        <a:pt x="148292" y="169832"/>
                      </a:cubicBezTo>
                      <a:cubicBezTo>
                        <a:pt x="148361" y="170177"/>
                        <a:pt x="148430" y="170453"/>
                        <a:pt x="148499" y="170798"/>
                      </a:cubicBezTo>
                      <a:cubicBezTo>
                        <a:pt x="148914" y="172801"/>
                        <a:pt x="149328" y="174803"/>
                        <a:pt x="149673" y="176736"/>
                      </a:cubicBezTo>
                      <a:cubicBezTo>
                        <a:pt x="149673" y="177081"/>
                        <a:pt x="149811" y="177495"/>
                        <a:pt x="149880" y="177840"/>
                      </a:cubicBezTo>
                      <a:cubicBezTo>
                        <a:pt x="150225" y="179773"/>
                        <a:pt x="150501" y="181706"/>
                        <a:pt x="150709" y="183639"/>
                      </a:cubicBezTo>
                      <a:cubicBezTo>
                        <a:pt x="150709" y="183916"/>
                        <a:pt x="150709" y="184192"/>
                        <a:pt x="150778" y="184537"/>
                      </a:cubicBezTo>
                      <a:cubicBezTo>
                        <a:pt x="150985" y="186608"/>
                        <a:pt x="151192" y="188610"/>
                        <a:pt x="151330" y="190612"/>
                      </a:cubicBezTo>
                      <a:lnTo>
                        <a:pt x="226650" y="146842"/>
                      </a:lnTo>
                      <a:cubicBezTo>
                        <a:pt x="226650" y="146842"/>
                        <a:pt x="226650" y="146359"/>
                        <a:pt x="226650" y="146152"/>
                      </a:cubicBezTo>
                      <a:cubicBezTo>
                        <a:pt x="226581" y="144978"/>
                        <a:pt x="226512" y="143874"/>
                        <a:pt x="226374" y="142700"/>
                      </a:cubicBezTo>
                      <a:cubicBezTo>
                        <a:pt x="226374" y="142079"/>
                        <a:pt x="226235" y="141458"/>
                        <a:pt x="226167" y="140767"/>
                      </a:cubicBezTo>
                      <a:cubicBezTo>
                        <a:pt x="226167" y="140491"/>
                        <a:pt x="226167" y="140215"/>
                        <a:pt x="226097" y="139939"/>
                      </a:cubicBezTo>
                      <a:cubicBezTo>
                        <a:pt x="226097" y="139663"/>
                        <a:pt x="226097" y="139386"/>
                        <a:pt x="226028" y="139110"/>
                      </a:cubicBezTo>
                      <a:cubicBezTo>
                        <a:pt x="225890" y="137868"/>
                        <a:pt x="225683" y="136694"/>
                        <a:pt x="225476" y="135451"/>
                      </a:cubicBezTo>
                      <a:cubicBezTo>
                        <a:pt x="225407" y="134968"/>
                        <a:pt x="225338" y="134554"/>
                        <a:pt x="225269" y="134071"/>
                      </a:cubicBezTo>
                      <a:cubicBezTo>
                        <a:pt x="225269" y="133725"/>
                        <a:pt x="225131" y="133380"/>
                        <a:pt x="225062" y="132966"/>
                      </a:cubicBezTo>
                      <a:cubicBezTo>
                        <a:pt x="224993" y="132483"/>
                        <a:pt x="224924" y="132069"/>
                        <a:pt x="224855" y="131585"/>
                      </a:cubicBezTo>
                      <a:cubicBezTo>
                        <a:pt x="224579" y="130273"/>
                        <a:pt x="224302" y="128962"/>
                        <a:pt x="224026" y="127581"/>
                      </a:cubicBezTo>
                      <a:cubicBezTo>
                        <a:pt x="224026" y="127374"/>
                        <a:pt x="223957" y="127167"/>
                        <a:pt x="223888" y="126960"/>
                      </a:cubicBezTo>
                      <a:cubicBezTo>
                        <a:pt x="223819" y="126615"/>
                        <a:pt x="223750" y="126338"/>
                        <a:pt x="223681" y="125993"/>
                      </a:cubicBezTo>
                      <a:cubicBezTo>
                        <a:pt x="223474" y="125165"/>
                        <a:pt x="223267" y="124267"/>
                        <a:pt x="223060" y="123439"/>
                      </a:cubicBezTo>
                      <a:cubicBezTo>
                        <a:pt x="222784" y="122334"/>
                        <a:pt x="222508" y="121230"/>
                        <a:pt x="222231" y="120125"/>
                      </a:cubicBezTo>
                      <a:cubicBezTo>
                        <a:pt x="222231" y="119918"/>
                        <a:pt x="222093" y="119711"/>
                        <a:pt x="222093" y="119504"/>
                      </a:cubicBezTo>
                      <a:cubicBezTo>
                        <a:pt x="222093" y="119435"/>
                        <a:pt x="222093" y="119297"/>
                        <a:pt x="222024" y="119227"/>
                      </a:cubicBezTo>
                      <a:cubicBezTo>
                        <a:pt x="221610" y="117778"/>
                        <a:pt x="221196" y="116397"/>
                        <a:pt x="220782" y="114947"/>
                      </a:cubicBezTo>
                      <a:cubicBezTo>
                        <a:pt x="220643" y="114395"/>
                        <a:pt x="220436" y="113843"/>
                        <a:pt x="220229" y="113290"/>
                      </a:cubicBezTo>
                      <a:cubicBezTo>
                        <a:pt x="220091" y="112876"/>
                        <a:pt x="219953" y="112462"/>
                        <a:pt x="219815" y="112048"/>
                      </a:cubicBezTo>
                      <a:cubicBezTo>
                        <a:pt x="219677" y="111564"/>
                        <a:pt x="219539" y="111150"/>
                        <a:pt x="219401" y="110667"/>
                      </a:cubicBezTo>
                      <a:cubicBezTo>
                        <a:pt x="218917" y="109286"/>
                        <a:pt x="218434" y="107905"/>
                        <a:pt x="217951" y="106456"/>
                      </a:cubicBezTo>
                      <a:cubicBezTo>
                        <a:pt x="217882" y="106249"/>
                        <a:pt x="217813" y="106042"/>
                        <a:pt x="217744" y="105903"/>
                      </a:cubicBezTo>
                      <a:cubicBezTo>
                        <a:pt x="217606" y="105627"/>
                        <a:pt x="217537" y="105282"/>
                        <a:pt x="217399" y="105006"/>
                      </a:cubicBezTo>
                      <a:cubicBezTo>
                        <a:pt x="217054" y="104108"/>
                        <a:pt x="216777" y="103280"/>
                        <a:pt x="216432" y="102383"/>
                      </a:cubicBezTo>
                      <a:cubicBezTo>
                        <a:pt x="215949" y="101209"/>
                        <a:pt x="215466" y="99966"/>
                        <a:pt x="214982" y="98792"/>
                      </a:cubicBezTo>
                      <a:cubicBezTo>
                        <a:pt x="214982" y="98723"/>
                        <a:pt x="214913" y="98585"/>
                        <a:pt x="214844" y="98516"/>
                      </a:cubicBezTo>
                      <a:cubicBezTo>
                        <a:pt x="214844" y="98516"/>
                        <a:pt x="214844" y="98447"/>
                        <a:pt x="214844" y="98378"/>
                      </a:cubicBezTo>
                      <a:cubicBezTo>
                        <a:pt x="214292" y="97067"/>
                        <a:pt x="213740" y="95686"/>
                        <a:pt x="213118" y="94374"/>
                      </a:cubicBezTo>
                      <a:cubicBezTo>
                        <a:pt x="212842" y="93684"/>
                        <a:pt x="212497" y="92993"/>
                        <a:pt x="212152" y="92303"/>
                      </a:cubicBezTo>
                      <a:cubicBezTo>
                        <a:pt x="212014" y="91958"/>
                        <a:pt x="211807" y="91544"/>
                        <a:pt x="211669" y="91198"/>
                      </a:cubicBezTo>
                      <a:cubicBezTo>
                        <a:pt x="211531" y="90922"/>
                        <a:pt x="211392" y="90577"/>
                        <a:pt x="211254" y="90301"/>
                      </a:cubicBezTo>
                      <a:cubicBezTo>
                        <a:pt x="210564" y="88920"/>
                        <a:pt x="209943" y="87470"/>
                        <a:pt x="209252" y="86090"/>
                      </a:cubicBezTo>
                      <a:cubicBezTo>
                        <a:pt x="209114" y="85813"/>
                        <a:pt x="208976" y="85537"/>
                        <a:pt x="208838" y="85261"/>
                      </a:cubicBezTo>
                      <a:cubicBezTo>
                        <a:pt x="208562" y="84709"/>
                        <a:pt x="208286" y="84226"/>
                        <a:pt x="208010" y="83673"/>
                      </a:cubicBezTo>
                      <a:cubicBezTo>
                        <a:pt x="207595" y="82845"/>
                        <a:pt x="207181" y="82016"/>
                        <a:pt x="206698" y="81188"/>
                      </a:cubicBezTo>
                      <a:cubicBezTo>
                        <a:pt x="206422" y="80705"/>
                        <a:pt x="206146" y="80152"/>
                        <a:pt x="205870" y="79669"/>
                      </a:cubicBezTo>
                      <a:cubicBezTo>
                        <a:pt x="205179" y="78357"/>
                        <a:pt x="204420" y="77046"/>
                        <a:pt x="203660" y="75734"/>
                      </a:cubicBezTo>
                      <a:cubicBezTo>
                        <a:pt x="203315" y="75113"/>
                        <a:pt x="202970" y="74491"/>
                        <a:pt x="202625" y="73870"/>
                      </a:cubicBezTo>
                      <a:cubicBezTo>
                        <a:pt x="202487" y="73594"/>
                        <a:pt x="202279" y="73318"/>
                        <a:pt x="202072" y="73042"/>
                      </a:cubicBezTo>
                      <a:cubicBezTo>
                        <a:pt x="200208" y="69866"/>
                        <a:pt x="198206" y="66690"/>
                        <a:pt x="196135" y="63652"/>
                      </a:cubicBezTo>
                      <a:cubicBezTo>
                        <a:pt x="195997" y="63445"/>
                        <a:pt x="195928" y="63238"/>
                        <a:pt x="195790" y="63031"/>
                      </a:cubicBezTo>
                      <a:cubicBezTo>
                        <a:pt x="195307" y="62341"/>
                        <a:pt x="194823" y="61650"/>
                        <a:pt x="194340" y="61029"/>
                      </a:cubicBezTo>
                      <a:cubicBezTo>
                        <a:pt x="193512" y="59786"/>
                        <a:pt x="192614" y="58613"/>
                        <a:pt x="191786" y="57370"/>
                      </a:cubicBezTo>
                      <a:cubicBezTo>
                        <a:pt x="191579" y="57025"/>
                        <a:pt x="191303" y="56680"/>
                        <a:pt x="191095" y="56404"/>
                      </a:cubicBezTo>
                      <a:cubicBezTo>
                        <a:pt x="190198" y="55230"/>
                        <a:pt x="189301" y="54056"/>
                        <a:pt x="188403" y="52883"/>
                      </a:cubicBezTo>
                      <a:cubicBezTo>
                        <a:pt x="188196" y="52676"/>
                        <a:pt x="188058" y="52399"/>
                        <a:pt x="187851" y="52192"/>
                      </a:cubicBezTo>
                      <a:cubicBezTo>
                        <a:pt x="187851" y="52192"/>
                        <a:pt x="187782" y="52054"/>
                        <a:pt x="187713" y="51985"/>
                      </a:cubicBezTo>
                      <a:cubicBezTo>
                        <a:pt x="186746" y="50743"/>
                        <a:pt x="185710" y="49500"/>
                        <a:pt x="184744" y="48257"/>
                      </a:cubicBezTo>
                      <a:cubicBezTo>
                        <a:pt x="184399" y="47843"/>
                        <a:pt x="184054" y="47429"/>
                        <a:pt x="183709" y="47014"/>
                      </a:cubicBezTo>
                      <a:cubicBezTo>
                        <a:pt x="183432" y="46669"/>
                        <a:pt x="183156" y="46324"/>
                        <a:pt x="182811" y="45979"/>
                      </a:cubicBezTo>
                      <a:cubicBezTo>
                        <a:pt x="182466" y="45634"/>
                        <a:pt x="182190" y="45219"/>
                        <a:pt x="181844" y="44874"/>
                      </a:cubicBezTo>
                      <a:cubicBezTo>
                        <a:pt x="180878" y="43770"/>
                        <a:pt x="179911" y="42734"/>
                        <a:pt x="178945" y="41630"/>
                      </a:cubicBezTo>
                      <a:cubicBezTo>
                        <a:pt x="178738" y="41422"/>
                        <a:pt x="178531" y="41146"/>
                        <a:pt x="178324" y="40939"/>
                      </a:cubicBezTo>
                      <a:cubicBezTo>
                        <a:pt x="177426" y="39973"/>
                        <a:pt x="176529" y="39075"/>
                        <a:pt x="175700" y="38178"/>
                      </a:cubicBezTo>
                      <a:cubicBezTo>
                        <a:pt x="174526" y="37004"/>
                        <a:pt x="173353" y="35761"/>
                        <a:pt x="172110" y="34657"/>
                      </a:cubicBezTo>
                      <a:cubicBezTo>
                        <a:pt x="171558" y="34104"/>
                        <a:pt x="171006" y="33621"/>
                        <a:pt x="170453" y="33138"/>
                      </a:cubicBezTo>
                      <a:cubicBezTo>
                        <a:pt x="170177" y="32862"/>
                        <a:pt x="169901" y="32655"/>
                        <a:pt x="169625" y="32379"/>
                      </a:cubicBezTo>
                      <a:cubicBezTo>
                        <a:pt x="169211" y="31964"/>
                        <a:pt x="168796" y="31550"/>
                        <a:pt x="168313" y="31205"/>
                      </a:cubicBezTo>
                      <a:cubicBezTo>
                        <a:pt x="167001" y="30031"/>
                        <a:pt x="165759" y="28927"/>
                        <a:pt x="164447" y="27822"/>
                      </a:cubicBezTo>
                      <a:cubicBezTo>
                        <a:pt x="163619" y="27132"/>
                        <a:pt x="162721" y="26441"/>
                        <a:pt x="161893" y="25751"/>
                      </a:cubicBezTo>
                      <a:cubicBezTo>
                        <a:pt x="161686" y="25544"/>
                        <a:pt x="161409" y="25337"/>
                        <a:pt x="161202" y="25199"/>
                      </a:cubicBezTo>
                      <a:cubicBezTo>
                        <a:pt x="160995" y="24991"/>
                        <a:pt x="160719" y="24853"/>
                        <a:pt x="160512" y="24646"/>
                      </a:cubicBezTo>
                      <a:cubicBezTo>
                        <a:pt x="159200" y="23611"/>
                        <a:pt x="157888" y="22575"/>
                        <a:pt x="156577" y="21609"/>
                      </a:cubicBezTo>
                      <a:cubicBezTo>
                        <a:pt x="155334" y="20711"/>
                        <a:pt x="154091" y="19814"/>
                        <a:pt x="152849" y="18985"/>
                      </a:cubicBezTo>
                      <a:cubicBezTo>
                        <a:pt x="152849" y="18985"/>
                        <a:pt x="152780" y="18985"/>
                        <a:pt x="152711" y="18916"/>
                      </a:cubicBezTo>
                      <a:cubicBezTo>
                        <a:pt x="152711" y="18916"/>
                        <a:pt x="152711" y="18916"/>
                        <a:pt x="152642" y="18916"/>
                      </a:cubicBezTo>
                      <a:cubicBezTo>
                        <a:pt x="151330" y="18019"/>
                        <a:pt x="150018" y="17190"/>
                        <a:pt x="148707" y="16362"/>
                      </a:cubicBezTo>
                      <a:cubicBezTo>
                        <a:pt x="147395" y="15533"/>
                        <a:pt x="146083" y="14774"/>
                        <a:pt x="144840" y="13946"/>
                      </a:cubicBezTo>
                      <a:cubicBezTo>
                        <a:pt x="144564" y="13738"/>
                        <a:pt x="144219" y="13600"/>
                        <a:pt x="143943" y="13393"/>
                      </a:cubicBezTo>
                      <a:cubicBezTo>
                        <a:pt x="142976" y="12841"/>
                        <a:pt x="141941" y="12289"/>
                        <a:pt x="140974" y="11736"/>
                      </a:cubicBezTo>
                      <a:cubicBezTo>
                        <a:pt x="140008" y="11184"/>
                        <a:pt x="138972" y="10701"/>
                        <a:pt x="138006" y="10149"/>
                      </a:cubicBezTo>
                      <a:cubicBezTo>
                        <a:pt x="137799" y="10080"/>
                        <a:pt x="137591" y="9941"/>
                        <a:pt x="137384" y="9803"/>
                      </a:cubicBezTo>
                      <a:cubicBezTo>
                        <a:pt x="137315" y="9803"/>
                        <a:pt x="137177" y="9734"/>
                        <a:pt x="137108" y="9665"/>
                      </a:cubicBezTo>
                      <a:cubicBezTo>
                        <a:pt x="135797" y="9044"/>
                        <a:pt x="134485" y="8423"/>
                        <a:pt x="133173" y="7801"/>
                      </a:cubicBezTo>
                      <a:cubicBezTo>
                        <a:pt x="132690" y="7594"/>
                        <a:pt x="132207" y="7387"/>
                        <a:pt x="131723" y="7180"/>
                      </a:cubicBezTo>
                      <a:cubicBezTo>
                        <a:pt x="131309" y="6973"/>
                        <a:pt x="130895" y="6835"/>
                        <a:pt x="130550" y="6697"/>
                      </a:cubicBezTo>
                      <a:cubicBezTo>
                        <a:pt x="130135" y="6490"/>
                        <a:pt x="129721" y="6351"/>
                        <a:pt x="129238" y="6144"/>
                      </a:cubicBezTo>
                      <a:cubicBezTo>
                        <a:pt x="127926" y="5592"/>
                        <a:pt x="126615" y="5109"/>
                        <a:pt x="125234" y="4625"/>
                      </a:cubicBezTo>
                      <a:cubicBezTo>
                        <a:pt x="125096" y="4625"/>
                        <a:pt x="125027" y="4625"/>
                        <a:pt x="124889" y="4487"/>
                      </a:cubicBezTo>
                      <a:cubicBezTo>
                        <a:pt x="124612" y="4418"/>
                        <a:pt x="124405" y="4349"/>
                        <a:pt x="124129" y="4211"/>
                      </a:cubicBezTo>
                      <a:cubicBezTo>
                        <a:pt x="123163" y="3866"/>
                        <a:pt x="122127" y="3521"/>
                        <a:pt x="121161" y="3245"/>
                      </a:cubicBezTo>
                      <a:cubicBezTo>
                        <a:pt x="120470" y="3038"/>
                        <a:pt x="119780" y="2900"/>
                        <a:pt x="119159" y="2692"/>
                      </a:cubicBezTo>
                      <a:cubicBezTo>
                        <a:pt x="118744" y="2554"/>
                        <a:pt x="118330" y="2485"/>
                        <a:pt x="117916" y="2347"/>
                      </a:cubicBezTo>
                      <a:cubicBezTo>
                        <a:pt x="117640" y="2278"/>
                        <a:pt x="117364" y="2209"/>
                        <a:pt x="117087" y="2140"/>
                      </a:cubicBezTo>
                      <a:cubicBezTo>
                        <a:pt x="115707" y="1795"/>
                        <a:pt x="114326" y="1450"/>
                        <a:pt x="112945" y="1243"/>
                      </a:cubicBezTo>
                      <a:cubicBezTo>
                        <a:pt x="112807" y="1243"/>
                        <a:pt x="112669" y="1243"/>
                        <a:pt x="112531" y="1174"/>
                      </a:cubicBezTo>
                      <a:cubicBezTo>
                        <a:pt x="112186" y="1174"/>
                        <a:pt x="111841" y="1036"/>
                        <a:pt x="111495" y="967"/>
                      </a:cubicBezTo>
                      <a:cubicBezTo>
                        <a:pt x="110598" y="828"/>
                        <a:pt x="109631" y="621"/>
                        <a:pt x="108734" y="483"/>
                      </a:cubicBezTo>
                      <a:cubicBezTo>
                        <a:pt x="108182" y="414"/>
                        <a:pt x="107698" y="345"/>
                        <a:pt x="107146" y="345"/>
                      </a:cubicBezTo>
                      <a:cubicBezTo>
                        <a:pt x="106594" y="345"/>
                        <a:pt x="106042" y="207"/>
                        <a:pt x="105489" y="207"/>
                      </a:cubicBezTo>
                      <a:cubicBezTo>
                        <a:pt x="105075" y="207"/>
                        <a:pt x="104661" y="138"/>
                        <a:pt x="104246" y="69"/>
                      </a:cubicBezTo>
                      <a:cubicBezTo>
                        <a:pt x="103280" y="69"/>
                        <a:pt x="102313" y="0"/>
                        <a:pt x="101347" y="0"/>
                      </a:cubicBezTo>
                      <a:cubicBezTo>
                        <a:pt x="100933" y="0"/>
                        <a:pt x="100449" y="0"/>
                        <a:pt x="100035" y="0"/>
                      </a:cubicBezTo>
                      <a:cubicBezTo>
                        <a:pt x="99897" y="0"/>
                        <a:pt x="99759" y="0"/>
                        <a:pt x="99621" y="0"/>
                      </a:cubicBezTo>
                      <a:cubicBezTo>
                        <a:pt x="97964" y="0"/>
                        <a:pt x="96307" y="69"/>
                        <a:pt x="94719" y="207"/>
                      </a:cubicBezTo>
                      <a:cubicBezTo>
                        <a:pt x="94719" y="207"/>
                        <a:pt x="94650" y="207"/>
                        <a:pt x="94581" y="207"/>
                      </a:cubicBezTo>
                      <a:cubicBezTo>
                        <a:pt x="92855" y="345"/>
                        <a:pt x="91060" y="621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9403" y="967"/>
                        <a:pt x="89403" y="967"/>
                        <a:pt x="89403" y="967"/>
                      </a:cubicBezTo>
                      <a:cubicBezTo>
                        <a:pt x="87401" y="1381"/>
                        <a:pt x="85537" y="1933"/>
                        <a:pt x="83604" y="2554"/>
                      </a:cubicBezTo>
                      <a:cubicBezTo>
                        <a:pt x="83397" y="2623"/>
                        <a:pt x="83190" y="2623"/>
                        <a:pt x="82983" y="2762"/>
                      </a:cubicBezTo>
                      <a:cubicBezTo>
                        <a:pt x="82293" y="3038"/>
                        <a:pt x="81602" y="3314"/>
                        <a:pt x="80843" y="3590"/>
                      </a:cubicBezTo>
                      <a:cubicBezTo>
                        <a:pt x="80360" y="3797"/>
                        <a:pt x="79876" y="3935"/>
                        <a:pt x="79462" y="4142"/>
                      </a:cubicBezTo>
                      <a:cubicBezTo>
                        <a:pt x="78012" y="4764"/>
                        <a:pt x="76632" y="5454"/>
                        <a:pt x="75320" y="6213"/>
                      </a:cubicBezTo>
                      <a:lnTo>
                        <a:pt x="0" y="49983"/>
                      </a:lnTo>
                      <a:cubicBezTo>
                        <a:pt x="1312" y="49224"/>
                        <a:pt x="2693" y="48533"/>
                        <a:pt x="4142" y="47912"/>
                      </a:cubicBezTo>
                      <a:cubicBezTo>
                        <a:pt x="4626" y="47705"/>
                        <a:pt x="5040" y="47567"/>
                        <a:pt x="5523" y="47360"/>
                      </a:cubicBezTo>
                      <a:cubicBezTo>
                        <a:pt x="6420" y="47014"/>
                        <a:pt x="7318" y="46669"/>
                        <a:pt x="8285" y="46324"/>
                      </a:cubicBezTo>
                      <a:cubicBezTo>
                        <a:pt x="10149" y="45703"/>
                        <a:pt x="12082" y="45150"/>
                        <a:pt x="14084" y="44736"/>
                      </a:cubicBezTo>
                      <a:cubicBezTo>
                        <a:pt x="14084" y="44736"/>
                        <a:pt x="14084" y="44736"/>
                        <a:pt x="14153" y="44736"/>
                      </a:cubicBezTo>
                      <a:cubicBezTo>
                        <a:pt x="15879" y="44391"/>
                        <a:pt x="17604" y="44184"/>
                        <a:pt x="19330" y="43977"/>
                      </a:cubicBezTo>
                      <a:cubicBezTo>
                        <a:pt x="21125" y="43839"/>
                        <a:pt x="22920" y="43770"/>
                        <a:pt x="24715" y="43770"/>
                      </a:cubicBezTo>
                      <a:cubicBezTo>
                        <a:pt x="25130" y="43770"/>
                        <a:pt x="25613" y="43770"/>
                        <a:pt x="26027" y="43770"/>
                      </a:cubicBezTo>
                      <a:cubicBezTo>
                        <a:pt x="27408" y="43770"/>
                        <a:pt x="28789" y="43839"/>
                        <a:pt x="30169" y="43977"/>
                      </a:cubicBezTo>
                      <a:cubicBezTo>
                        <a:pt x="30722" y="43977"/>
                        <a:pt x="31274" y="44115"/>
                        <a:pt x="31826" y="44115"/>
                      </a:cubicBezTo>
                      <a:cubicBezTo>
                        <a:pt x="33276" y="44253"/>
                        <a:pt x="34726" y="44460"/>
                        <a:pt x="36176" y="44736"/>
                      </a:cubicBezTo>
                      <a:cubicBezTo>
                        <a:pt x="36521" y="44736"/>
                        <a:pt x="36866" y="44874"/>
                        <a:pt x="37211" y="44943"/>
                      </a:cubicBezTo>
                      <a:cubicBezTo>
                        <a:pt x="39006" y="45288"/>
                        <a:pt x="40801" y="45703"/>
                        <a:pt x="42665" y="46186"/>
                      </a:cubicBezTo>
                      <a:cubicBezTo>
                        <a:pt x="43079" y="46324"/>
                        <a:pt x="43493" y="46393"/>
                        <a:pt x="43908" y="46531"/>
                      </a:cubicBezTo>
                      <a:cubicBezTo>
                        <a:pt x="45565" y="47014"/>
                        <a:pt x="47222" y="47498"/>
                        <a:pt x="48879" y="48050"/>
                      </a:cubicBezTo>
                      <a:cubicBezTo>
                        <a:pt x="49155" y="48119"/>
                        <a:pt x="49362" y="48188"/>
                        <a:pt x="49638" y="48326"/>
                      </a:cubicBezTo>
                      <a:cubicBezTo>
                        <a:pt x="51502" y="48947"/>
                        <a:pt x="53366" y="49707"/>
                        <a:pt x="55230" y="50466"/>
                      </a:cubicBezTo>
                      <a:cubicBezTo>
                        <a:pt x="55644" y="50604"/>
                        <a:pt x="56058" y="50812"/>
                        <a:pt x="56404" y="50950"/>
                      </a:cubicBezTo>
                      <a:cubicBezTo>
                        <a:pt x="58268" y="51778"/>
                        <a:pt x="60131" y="52606"/>
                        <a:pt x="62065" y="53573"/>
                      </a:cubicBezTo>
                      <a:cubicBezTo>
                        <a:pt x="62272" y="53642"/>
                        <a:pt x="62479" y="53780"/>
                        <a:pt x="62686" y="53918"/>
                      </a:cubicBezTo>
                      <a:cubicBezTo>
                        <a:pt x="64688" y="54954"/>
                        <a:pt x="66690" y="55989"/>
                        <a:pt x="68692" y="57163"/>
                      </a:cubicBezTo>
                      <a:cubicBezTo>
                        <a:pt x="71661" y="58889"/>
                        <a:pt x="74560" y="60684"/>
                        <a:pt x="77460" y="62686"/>
                      </a:cubicBezTo>
                      <a:cubicBezTo>
                        <a:pt x="77460" y="62686"/>
                        <a:pt x="77529" y="62686"/>
                        <a:pt x="77598" y="62755"/>
                      </a:cubicBezTo>
                      <a:cubicBezTo>
                        <a:pt x="80429" y="64688"/>
                        <a:pt x="83190" y="66759"/>
                        <a:pt x="85952" y="68968"/>
                      </a:cubicBezTo>
                      <a:cubicBezTo>
                        <a:pt x="86159" y="69175"/>
                        <a:pt x="86435" y="69383"/>
                        <a:pt x="86642" y="69521"/>
                      </a:cubicBezTo>
                      <a:cubicBezTo>
                        <a:pt x="89265" y="71592"/>
                        <a:pt x="91820" y="73870"/>
                        <a:pt x="94374" y="76217"/>
                      </a:cubicBezTo>
                      <a:cubicBezTo>
                        <a:pt x="94650" y="76493"/>
                        <a:pt x="94926" y="76701"/>
                        <a:pt x="95203" y="76977"/>
                      </a:cubicBezTo>
                      <a:cubicBezTo>
                        <a:pt x="97895" y="79462"/>
                        <a:pt x="100518" y="82086"/>
                        <a:pt x="103073" y="84847"/>
                      </a:cubicBezTo>
                      <a:cubicBezTo>
                        <a:pt x="104592" y="86504"/>
                        <a:pt x="106110" y="88161"/>
                        <a:pt x="107560" y="89887"/>
                      </a:cubicBezTo>
                      <a:cubicBezTo>
                        <a:pt x="107836" y="90232"/>
                        <a:pt x="108113" y="90577"/>
                        <a:pt x="108458" y="90922"/>
                      </a:cubicBezTo>
                      <a:cubicBezTo>
                        <a:pt x="109908" y="92579"/>
                        <a:pt x="111288" y="94305"/>
                        <a:pt x="112669" y="9603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8" name="Google Shape;2108;p83"/>
              <p:cNvSpPr/>
              <p:nvPr/>
            </p:nvSpPr>
            <p:spPr>
              <a:xfrm>
                <a:off x="2506239" y="3236974"/>
                <a:ext cx="254089" cy="213288"/>
              </a:xfrm>
              <a:custGeom>
                <a:rect b="b" l="l" r="r" t="t"/>
                <a:pathLst>
                  <a:path extrusionOk="0" h="213288" w="254089">
                    <a:moveTo>
                      <a:pt x="130781" y="13287"/>
                    </a:moveTo>
                    <a:cubicBezTo>
                      <a:pt x="142586" y="20122"/>
                      <a:pt x="154323" y="29373"/>
                      <a:pt x="165162" y="40971"/>
                    </a:cubicBezTo>
                    <a:cubicBezTo>
                      <a:pt x="191879" y="69414"/>
                      <a:pt x="211693" y="112218"/>
                      <a:pt x="213626" y="146667"/>
                    </a:cubicBezTo>
                    <a:cubicBezTo>
                      <a:pt x="215075" y="147289"/>
                      <a:pt x="216525" y="148048"/>
                      <a:pt x="217906" y="148877"/>
                    </a:cubicBezTo>
                    <a:cubicBezTo>
                      <a:pt x="226881" y="154054"/>
                      <a:pt x="235856" y="163098"/>
                      <a:pt x="242552" y="173868"/>
                    </a:cubicBezTo>
                    <a:cubicBezTo>
                      <a:pt x="250285" y="186364"/>
                      <a:pt x="254289" y="201345"/>
                      <a:pt x="254082" y="213288"/>
                    </a:cubicBezTo>
                    <a:lnTo>
                      <a:pt x="507" y="66929"/>
                    </a:lnTo>
                    <a:cubicBezTo>
                      <a:pt x="-1219" y="54709"/>
                      <a:pt x="1405" y="42145"/>
                      <a:pt x="9206" y="39521"/>
                    </a:cubicBezTo>
                    <a:cubicBezTo>
                      <a:pt x="14384" y="37726"/>
                      <a:pt x="21564" y="39038"/>
                      <a:pt x="28537" y="43111"/>
                    </a:cubicBezTo>
                    <a:cubicBezTo>
                      <a:pt x="31988" y="45113"/>
                      <a:pt x="35371" y="47737"/>
                      <a:pt x="38340" y="50913"/>
                    </a:cubicBezTo>
                    <a:cubicBezTo>
                      <a:pt x="39513" y="20260"/>
                      <a:pt x="57739" y="2379"/>
                      <a:pt x="81281" y="239"/>
                    </a:cubicBezTo>
                    <a:cubicBezTo>
                      <a:pt x="96193" y="-1142"/>
                      <a:pt x="113452" y="3484"/>
                      <a:pt x="130643" y="134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9" name="Google Shape;2109;p83"/>
            <p:cNvGrpSpPr/>
            <p:nvPr/>
          </p:nvGrpSpPr>
          <p:grpSpPr>
            <a:xfrm>
              <a:off x="1878644" y="3204420"/>
              <a:ext cx="857168" cy="484297"/>
              <a:chOff x="1878644" y="3204420"/>
              <a:chExt cx="857168" cy="484297"/>
            </a:xfrm>
          </p:grpSpPr>
          <p:sp>
            <p:nvSpPr>
              <p:cNvPr id="2110" name="Google Shape;2110;p83"/>
              <p:cNvSpPr/>
              <p:nvPr/>
            </p:nvSpPr>
            <p:spPr>
              <a:xfrm>
                <a:off x="2728909" y="3512534"/>
                <a:ext cx="6903" cy="176183"/>
              </a:xfrm>
              <a:custGeom>
                <a:rect b="b" l="l" r="r" t="t"/>
                <a:pathLst>
                  <a:path extrusionOk="0" h="176183" w="6903">
                    <a:moveTo>
                      <a:pt x="3452" y="176183"/>
                    </a:moveTo>
                    <a:cubicBezTo>
                      <a:pt x="1519" y="176183"/>
                      <a:pt x="0" y="174664"/>
                      <a:pt x="0" y="172731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72731"/>
                    </a:lnTo>
                    <a:cubicBezTo>
                      <a:pt x="6904" y="174664"/>
                      <a:pt x="5385" y="176183"/>
                      <a:pt x="3452" y="176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1" name="Google Shape;2111;p83"/>
              <p:cNvSpPr/>
              <p:nvPr/>
            </p:nvSpPr>
            <p:spPr>
              <a:xfrm>
                <a:off x="2659733" y="3445016"/>
                <a:ext cx="6903" cy="222576"/>
              </a:xfrm>
              <a:custGeom>
                <a:rect b="b" l="l" r="r" t="t"/>
                <a:pathLst>
                  <a:path extrusionOk="0" h="222576" w="6903">
                    <a:moveTo>
                      <a:pt x="3452" y="222576"/>
                    </a:moveTo>
                    <a:cubicBezTo>
                      <a:pt x="1519" y="222576"/>
                      <a:pt x="0" y="221058"/>
                      <a:pt x="0" y="21912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19125"/>
                    </a:lnTo>
                    <a:cubicBezTo>
                      <a:pt x="6904" y="221058"/>
                      <a:pt x="5385" y="222576"/>
                      <a:pt x="3452" y="22257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2" name="Google Shape;2112;p83"/>
              <p:cNvSpPr/>
              <p:nvPr/>
            </p:nvSpPr>
            <p:spPr>
              <a:xfrm>
                <a:off x="2530979" y="3423269"/>
                <a:ext cx="6903" cy="142216"/>
              </a:xfrm>
              <a:custGeom>
                <a:rect b="b" l="l" r="r" t="t"/>
                <a:pathLst>
                  <a:path extrusionOk="0" h="142216" w="6903">
                    <a:moveTo>
                      <a:pt x="3452" y="142217"/>
                    </a:moveTo>
                    <a:cubicBezTo>
                      <a:pt x="1519" y="142217"/>
                      <a:pt x="0" y="140698"/>
                      <a:pt x="0" y="13876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38765"/>
                    </a:lnTo>
                    <a:cubicBezTo>
                      <a:pt x="6904" y="140698"/>
                      <a:pt x="5385" y="142217"/>
                      <a:pt x="3452" y="1422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3" name="Google Shape;2113;p83"/>
              <p:cNvSpPr/>
              <p:nvPr/>
            </p:nvSpPr>
            <p:spPr>
              <a:xfrm>
                <a:off x="2053585" y="3357062"/>
                <a:ext cx="6903" cy="185434"/>
              </a:xfrm>
              <a:custGeom>
                <a:rect b="b" l="l" r="r" t="t"/>
                <a:pathLst>
                  <a:path extrusionOk="0" h="185434" w="6903">
                    <a:moveTo>
                      <a:pt x="3452" y="185434"/>
                    </a:moveTo>
                    <a:cubicBezTo>
                      <a:pt x="1519" y="185434"/>
                      <a:pt x="0" y="183916"/>
                      <a:pt x="0" y="181983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81983"/>
                    </a:lnTo>
                    <a:cubicBezTo>
                      <a:pt x="6904" y="183916"/>
                      <a:pt x="5385" y="185434"/>
                      <a:pt x="3452" y="1854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83"/>
              <p:cNvSpPr/>
              <p:nvPr/>
            </p:nvSpPr>
            <p:spPr>
              <a:xfrm>
                <a:off x="2476853" y="3288922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83"/>
              <p:cNvSpPr/>
              <p:nvPr/>
            </p:nvSpPr>
            <p:spPr>
              <a:xfrm>
                <a:off x="1878644" y="3204420"/>
                <a:ext cx="6903" cy="208907"/>
              </a:xfrm>
              <a:custGeom>
                <a:rect b="b" l="l" r="r" t="t"/>
                <a:pathLst>
                  <a:path extrusionOk="0" h="208907" w="6903">
                    <a:moveTo>
                      <a:pt x="3452" y="208907"/>
                    </a:moveTo>
                    <a:cubicBezTo>
                      <a:pt x="1519" y="208907"/>
                      <a:pt x="0" y="207388"/>
                      <a:pt x="0" y="205455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205455"/>
                    </a:lnTo>
                    <a:cubicBezTo>
                      <a:pt x="6904" y="207388"/>
                      <a:pt x="5385" y="208907"/>
                      <a:pt x="3452" y="208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83"/>
              <p:cNvSpPr/>
              <p:nvPr/>
            </p:nvSpPr>
            <p:spPr>
              <a:xfrm>
                <a:off x="2125660" y="3357062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83"/>
              <p:cNvSpPr/>
              <p:nvPr/>
            </p:nvSpPr>
            <p:spPr>
              <a:xfrm>
                <a:off x="1952100" y="3251090"/>
                <a:ext cx="6903" cy="128823"/>
              </a:xfrm>
              <a:custGeom>
                <a:rect b="b" l="l" r="r" t="t"/>
                <a:pathLst>
                  <a:path extrusionOk="0" h="128823" w="6903">
                    <a:moveTo>
                      <a:pt x="3452" y="128824"/>
                    </a:moveTo>
                    <a:cubicBezTo>
                      <a:pt x="1519" y="128824"/>
                      <a:pt x="0" y="127305"/>
                      <a:pt x="0" y="125372"/>
                    </a:cubicBezTo>
                    <a:lnTo>
                      <a:pt x="0" y="3452"/>
                    </a:lnTo>
                    <a:cubicBezTo>
                      <a:pt x="0" y="1519"/>
                      <a:pt x="1519" y="0"/>
                      <a:pt x="3452" y="0"/>
                    </a:cubicBezTo>
                    <a:cubicBezTo>
                      <a:pt x="5385" y="0"/>
                      <a:pt x="6904" y="1519"/>
                      <a:pt x="6904" y="3452"/>
                    </a:cubicBezTo>
                    <a:lnTo>
                      <a:pt x="6904" y="125372"/>
                    </a:lnTo>
                    <a:cubicBezTo>
                      <a:pt x="6904" y="127305"/>
                      <a:pt x="5385" y="128824"/>
                      <a:pt x="3452" y="1288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18" name="Google Shape;2118;p83"/>
          <p:cNvGrpSpPr/>
          <p:nvPr/>
        </p:nvGrpSpPr>
        <p:grpSpPr>
          <a:xfrm>
            <a:off x="2499898" y="3915388"/>
            <a:ext cx="706932" cy="557671"/>
            <a:chOff x="6636544" y="148135"/>
            <a:chExt cx="460392" cy="363161"/>
          </a:xfrm>
        </p:grpSpPr>
        <p:sp>
          <p:nvSpPr>
            <p:cNvPr id="2119" name="Google Shape;2119;p83"/>
            <p:cNvSpPr/>
            <p:nvPr/>
          </p:nvSpPr>
          <p:spPr>
            <a:xfrm>
              <a:off x="6645163" y="219035"/>
              <a:ext cx="99000" cy="48569"/>
            </a:xfrm>
            <a:custGeom>
              <a:rect b="b" l="l" r="r" t="t"/>
              <a:pathLst>
                <a:path extrusionOk="0" h="73869" w="150570">
                  <a:moveTo>
                    <a:pt x="46945" y="73801"/>
                  </a:moveTo>
                  <a:lnTo>
                    <a:pt x="150570" y="13600"/>
                  </a:lnTo>
                  <a:cubicBezTo>
                    <a:pt x="150156" y="13186"/>
                    <a:pt x="149673" y="12841"/>
                    <a:pt x="149259" y="12427"/>
                  </a:cubicBezTo>
                  <a:cubicBezTo>
                    <a:pt x="148776" y="12012"/>
                    <a:pt x="148292" y="11598"/>
                    <a:pt x="147809" y="11253"/>
                  </a:cubicBezTo>
                  <a:cubicBezTo>
                    <a:pt x="147326" y="10839"/>
                    <a:pt x="146773" y="10494"/>
                    <a:pt x="146290" y="10079"/>
                  </a:cubicBezTo>
                  <a:cubicBezTo>
                    <a:pt x="146221" y="10010"/>
                    <a:pt x="146083" y="9941"/>
                    <a:pt x="146014" y="9872"/>
                  </a:cubicBezTo>
                  <a:cubicBezTo>
                    <a:pt x="146014" y="9872"/>
                    <a:pt x="145876" y="9803"/>
                    <a:pt x="145807" y="9734"/>
                  </a:cubicBezTo>
                  <a:cubicBezTo>
                    <a:pt x="145462" y="9458"/>
                    <a:pt x="145117" y="9182"/>
                    <a:pt x="144702" y="8975"/>
                  </a:cubicBezTo>
                  <a:cubicBezTo>
                    <a:pt x="144150" y="8630"/>
                    <a:pt x="143667" y="8284"/>
                    <a:pt x="143115" y="7939"/>
                  </a:cubicBezTo>
                  <a:cubicBezTo>
                    <a:pt x="142562" y="7594"/>
                    <a:pt x="142010" y="7249"/>
                    <a:pt x="141458" y="6904"/>
                  </a:cubicBezTo>
                  <a:cubicBezTo>
                    <a:pt x="141319" y="6835"/>
                    <a:pt x="141181" y="6766"/>
                    <a:pt x="141043" y="6697"/>
                  </a:cubicBezTo>
                  <a:cubicBezTo>
                    <a:pt x="140629" y="6420"/>
                    <a:pt x="140146" y="6213"/>
                    <a:pt x="139732" y="5937"/>
                  </a:cubicBezTo>
                  <a:cubicBezTo>
                    <a:pt x="139110" y="5592"/>
                    <a:pt x="138558" y="5316"/>
                    <a:pt x="137937" y="4971"/>
                  </a:cubicBezTo>
                  <a:cubicBezTo>
                    <a:pt x="137453" y="4694"/>
                    <a:pt x="136970" y="4487"/>
                    <a:pt x="136487" y="4280"/>
                  </a:cubicBezTo>
                  <a:cubicBezTo>
                    <a:pt x="136487" y="4280"/>
                    <a:pt x="136349" y="4280"/>
                    <a:pt x="136280" y="4211"/>
                  </a:cubicBezTo>
                  <a:cubicBezTo>
                    <a:pt x="136211" y="4211"/>
                    <a:pt x="136142" y="4142"/>
                    <a:pt x="136073" y="4142"/>
                  </a:cubicBezTo>
                  <a:cubicBezTo>
                    <a:pt x="135382" y="3866"/>
                    <a:pt x="134761" y="3590"/>
                    <a:pt x="134071" y="3314"/>
                  </a:cubicBezTo>
                  <a:cubicBezTo>
                    <a:pt x="133380" y="3038"/>
                    <a:pt x="132690" y="2761"/>
                    <a:pt x="131999" y="2554"/>
                  </a:cubicBezTo>
                  <a:cubicBezTo>
                    <a:pt x="131861" y="2554"/>
                    <a:pt x="131792" y="2554"/>
                    <a:pt x="131654" y="2485"/>
                  </a:cubicBezTo>
                  <a:cubicBezTo>
                    <a:pt x="131516" y="2485"/>
                    <a:pt x="131447" y="2416"/>
                    <a:pt x="131309" y="2347"/>
                  </a:cubicBezTo>
                  <a:cubicBezTo>
                    <a:pt x="130826" y="2209"/>
                    <a:pt x="130274" y="2002"/>
                    <a:pt x="129790" y="1864"/>
                  </a:cubicBezTo>
                  <a:cubicBezTo>
                    <a:pt x="129031" y="1657"/>
                    <a:pt x="128271" y="1450"/>
                    <a:pt x="127443" y="1243"/>
                  </a:cubicBezTo>
                  <a:cubicBezTo>
                    <a:pt x="127305" y="1243"/>
                    <a:pt x="127098" y="1174"/>
                    <a:pt x="126960" y="1105"/>
                  </a:cubicBezTo>
                  <a:cubicBezTo>
                    <a:pt x="126753" y="1105"/>
                    <a:pt x="126615" y="1036"/>
                    <a:pt x="126407" y="967"/>
                  </a:cubicBezTo>
                  <a:cubicBezTo>
                    <a:pt x="125924" y="828"/>
                    <a:pt x="125441" y="759"/>
                    <a:pt x="124958" y="621"/>
                  </a:cubicBezTo>
                  <a:cubicBezTo>
                    <a:pt x="124129" y="483"/>
                    <a:pt x="123232" y="345"/>
                    <a:pt x="122403" y="207"/>
                  </a:cubicBezTo>
                  <a:cubicBezTo>
                    <a:pt x="122334" y="207"/>
                    <a:pt x="122265" y="207"/>
                    <a:pt x="122127" y="207"/>
                  </a:cubicBezTo>
                  <a:cubicBezTo>
                    <a:pt x="121989" y="207"/>
                    <a:pt x="121851" y="207"/>
                    <a:pt x="121644" y="207"/>
                  </a:cubicBezTo>
                  <a:cubicBezTo>
                    <a:pt x="120953" y="138"/>
                    <a:pt x="120332" y="69"/>
                    <a:pt x="119642" y="0"/>
                  </a:cubicBezTo>
                  <a:cubicBezTo>
                    <a:pt x="119089" y="0"/>
                    <a:pt x="118468" y="0"/>
                    <a:pt x="117916" y="0"/>
                  </a:cubicBezTo>
                  <a:cubicBezTo>
                    <a:pt x="117709" y="0"/>
                    <a:pt x="117433" y="0"/>
                    <a:pt x="117225" y="0"/>
                  </a:cubicBezTo>
                  <a:cubicBezTo>
                    <a:pt x="117087" y="0"/>
                    <a:pt x="116949" y="0"/>
                    <a:pt x="116811" y="0"/>
                  </a:cubicBezTo>
                  <a:cubicBezTo>
                    <a:pt x="115776" y="0"/>
                    <a:pt x="114809" y="0"/>
                    <a:pt x="113843" y="138"/>
                  </a:cubicBezTo>
                  <a:cubicBezTo>
                    <a:pt x="113705" y="138"/>
                    <a:pt x="113566" y="138"/>
                    <a:pt x="113428" y="138"/>
                  </a:cubicBezTo>
                  <a:cubicBezTo>
                    <a:pt x="113083" y="138"/>
                    <a:pt x="112738" y="207"/>
                    <a:pt x="112393" y="276"/>
                  </a:cubicBezTo>
                  <a:cubicBezTo>
                    <a:pt x="111840" y="345"/>
                    <a:pt x="111219" y="414"/>
                    <a:pt x="110667" y="483"/>
                  </a:cubicBezTo>
                  <a:cubicBezTo>
                    <a:pt x="110391" y="483"/>
                    <a:pt x="110115" y="621"/>
                    <a:pt x="109838" y="690"/>
                  </a:cubicBezTo>
                  <a:cubicBezTo>
                    <a:pt x="109286" y="828"/>
                    <a:pt x="108803" y="967"/>
                    <a:pt x="108251" y="1105"/>
                  </a:cubicBezTo>
                  <a:cubicBezTo>
                    <a:pt x="107905" y="1243"/>
                    <a:pt x="107491" y="1243"/>
                    <a:pt x="107215" y="1381"/>
                  </a:cubicBezTo>
                  <a:cubicBezTo>
                    <a:pt x="106663" y="1588"/>
                    <a:pt x="106110" y="1795"/>
                    <a:pt x="105558" y="2071"/>
                  </a:cubicBezTo>
                  <a:cubicBezTo>
                    <a:pt x="104868" y="2347"/>
                    <a:pt x="104246" y="2692"/>
                    <a:pt x="103625" y="3038"/>
                  </a:cubicBezTo>
                  <a:lnTo>
                    <a:pt x="0" y="63238"/>
                  </a:lnTo>
                  <a:cubicBezTo>
                    <a:pt x="621" y="62893"/>
                    <a:pt x="1243" y="62548"/>
                    <a:pt x="1933" y="62272"/>
                  </a:cubicBezTo>
                  <a:cubicBezTo>
                    <a:pt x="2761" y="61857"/>
                    <a:pt x="3728" y="61581"/>
                    <a:pt x="4695" y="61305"/>
                  </a:cubicBezTo>
                  <a:cubicBezTo>
                    <a:pt x="5178" y="61167"/>
                    <a:pt x="5730" y="61029"/>
                    <a:pt x="6282" y="60891"/>
                  </a:cubicBezTo>
                  <a:cubicBezTo>
                    <a:pt x="7111" y="60684"/>
                    <a:pt x="7939" y="60546"/>
                    <a:pt x="8768" y="60408"/>
                  </a:cubicBezTo>
                  <a:cubicBezTo>
                    <a:pt x="9113" y="60408"/>
                    <a:pt x="9458" y="60270"/>
                    <a:pt x="9803" y="60270"/>
                  </a:cubicBezTo>
                  <a:cubicBezTo>
                    <a:pt x="11046" y="60131"/>
                    <a:pt x="12289" y="60062"/>
                    <a:pt x="13531" y="60062"/>
                  </a:cubicBezTo>
                  <a:cubicBezTo>
                    <a:pt x="13738" y="60062"/>
                    <a:pt x="14015" y="60062"/>
                    <a:pt x="14222" y="60062"/>
                  </a:cubicBezTo>
                  <a:cubicBezTo>
                    <a:pt x="15464" y="60062"/>
                    <a:pt x="16638" y="60200"/>
                    <a:pt x="17950" y="60339"/>
                  </a:cubicBezTo>
                  <a:cubicBezTo>
                    <a:pt x="18088" y="60339"/>
                    <a:pt x="18226" y="60339"/>
                    <a:pt x="18433" y="60339"/>
                  </a:cubicBezTo>
                  <a:cubicBezTo>
                    <a:pt x="19814" y="60546"/>
                    <a:pt x="21194" y="60753"/>
                    <a:pt x="22644" y="61098"/>
                  </a:cubicBezTo>
                  <a:cubicBezTo>
                    <a:pt x="22851" y="61098"/>
                    <a:pt x="22989" y="61167"/>
                    <a:pt x="23197" y="61236"/>
                  </a:cubicBezTo>
                  <a:cubicBezTo>
                    <a:pt x="24646" y="61581"/>
                    <a:pt x="26096" y="61996"/>
                    <a:pt x="27546" y="62479"/>
                  </a:cubicBezTo>
                  <a:cubicBezTo>
                    <a:pt x="27684" y="62479"/>
                    <a:pt x="27753" y="62548"/>
                    <a:pt x="27891" y="62617"/>
                  </a:cubicBezTo>
                  <a:cubicBezTo>
                    <a:pt x="29410" y="63169"/>
                    <a:pt x="30929" y="63721"/>
                    <a:pt x="32517" y="64481"/>
                  </a:cubicBezTo>
                  <a:cubicBezTo>
                    <a:pt x="32517" y="64481"/>
                    <a:pt x="32655" y="64481"/>
                    <a:pt x="32724" y="64550"/>
                  </a:cubicBezTo>
                  <a:cubicBezTo>
                    <a:pt x="34312" y="65240"/>
                    <a:pt x="35830" y="66069"/>
                    <a:pt x="37349" y="66966"/>
                  </a:cubicBezTo>
                  <a:cubicBezTo>
                    <a:pt x="38937" y="67864"/>
                    <a:pt x="40525" y="68899"/>
                    <a:pt x="42113" y="70073"/>
                  </a:cubicBezTo>
                  <a:cubicBezTo>
                    <a:pt x="42113" y="70073"/>
                    <a:pt x="42251" y="70142"/>
                    <a:pt x="42320" y="70211"/>
                  </a:cubicBezTo>
                  <a:cubicBezTo>
                    <a:pt x="43908" y="71316"/>
                    <a:pt x="45427" y="72558"/>
                    <a:pt x="46876" y="738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83"/>
            <p:cNvSpPr/>
            <p:nvPr/>
          </p:nvSpPr>
          <p:spPr>
            <a:xfrm>
              <a:off x="6686632" y="202957"/>
              <a:ext cx="111619" cy="61143"/>
            </a:xfrm>
            <a:custGeom>
              <a:rect b="b" l="l" r="r" t="t"/>
              <a:pathLst>
                <a:path extrusionOk="0" h="92993" w="169762">
                  <a:moveTo>
                    <a:pt x="52745" y="78565"/>
                  </a:moveTo>
                  <a:cubicBezTo>
                    <a:pt x="52745" y="78565"/>
                    <a:pt x="52883" y="78703"/>
                    <a:pt x="52952" y="78772"/>
                  </a:cubicBezTo>
                  <a:cubicBezTo>
                    <a:pt x="55299" y="80843"/>
                    <a:pt x="57508" y="83052"/>
                    <a:pt x="59717" y="85399"/>
                  </a:cubicBezTo>
                  <a:cubicBezTo>
                    <a:pt x="59717" y="85399"/>
                    <a:pt x="59717" y="85399"/>
                    <a:pt x="59717" y="85399"/>
                  </a:cubicBezTo>
                  <a:cubicBezTo>
                    <a:pt x="61927" y="87816"/>
                    <a:pt x="64067" y="90301"/>
                    <a:pt x="66138" y="92993"/>
                  </a:cubicBezTo>
                  <a:lnTo>
                    <a:pt x="169763" y="32793"/>
                  </a:lnTo>
                  <a:cubicBezTo>
                    <a:pt x="169418" y="32379"/>
                    <a:pt x="169142" y="31964"/>
                    <a:pt x="168796" y="31550"/>
                  </a:cubicBezTo>
                  <a:cubicBezTo>
                    <a:pt x="168175" y="30791"/>
                    <a:pt x="167623" y="30100"/>
                    <a:pt x="167001" y="29341"/>
                  </a:cubicBezTo>
                  <a:cubicBezTo>
                    <a:pt x="166380" y="28651"/>
                    <a:pt x="165828" y="27891"/>
                    <a:pt x="165206" y="27201"/>
                  </a:cubicBezTo>
                  <a:cubicBezTo>
                    <a:pt x="164585" y="26510"/>
                    <a:pt x="163964" y="2582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3342" y="25130"/>
                    <a:pt x="163342" y="25130"/>
                    <a:pt x="163342" y="25130"/>
                  </a:cubicBezTo>
                  <a:cubicBezTo>
                    <a:pt x="162652" y="24439"/>
                    <a:pt x="162031" y="23680"/>
                    <a:pt x="161340" y="22989"/>
                  </a:cubicBezTo>
                  <a:cubicBezTo>
                    <a:pt x="160650" y="22230"/>
                    <a:pt x="159891" y="21540"/>
                    <a:pt x="159200" y="20849"/>
                  </a:cubicBezTo>
                  <a:cubicBezTo>
                    <a:pt x="158441" y="20159"/>
                    <a:pt x="157681" y="19399"/>
                    <a:pt x="156922" y="18709"/>
                  </a:cubicBezTo>
                  <a:cubicBezTo>
                    <a:pt x="156853" y="18640"/>
                    <a:pt x="156715" y="18571"/>
                    <a:pt x="156646" y="18433"/>
                  </a:cubicBezTo>
                  <a:cubicBezTo>
                    <a:pt x="156577" y="18433"/>
                    <a:pt x="156508" y="18295"/>
                    <a:pt x="156439" y="18226"/>
                  </a:cubicBezTo>
                  <a:cubicBezTo>
                    <a:pt x="155817" y="17674"/>
                    <a:pt x="155196" y="17121"/>
                    <a:pt x="154575" y="16569"/>
                  </a:cubicBezTo>
                  <a:cubicBezTo>
                    <a:pt x="153746" y="15879"/>
                    <a:pt x="152987" y="15257"/>
                    <a:pt x="152158" y="14636"/>
                  </a:cubicBezTo>
                  <a:cubicBezTo>
                    <a:pt x="151330" y="14015"/>
                    <a:pt x="150571" y="13393"/>
                    <a:pt x="149742" y="12772"/>
                  </a:cubicBezTo>
                  <a:cubicBezTo>
                    <a:pt x="149673" y="12772"/>
                    <a:pt x="149535" y="12634"/>
                    <a:pt x="149466" y="12565"/>
                  </a:cubicBezTo>
                  <a:cubicBezTo>
                    <a:pt x="149466" y="12565"/>
                    <a:pt x="149328" y="12496"/>
                    <a:pt x="149259" y="12427"/>
                  </a:cubicBezTo>
                  <a:cubicBezTo>
                    <a:pt x="148637" y="11943"/>
                    <a:pt x="147947" y="11460"/>
                    <a:pt x="147326" y="11046"/>
                  </a:cubicBezTo>
                  <a:cubicBezTo>
                    <a:pt x="146566" y="10494"/>
                    <a:pt x="145738" y="10010"/>
                    <a:pt x="144978" y="9458"/>
                  </a:cubicBezTo>
                  <a:cubicBezTo>
                    <a:pt x="144219" y="8975"/>
                    <a:pt x="143391" y="8492"/>
                    <a:pt x="142631" y="8008"/>
                  </a:cubicBezTo>
                  <a:cubicBezTo>
                    <a:pt x="142424" y="7870"/>
                    <a:pt x="142286" y="7801"/>
                    <a:pt x="142079" y="7663"/>
                  </a:cubicBezTo>
                  <a:cubicBezTo>
                    <a:pt x="141458" y="7318"/>
                    <a:pt x="140905" y="6973"/>
                    <a:pt x="140284" y="6628"/>
                  </a:cubicBezTo>
                  <a:cubicBezTo>
                    <a:pt x="139525" y="6213"/>
                    <a:pt x="138765" y="5799"/>
                    <a:pt x="137937" y="5454"/>
                  </a:cubicBezTo>
                  <a:cubicBezTo>
                    <a:pt x="137177" y="5109"/>
                    <a:pt x="136418" y="4695"/>
                    <a:pt x="135658" y="4349"/>
                  </a:cubicBezTo>
                  <a:cubicBezTo>
                    <a:pt x="135520" y="4280"/>
                    <a:pt x="135313" y="4211"/>
                    <a:pt x="135175" y="4142"/>
                  </a:cubicBezTo>
                  <a:cubicBezTo>
                    <a:pt x="135106" y="4142"/>
                    <a:pt x="134968" y="4073"/>
                    <a:pt x="134899" y="4004"/>
                  </a:cubicBezTo>
                  <a:cubicBezTo>
                    <a:pt x="134416" y="3797"/>
                    <a:pt x="133863" y="3590"/>
                    <a:pt x="133380" y="3383"/>
                  </a:cubicBezTo>
                  <a:cubicBezTo>
                    <a:pt x="132621" y="3107"/>
                    <a:pt x="131861" y="2762"/>
                    <a:pt x="131102" y="2554"/>
                  </a:cubicBezTo>
                  <a:cubicBezTo>
                    <a:pt x="130343" y="2278"/>
                    <a:pt x="129583" y="2002"/>
                    <a:pt x="128824" y="1795"/>
                  </a:cubicBezTo>
                  <a:cubicBezTo>
                    <a:pt x="128686" y="1795"/>
                    <a:pt x="128479" y="1726"/>
                    <a:pt x="128340" y="1657"/>
                  </a:cubicBezTo>
                  <a:cubicBezTo>
                    <a:pt x="128271" y="1657"/>
                    <a:pt x="128133" y="1657"/>
                    <a:pt x="128064" y="1588"/>
                  </a:cubicBezTo>
                  <a:cubicBezTo>
                    <a:pt x="127581" y="1450"/>
                    <a:pt x="127029" y="1312"/>
                    <a:pt x="126546" y="1174"/>
                  </a:cubicBezTo>
                  <a:cubicBezTo>
                    <a:pt x="125786" y="967"/>
                    <a:pt x="125027" y="828"/>
                    <a:pt x="124267" y="690"/>
                  </a:cubicBezTo>
                  <a:cubicBezTo>
                    <a:pt x="123508" y="552"/>
                    <a:pt x="122679" y="414"/>
                    <a:pt x="121920" y="276"/>
                  </a:cubicBezTo>
                  <a:cubicBezTo>
                    <a:pt x="121851" y="276"/>
                    <a:pt x="121782" y="276"/>
                    <a:pt x="121713" y="276"/>
                  </a:cubicBezTo>
                  <a:cubicBezTo>
                    <a:pt x="121713" y="276"/>
                    <a:pt x="121575" y="276"/>
                    <a:pt x="121506" y="276"/>
                  </a:cubicBezTo>
                  <a:cubicBezTo>
                    <a:pt x="120884" y="207"/>
                    <a:pt x="120194" y="138"/>
                    <a:pt x="119573" y="69"/>
                  </a:cubicBezTo>
                  <a:cubicBezTo>
                    <a:pt x="118744" y="69"/>
                    <a:pt x="117916" y="0"/>
                    <a:pt x="117087" y="0"/>
                  </a:cubicBezTo>
                  <a:cubicBezTo>
                    <a:pt x="116466" y="0"/>
                    <a:pt x="115914" y="0"/>
                    <a:pt x="115361" y="0"/>
                  </a:cubicBezTo>
                  <a:cubicBezTo>
                    <a:pt x="115085" y="0"/>
                    <a:pt x="114740" y="0"/>
                    <a:pt x="114464" y="0"/>
                  </a:cubicBezTo>
                  <a:cubicBezTo>
                    <a:pt x="113428" y="69"/>
                    <a:pt x="112462" y="207"/>
                    <a:pt x="111495" y="414"/>
                  </a:cubicBezTo>
                  <a:cubicBezTo>
                    <a:pt x="110874" y="552"/>
                    <a:pt x="110322" y="759"/>
                    <a:pt x="109769" y="898"/>
                  </a:cubicBezTo>
                  <a:cubicBezTo>
                    <a:pt x="109424" y="967"/>
                    <a:pt x="109148" y="1036"/>
                    <a:pt x="108803" y="1174"/>
                  </a:cubicBezTo>
                  <a:cubicBezTo>
                    <a:pt x="108527" y="1243"/>
                    <a:pt x="108251" y="1312"/>
                    <a:pt x="107974" y="1381"/>
                  </a:cubicBezTo>
                  <a:cubicBezTo>
                    <a:pt x="106456" y="1933"/>
                    <a:pt x="105006" y="2554"/>
                    <a:pt x="103625" y="3383"/>
                  </a:cubicBezTo>
                  <a:lnTo>
                    <a:pt x="0" y="63583"/>
                  </a:lnTo>
                  <a:cubicBezTo>
                    <a:pt x="1588" y="62617"/>
                    <a:pt x="3383" y="61927"/>
                    <a:pt x="5178" y="61374"/>
                  </a:cubicBezTo>
                  <a:cubicBezTo>
                    <a:pt x="5523" y="61305"/>
                    <a:pt x="5799" y="61167"/>
                    <a:pt x="6144" y="61098"/>
                  </a:cubicBezTo>
                  <a:cubicBezTo>
                    <a:pt x="7939" y="60615"/>
                    <a:pt x="9803" y="60270"/>
                    <a:pt x="11736" y="60132"/>
                  </a:cubicBezTo>
                  <a:cubicBezTo>
                    <a:pt x="13738" y="59993"/>
                    <a:pt x="15810" y="60132"/>
                    <a:pt x="17881" y="60339"/>
                  </a:cubicBezTo>
                  <a:cubicBezTo>
                    <a:pt x="17950" y="60339"/>
                    <a:pt x="18019" y="60339"/>
                    <a:pt x="18088" y="60339"/>
                  </a:cubicBezTo>
                  <a:cubicBezTo>
                    <a:pt x="20159" y="60615"/>
                    <a:pt x="22299" y="61098"/>
                    <a:pt x="24508" y="61650"/>
                  </a:cubicBezTo>
                  <a:cubicBezTo>
                    <a:pt x="24577" y="61650"/>
                    <a:pt x="24715" y="61650"/>
                    <a:pt x="24784" y="61719"/>
                  </a:cubicBezTo>
                  <a:cubicBezTo>
                    <a:pt x="26925" y="62341"/>
                    <a:pt x="29134" y="63169"/>
                    <a:pt x="31343" y="64136"/>
                  </a:cubicBezTo>
                  <a:cubicBezTo>
                    <a:pt x="31412" y="64136"/>
                    <a:pt x="31550" y="64205"/>
                    <a:pt x="31619" y="64274"/>
                  </a:cubicBezTo>
                  <a:cubicBezTo>
                    <a:pt x="33897" y="65240"/>
                    <a:pt x="36176" y="66414"/>
                    <a:pt x="38523" y="67726"/>
                  </a:cubicBezTo>
                  <a:cubicBezTo>
                    <a:pt x="40939" y="69106"/>
                    <a:pt x="43355" y="70694"/>
                    <a:pt x="45703" y="72420"/>
                  </a:cubicBezTo>
                  <a:cubicBezTo>
                    <a:pt x="45703" y="72420"/>
                    <a:pt x="45841" y="72489"/>
                    <a:pt x="45910" y="72558"/>
                  </a:cubicBezTo>
                  <a:cubicBezTo>
                    <a:pt x="48257" y="74284"/>
                    <a:pt x="50604" y="76148"/>
                    <a:pt x="52883" y="78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83"/>
            <p:cNvSpPr/>
            <p:nvPr/>
          </p:nvSpPr>
          <p:spPr>
            <a:xfrm>
              <a:off x="6746177" y="148135"/>
              <a:ext cx="215884" cy="173624"/>
            </a:xfrm>
            <a:custGeom>
              <a:rect b="b" l="l" r="r" t="t"/>
              <a:pathLst>
                <a:path extrusionOk="0" h="264067" w="328341">
                  <a:moveTo>
                    <a:pt x="180326" y="165137"/>
                  </a:moveTo>
                  <a:cubicBezTo>
                    <a:pt x="183087" y="169349"/>
                    <a:pt x="185780" y="173629"/>
                    <a:pt x="188403" y="177909"/>
                  </a:cubicBezTo>
                  <a:cubicBezTo>
                    <a:pt x="189853" y="180326"/>
                    <a:pt x="191234" y="182673"/>
                    <a:pt x="192614" y="185158"/>
                  </a:cubicBezTo>
                  <a:cubicBezTo>
                    <a:pt x="193443" y="186608"/>
                    <a:pt x="194271" y="188127"/>
                    <a:pt x="195100" y="189577"/>
                  </a:cubicBezTo>
                  <a:cubicBezTo>
                    <a:pt x="197309" y="193650"/>
                    <a:pt x="199518" y="197792"/>
                    <a:pt x="201520" y="202003"/>
                  </a:cubicBezTo>
                  <a:cubicBezTo>
                    <a:pt x="201796" y="202487"/>
                    <a:pt x="202003" y="203039"/>
                    <a:pt x="202280" y="203522"/>
                  </a:cubicBezTo>
                  <a:cubicBezTo>
                    <a:pt x="204420" y="208010"/>
                    <a:pt x="206491" y="212497"/>
                    <a:pt x="208493" y="217053"/>
                  </a:cubicBezTo>
                  <a:cubicBezTo>
                    <a:pt x="208700" y="217537"/>
                    <a:pt x="208907" y="218020"/>
                    <a:pt x="209114" y="218572"/>
                  </a:cubicBezTo>
                  <a:cubicBezTo>
                    <a:pt x="211047" y="223129"/>
                    <a:pt x="212911" y="227754"/>
                    <a:pt x="214637" y="232380"/>
                  </a:cubicBezTo>
                  <a:cubicBezTo>
                    <a:pt x="214844" y="232863"/>
                    <a:pt x="214982" y="233346"/>
                    <a:pt x="215189" y="233761"/>
                  </a:cubicBezTo>
                  <a:cubicBezTo>
                    <a:pt x="216915" y="238386"/>
                    <a:pt x="218503" y="243081"/>
                    <a:pt x="219953" y="247706"/>
                  </a:cubicBezTo>
                  <a:cubicBezTo>
                    <a:pt x="220091" y="248189"/>
                    <a:pt x="220298" y="248673"/>
                    <a:pt x="220436" y="249156"/>
                  </a:cubicBezTo>
                  <a:cubicBezTo>
                    <a:pt x="221955" y="254127"/>
                    <a:pt x="223405" y="259097"/>
                    <a:pt x="224717" y="264068"/>
                  </a:cubicBezTo>
                  <a:lnTo>
                    <a:pt x="328342" y="203867"/>
                  </a:lnTo>
                  <a:cubicBezTo>
                    <a:pt x="327859" y="201934"/>
                    <a:pt x="327306" y="200001"/>
                    <a:pt x="326823" y="198068"/>
                  </a:cubicBezTo>
                  <a:cubicBezTo>
                    <a:pt x="326063" y="195445"/>
                    <a:pt x="325304" y="192752"/>
                    <a:pt x="324476" y="190129"/>
                  </a:cubicBezTo>
                  <a:cubicBezTo>
                    <a:pt x="324338" y="189715"/>
                    <a:pt x="324199" y="189300"/>
                    <a:pt x="324061" y="188955"/>
                  </a:cubicBezTo>
                  <a:cubicBezTo>
                    <a:pt x="323923" y="188472"/>
                    <a:pt x="323716" y="187989"/>
                    <a:pt x="323578" y="187505"/>
                  </a:cubicBezTo>
                  <a:cubicBezTo>
                    <a:pt x="323026" y="185779"/>
                    <a:pt x="322543" y="184123"/>
                    <a:pt x="321921" y="182397"/>
                  </a:cubicBezTo>
                  <a:cubicBezTo>
                    <a:pt x="321093" y="179911"/>
                    <a:pt x="320195" y="177426"/>
                    <a:pt x="319298" y="174941"/>
                  </a:cubicBezTo>
                  <a:cubicBezTo>
                    <a:pt x="319160" y="174457"/>
                    <a:pt x="318953" y="173974"/>
                    <a:pt x="318746" y="173491"/>
                  </a:cubicBezTo>
                  <a:cubicBezTo>
                    <a:pt x="318538" y="173008"/>
                    <a:pt x="318400" y="172524"/>
                    <a:pt x="318193" y="172110"/>
                  </a:cubicBezTo>
                  <a:cubicBezTo>
                    <a:pt x="317641" y="170660"/>
                    <a:pt x="317089" y="169211"/>
                    <a:pt x="316536" y="167761"/>
                  </a:cubicBezTo>
                  <a:cubicBezTo>
                    <a:pt x="315639" y="165413"/>
                    <a:pt x="314672" y="163135"/>
                    <a:pt x="313775" y="160857"/>
                  </a:cubicBezTo>
                  <a:cubicBezTo>
                    <a:pt x="313430" y="160029"/>
                    <a:pt x="313085" y="159200"/>
                    <a:pt x="312739" y="158372"/>
                  </a:cubicBezTo>
                  <a:cubicBezTo>
                    <a:pt x="312532" y="157888"/>
                    <a:pt x="312325" y="157405"/>
                    <a:pt x="312118" y="156853"/>
                  </a:cubicBezTo>
                  <a:cubicBezTo>
                    <a:pt x="311704" y="155886"/>
                    <a:pt x="311359" y="154989"/>
                    <a:pt x="310944" y="154022"/>
                  </a:cubicBezTo>
                  <a:cubicBezTo>
                    <a:pt x="309909" y="151744"/>
                    <a:pt x="308873" y="149466"/>
                    <a:pt x="307838" y="147188"/>
                  </a:cubicBezTo>
                  <a:cubicBezTo>
                    <a:pt x="307216" y="145876"/>
                    <a:pt x="306595" y="144633"/>
                    <a:pt x="305974" y="143322"/>
                  </a:cubicBezTo>
                  <a:cubicBezTo>
                    <a:pt x="305697" y="142838"/>
                    <a:pt x="305490" y="142286"/>
                    <a:pt x="305214" y="141803"/>
                  </a:cubicBezTo>
                  <a:cubicBezTo>
                    <a:pt x="304938" y="141250"/>
                    <a:pt x="304662" y="140629"/>
                    <a:pt x="304386" y="140077"/>
                  </a:cubicBezTo>
                  <a:cubicBezTo>
                    <a:pt x="303074" y="137384"/>
                    <a:pt x="301693" y="134692"/>
                    <a:pt x="300244" y="132068"/>
                  </a:cubicBezTo>
                  <a:cubicBezTo>
                    <a:pt x="299760" y="131171"/>
                    <a:pt x="299277" y="130273"/>
                    <a:pt x="298725" y="129376"/>
                  </a:cubicBezTo>
                  <a:cubicBezTo>
                    <a:pt x="297896" y="127926"/>
                    <a:pt x="297068" y="126407"/>
                    <a:pt x="296239" y="124958"/>
                  </a:cubicBezTo>
                  <a:cubicBezTo>
                    <a:pt x="295411" y="123508"/>
                    <a:pt x="294582" y="121989"/>
                    <a:pt x="293754" y="120470"/>
                  </a:cubicBezTo>
                  <a:cubicBezTo>
                    <a:pt x="293202" y="119504"/>
                    <a:pt x="292580" y="118606"/>
                    <a:pt x="292028" y="117709"/>
                  </a:cubicBezTo>
                  <a:cubicBezTo>
                    <a:pt x="289474" y="113359"/>
                    <a:pt x="286781" y="109148"/>
                    <a:pt x="283951" y="104937"/>
                  </a:cubicBezTo>
                  <a:cubicBezTo>
                    <a:pt x="283260" y="103901"/>
                    <a:pt x="282639" y="102728"/>
                    <a:pt x="281880" y="101692"/>
                  </a:cubicBezTo>
                  <a:cubicBezTo>
                    <a:pt x="281465" y="101140"/>
                    <a:pt x="281120" y="100587"/>
                    <a:pt x="280706" y="100035"/>
                  </a:cubicBezTo>
                  <a:cubicBezTo>
                    <a:pt x="279877" y="98861"/>
                    <a:pt x="279049" y="97688"/>
                    <a:pt x="278221" y="96514"/>
                  </a:cubicBezTo>
                  <a:cubicBezTo>
                    <a:pt x="276978" y="94788"/>
                    <a:pt x="275804" y="92993"/>
                    <a:pt x="274493" y="91267"/>
                  </a:cubicBezTo>
                  <a:cubicBezTo>
                    <a:pt x="272974" y="89265"/>
                    <a:pt x="271524" y="87263"/>
                    <a:pt x="269936" y="85330"/>
                  </a:cubicBezTo>
                  <a:cubicBezTo>
                    <a:pt x="269591" y="84916"/>
                    <a:pt x="269246" y="84433"/>
                    <a:pt x="268901" y="84018"/>
                  </a:cubicBezTo>
                  <a:cubicBezTo>
                    <a:pt x="267175" y="81809"/>
                    <a:pt x="265380" y="79600"/>
                    <a:pt x="263585" y="77460"/>
                  </a:cubicBezTo>
                  <a:cubicBezTo>
                    <a:pt x="263101" y="76908"/>
                    <a:pt x="262618" y="76355"/>
                    <a:pt x="262135" y="75734"/>
                  </a:cubicBezTo>
                  <a:cubicBezTo>
                    <a:pt x="261583" y="75113"/>
                    <a:pt x="261099" y="74491"/>
                    <a:pt x="260547" y="73870"/>
                  </a:cubicBezTo>
                  <a:cubicBezTo>
                    <a:pt x="259788" y="72972"/>
                    <a:pt x="259028" y="72075"/>
                    <a:pt x="258269" y="71247"/>
                  </a:cubicBezTo>
                  <a:cubicBezTo>
                    <a:pt x="256474" y="69175"/>
                    <a:pt x="254610" y="67173"/>
                    <a:pt x="252815" y="65171"/>
                  </a:cubicBezTo>
                  <a:cubicBezTo>
                    <a:pt x="252815" y="65171"/>
                    <a:pt x="252815" y="65102"/>
                    <a:pt x="252746" y="65033"/>
                  </a:cubicBezTo>
                  <a:cubicBezTo>
                    <a:pt x="252677" y="64964"/>
                    <a:pt x="252539" y="64826"/>
                    <a:pt x="252470" y="64757"/>
                  </a:cubicBezTo>
                  <a:cubicBezTo>
                    <a:pt x="250675" y="62824"/>
                    <a:pt x="248880" y="60960"/>
                    <a:pt x="247085" y="59096"/>
                  </a:cubicBezTo>
                  <a:cubicBezTo>
                    <a:pt x="246325" y="58337"/>
                    <a:pt x="245497" y="57577"/>
                    <a:pt x="244737" y="56749"/>
                  </a:cubicBezTo>
                  <a:cubicBezTo>
                    <a:pt x="244047" y="56058"/>
                    <a:pt x="243426" y="55437"/>
                    <a:pt x="242735" y="54747"/>
                  </a:cubicBezTo>
                  <a:cubicBezTo>
                    <a:pt x="242114" y="54194"/>
                    <a:pt x="241562" y="53573"/>
                    <a:pt x="241010" y="53021"/>
                  </a:cubicBezTo>
                  <a:cubicBezTo>
                    <a:pt x="238938" y="51019"/>
                    <a:pt x="236798" y="49016"/>
                    <a:pt x="234658" y="47083"/>
                  </a:cubicBezTo>
                  <a:cubicBezTo>
                    <a:pt x="234658" y="47083"/>
                    <a:pt x="234589" y="47014"/>
                    <a:pt x="234520" y="46945"/>
                  </a:cubicBezTo>
                  <a:cubicBezTo>
                    <a:pt x="234382" y="46807"/>
                    <a:pt x="234175" y="46669"/>
                    <a:pt x="233968" y="46462"/>
                  </a:cubicBezTo>
                  <a:cubicBezTo>
                    <a:pt x="232035" y="44736"/>
                    <a:pt x="230102" y="43010"/>
                    <a:pt x="228169" y="41422"/>
                  </a:cubicBezTo>
                  <a:cubicBezTo>
                    <a:pt x="227478" y="40801"/>
                    <a:pt x="226719" y="40249"/>
                    <a:pt x="226028" y="39696"/>
                  </a:cubicBezTo>
                  <a:cubicBezTo>
                    <a:pt x="225269" y="39075"/>
                    <a:pt x="224579" y="38523"/>
                    <a:pt x="223819" y="37901"/>
                  </a:cubicBezTo>
                  <a:cubicBezTo>
                    <a:pt x="223129" y="37349"/>
                    <a:pt x="222369" y="36728"/>
                    <a:pt x="221679" y="36176"/>
                  </a:cubicBezTo>
                  <a:cubicBezTo>
                    <a:pt x="219539" y="34519"/>
                    <a:pt x="217468" y="32862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5328" y="31343"/>
                    <a:pt x="215328" y="31343"/>
                    <a:pt x="215328" y="31343"/>
                  </a:cubicBezTo>
                  <a:cubicBezTo>
                    <a:pt x="213256" y="29824"/>
                    <a:pt x="211254" y="28374"/>
                    <a:pt x="209183" y="26994"/>
                  </a:cubicBezTo>
                  <a:cubicBezTo>
                    <a:pt x="208355" y="26441"/>
                    <a:pt x="207526" y="25889"/>
                    <a:pt x="206698" y="25337"/>
                  </a:cubicBezTo>
                  <a:cubicBezTo>
                    <a:pt x="206077" y="24922"/>
                    <a:pt x="205455" y="24508"/>
                    <a:pt x="204834" y="24094"/>
                  </a:cubicBezTo>
                  <a:cubicBezTo>
                    <a:pt x="204282" y="23749"/>
                    <a:pt x="203729" y="23335"/>
                    <a:pt x="203108" y="22989"/>
                  </a:cubicBezTo>
                  <a:cubicBezTo>
                    <a:pt x="201175" y="21747"/>
                    <a:pt x="199173" y="20573"/>
                    <a:pt x="197240" y="19399"/>
                  </a:cubicBezTo>
                  <a:cubicBezTo>
                    <a:pt x="196826" y="19123"/>
                    <a:pt x="196342" y="18847"/>
                    <a:pt x="195928" y="18640"/>
                  </a:cubicBezTo>
                  <a:cubicBezTo>
                    <a:pt x="194478" y="17812"/>
                    <a:pt x="192959" y="16983"/>
                    <a:pt x="191510" y="16155"/>
                  </a:cubicBezTo>
                  <a:cubicBezTo>
                    <a:pt x="189991" y="15326"/>
                    <a:pt x="188472" y="14567"/>
                    <a:pt x="187022" y="13807"/>
                  </a:cubicBezTo>
                  <a:cubicBezTo>
                    <a:pt x="186746" y="13669"/>
                    <a:pt x="186539" y="13531"/>
                    <a:pt x="186263" y="13393"/>
                  </a:cubicBezTo>
                  <a:cubicBezTo>
                    <a:pt x="186125" y="13393"/>
                    <a:pt x="186056" y="13255"/>
                    <a:pt x="185918" y="13186"/>
                  </a:cubicBezTo>
                  <a:cubicBezTo>
                    <a:pt x="184054" y="12289"/>
                    <a:pt x="182190" y="11391"/>
                    <a:pt x="180395" y="10563"/>
                  </a:cubicBezTo>
                  <a:cubicBezTo>
                    <a:pt x="179290" y="10079"/>
                    <a:pt x="178185" y="9596"/>
                    <a:pt x="177012" y="9113"/>
                  </a:cubicBezTo>
                  <a:cubicBezTo>
                    <a:pt x="176321" y="8837"/>
                    <a:pt x="175562" y="8492"/>
                    <a:pt x="174872" y="8215"/>
                  </a:cubicBezTo>
                  <a:cubicBezTo>
                    <a:pt x="173077" y="7456"/>
                    <a:pt x="171213" y="6835"/>
                    <a:pt x="169418" y="6144"/>
                  </a:cubicBezTo>
                  <a:cubicBezTo>
                    <a:pt x="168796" y="5937"/>
                    <a:pt x="168175" y="5730"/>
                    <a:pt x="167485" y="5523"/>
                  </a:cubicBezTo>
                  <a:cubicBezTo>
                    <a:pt x="167001" y="5385"/>
                    <a:pt x="166518" y="5178"/>
                    <a:pt x="166035" y="5040"/>
                  </a:cubicBezTo>
                  <a:cubicBezTo>
                    <a:pt x="165344" y="4833"/>
                    <a:pt x="164654" y="4556"/>
                    <a:pt x="163964" y="4349"/>
                  </a:cubicBezTo>
                  <a:cubicBezTo>
                    <a:pt x="162100" y="3797"/>
                    <a:pt x="160305" y="3314"/>
                    <a:pt x="158510" y="2830"/>
                  </a:cubicBezTo>
                  <a:cubicBezTo>
                    <a:pt x="158096" y="2692"/>
                    <a:pt x="157681" y="2623"/>
                    <a:pt x="157267" y="2554"/>
                  </a:cubicBezTo>
                  <a:cubicBezTo>
                    <a:pt x="156784" y="2416"/>
                    <a:pt x="156301" y="2347"/>
                    <a:pt x="155817" y="2209"/>
                  </a:cubicBezTo>
                  <a:cubicBezTo>
                    <a:pt x="154851" y="2002"/>
                    <a:pt x="153884" y="1726"/>
                    <a:pt x="152918" y="1588"/>
                  </a:cubicBezTo>
                  <a:cubicBezTo>
                    <a:pt x="150985" y="1243"/>
                    <a:pt x="149052" y="897"/>
                    <a:pt x="147188" y="621"/>
                  </a:cubicBezTo>
                  <a:cubicBezTo>
                    <a:pt x="147188" y="621"/>
                    <a:pt x="147050" y="621"/>
                    <a:pt x="146981" y="621"/>
                  </a:cubicBezTo>
                  <a:cubicBezTo>
                    <a:pt x="146773" y="621"/>
                    <a:pt x="146635" y="621"/>
                    <a:pt x="146428" y="621"/>
                  </a:cubicBezTo>
                  <a:cubicBezTo>
                    <a:pt x="144702" y="414"/>
                    <a:pt x="142976" y="207"/>
                    <a:pt x="141250" y="69"/>
                  </a:cubicBezTo>
                  <a:cubicBezTo>
                    <a:pt x="140284" y="69"/>
                    <a:pt x="139386" y="69"/>
                    <a:pt x="138489" y="0"/>
                  </a:cubicBezTo>
                  <a:cubicBezTo>
                    <a:pt x="137868" y="0"/>
                    <a:pt x="137177" y="0"/>
                    <a:pt x="136556" y="0"/>
                  </a:cubicBezTo>
                  <a:cubicBezTo>
                    <a:pt x="136073" y="0"/>
                    <a:pt x="135589" y="0"/>
                    <a:pt x="135106" y="0"/>
                  </a:cubicBezTo>
                  <a:cubicBezTo>
                    <a:pt x="132897" y="0"/>
                    <a:pt x="130688" y="138"/>
                    <a:pt x="128617" y="276"/>
                  </a:cubicBezTo>
                  <a:cubicBezTo>
                    <a:pt x="128548" y="276"/>
                    <a:pt x="128479" y="276"/>
                    <a:pt x="128410" y="276"/>
                  </a:cubicBezTo>
                  <a:cubicBezTo>
                    <a:pt x="127995" y="276"/>
                    <a:pt x="127581" y="414"/>
                    <a:pt x="127098" y="483"/>
                  </a:cubicBezTo>
                  <a:cubicBezTo>
                    <a:pt x="125234" y="690"/>
                    <a:pt x="123370" y="897"/>
                    <a:pt x="121575" y="1243"/>
                  </a:cubicBezTo>
                  <a:cubicBezTo>
                    <a:pt x="121230" y="1243"/>
                    <a:pt x="120884" y="1450"/>
                    <a:pt x="120539" y="1519"/>
                  </a:cubicBezTo>
                  <a:cubicBezTo>
                    <a:pt x="119089" y="1795"/>
                    <a:pt x="117778" y="2278"/>
                    <a:pt x="116328" y="2623"/>
                  </a:cubicBezTo>
                  <a:cubicBezTo>
                    <a:pt x="115292" y="2900"/>
                    <a:pt x="114188" y="3107"/>
                    <a:pt x="113152" y="3452"/>
                  </a:cubicBezTo>
                  <a:cubicBezTo>
                    <a:pt x="112738" y="3590"/>
                    <a:pt x="112324" y="3797"/>
                    <a:pt x="111910" y="3935"/>
                  </a:cubicBezTo>
                  <a:cubicBezTo>
                    <a:pt x="111426" y="4142"/>
                    <a:pt x="110943" y="4349"/>
                    <a:pt x="110460" y="4487"/>
                  </a:cubicBezTo>
                  <a:cubicBezTo>
                    <a:pt x="108113" y="5454"/>
                    <a:pt x="105834" y="6489"/>
                    <a:pt x="103625" y="7732"/>
                  </a:cubicBezTo>
                  <a:lnTo>
                    <a:pt x="0" y="67933"/>
                  </a:lnTo>
                  <a:cubicBezTo>
                    <a:pt x="2140" y="66690"/>
                    <a:pt x="4487" y="65586"/>
                    <a:pt x="6766" y="64688"/>
                  </a:cubicBezTo>
                  <a:cubicBezTo>
                    <a:pt x="7249" y="64481"/>
                    <a:pt x="7732" y="64274"/>
                    <a:pt x="8215" y="64067"/>
                  </a:cubicBezTo>
                  <a:cubicBezTo>
                    <a:pt x="9665" y="63514"/>
                    <a:pt x="11115" y="63169"/>
                    <a:pt x="12634" y="62686"/>
                  </a:cubicBezTo>
                  <a:cubicBezTo>
                    <a:pt x="14015" y="62272"/>
                    <a:pt x="15395" y="61857"/>
                    <a:pt x="16845" y="61581"/>
                  </a:cubicBezTo>
                  <a:cubicBezTo>
                    <a:pt x="18985" y="61098"/>
                    <a:pt x="21125" y="60753"/>
                    <a:pt x="23404" y="60546"/>
                  </a:cubicBezTo>
                  <a:cubicBezTo>
                    <a:pt x="23818" y="60546"/>
                    <a:pt x="24232" y="60408"/>
                    <a:pt x="24715" y="60339"/>
                  </a:cubicBezTo>
                  <a:cubicBezTo>
                    <a:pt x="27408" y="60062"/>
                    <a:pt x="30100" y="59993"/>
                    <a:pt x="32931" y="60062"/>
                  </a:cubicBezTo>
                  <a:cubicBezTo>
                    <a:pt x="33552" y="60062"/>
                    <a:pt x="34173" y="60062"/>
                    <a:pt x="34864" y="60062"/>
                  </a:cubicBezTo>
                  <a:cubicBezTo>
                    <a:pt x="37487" y="60131"/>
                    <a:pt x="40111" y="60339"/>
                    <a:pt x="42803" y="60684"/>
                  </a:cubicBezTo>
                  <a:cubicBezTo>
                    <a:pt x="43010" y="60684"/>
                    <a:pt x="43148" y="60684"/>
                    <a:pt x="43355" y="60684"/>
                  </a:cubicBezTo>
                  <a:cubicBezTo>
                    <a:pt x="46255" y="61098"/>
                    <a:pt x="49224" y="61650"/>
                    <a:pt x="52192" y="62272"/>
                  </a:cubicBezTo>
                  <a:cubicBezTo>
                    <a:pt x="52676" y="62410"/>
                    <a:pt x="53159" y="62479"/>
                    <a:pt x="53642" y="62617"/>
                  </a:cubicBezTo>
                  <a:cubicBezTo>
                    <a:pt x="56542" y="63307"/>
                    <a:pt x="59441" y="64136"/>
                    <a:pt x="62410" y="65102"/>
                  </a:cubicBezTo>
                  <a:cubicBezTo>
                    <a:pt x="62893" y="65240"/>
                    <a:pt x="63376" y="65378"/>
                    <a:pt x="63860" y="65586"/>
                  </a:cubicBezTo>
                  <a:cubicBezTo>
                    <a:pt x="67035" y="66621"/>
                    <a:pt x="70142" y="67795"/>
                    <a:pt x="73387" y="69175"/>
                  </a:cubicBezTo>
                  <a:cubicBezTo>
                    <a:pt x="76493" y="70487"/>
                    <a:pt x="79531" y="71868"/>
                    <a:pt x="82638" y="73456"/>
                  </a:cubicBezTo>
                  <a:cubicBezTo>
                    <a:pt x="82914" y="73594"/>
                    <a:pt x="83190" y="73732"/>
                    <a:pt x="83397" y="73870"/>
                  </a:cubicBezTo>
                  <a:cubicBezTo>
                    <a:pt x="86366" y="75389"/>
                    <a:pt x="89334" y="76977"/>
                    <a:pt x="92303" y="78634"/>
                  </a:cubicBezTo>
                  <a:cubicBezTo>
                    <a:pt x="95272" y="80359"/>
                    <a:pt x="98240" y="82223"/>
                    <a:pt x="101209" y="84156"/>
                  </a:cubicBezTo>
                  <a:cubicBezTo>
                    <a:pt x="101830" y="84571"/>
                    <a:pt x="102451" y="84985"/>
                    <a:pt x="103073" y="85399"/>
                  </a:cubicBezTo>
                  <a:cubicBezTo>
                    <a:pt x="105972" y="87332"/>
                    <a:pt x="108872" y="89334"/>
                    <a:pt x="111702" y="91405"/>
                  </a:cubicBezTo>
                  <a:cubicBezTo>
                    <a:pt x="111702" y="91405"/>
                    <a:pt x="111702" y="91405"/>
                    <a:pt x="111702" y="91405"/>
                  </a:cubicBezTo>
                  <a:cubicBezTo>
                    <a:pt x="114533" y="93477"/>
                    <a:pt x="117364" y="95686"/>
                    <a:pt x="120194" y="97964"/>
                  </a:cubicBezTo>
                  <a:cubicBezTo>
                    <a:pt x="120954" y="98585"/>
                    <a:pt x="121644" y="99138"/>
                    <a:pt x="122403" y="99759"/>
                  </a:cubicBezTo>
                  <a:cubicBezTo>
                    <a:pt x="125096" y="101968"/>
                    <a:pt x="127719" y="104246"/>
                    <a:pt x="130343" y="106594"/>
                  </a:cubicBezTo>
                  <a:cubicBezTo>
                    <a:pt x="130481" y="106732"/>
                    <a:pt x="130688" y="106870"/>
                    <a:pt x="130826" y="107077"/>
                  </a:cubicBezTo>
                  <a:cubicBezTo>
                    <a:pt x="133587" y="109562"/>
                    <a:pt x="136349" y="112186"/>
                    <a:pt x="139041" y="114809"/>
                  </a:cubicBezTo>
                  <a:cubicBezTo>
                    <a:pt x="139732" y="115499"/>
                    <a:pt x="140353" y="116121"/>
                    <a:pt x="141043" y="116811"/>
                  </a:cubicBezTo>
                  <a:cubicBezTo>
                    <a:pt x="143667" y="119435"/>
                    <a:pt x="146221" y="122058"/>
                    <a:pt x="148776" y="124819"/>
                  </a:cubicBezTo>
                  <a:cubicBezTo>
                    <a:pt x="148845" y="124889"/>
                    <a:pt x="148983" y="125027"/>
                    <a:pt x="149052" y="125096"/>
                  </a:cubicBezTo>
                  <a:cubicBezTo>
                    <a:pt x="151675" y="127926"/>
                    <a:pt x="154299" y="130895"/>
                    <a:pt x="156922" y="133932"/>
                  </a:cubicBezTo>
                  <a:cubicBezTo>
                    <a:pt x="157474" y="134554"/>
                    <a:pt x="157958" y="135175"/>
                    <a:pt x="158510" y="135796"/>
                  </a:cubicBezTo>
                  <a:cubicBezTo>
                    <a:pt x="161133" y="138903"/>
                    <a:pt x="163757" y="142079"/>
                    <a:pt x="166311" y="145393"/>
                  </a:cubicBezTo>
                  <a:cubicBezTo>
                    <a:pt x="169142" y="149052"/>
                    <a:pt x="171834" y="152780"/>
                    <a:pt x="174526" y="156577"/>
                  </a:cubicBezTo>
                  <a:cubicBezTo>
                    <a:pt x="175355" y="157750"/>
                    <a:pt x="176252" y="158924"/>
                    <a:pt x="177081" y="160167"/>
                  </a:cubicBezTo>
                  <a:cubicBezTo>
                    <a:pt x="178185" y="161755"/>
                    <a:pt x="179221" y="163411"/>
                    <a:pt x="180257" y="1650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83"/>
            <p:cNvSpPr/>
            <p:nvPr/>
          </p:nvSpPr>
          <p:spPr>
            <a:xfrm>
              <a:off x="6994214" y="413931"/>
              <a:ext cx="102722" cy="97366"/>
            </a:xfrm>
            <a:custGeom>
              <a:rect b="b" l="l" r="r" t="t"/>
              <a:pathLst>
                <a:path extrusionOk="0" h="148085" w="156231">
                  <a:moveTo>
                    <a:pt x="155679" y="81395"/>
                  </a:moveTo>
                  <a:cubicBezTo>
                    <a:pt x="155679" y="80636"/>
                    <a:pt x="155679" y="79945"/>
                    <a:pt x="155679" y="79186"/>
                  </a:cubicBezTo>
                  <a:cubicBezTo>
                    <a:pt x="155679" y="78496"/>
                    <a:pt x="155679" y="77736"/>
                    <a:pt x="155679" y="76977"/>
                  </a:cubicBezTo>
                  <a:cubicBezTo>
                    <a:pt x="155679" y="76701"/>
                    <a:pt x="155679" y="76424"/>
                    <a:pt x="155679" y="76148"/>
                  </a:cubicBezTo>
                  <a:cubicBezTo>
                    <a:pt x="155679" y="76010"/>
                    <a:pt x="155679" y="75872"/>
                    <a:pt x="155679" y="75803"/>
                  </a:cubicBezTo>
                  <a:cubicBezTo>
                    <a:pt x="155679" y="75458"/>
                    <a:pt x="155679" y="75182"/>
                    <a:pt x="155679" y="74837"/>
                  </a:cubicBezTo>
                  <a:cubicBezTo>
                    <a:pt x="155679" y="74146"/>
                    <a:pt x="155610" y="73387"/>
                    <a:pt x="155541" y="72696"/>
                  </a:cubicBezTo>
                  <a:cubicBezTo>
                    <a:pt x="155541" y="72006"/>
                    <a:pt x="155403" y="71247"/>
                    <a:pt x="155334" y="70556"/>
                  </a:cubicBezTo>
                  <a:cubicBezTo>
                    <a:pt x="155334" y="70349"/>
                    <a:pt x="155334" y="70142"/>
                    <a:pt x="155265" y="69935"/>
                  </a:cubicBezTo>
                  <a:cubicBezTo>
                    <a:pt x="155265" y="69797"/>
                    <a:pt x="155265" y="69728"/>
                    <a:pt x="155265" y="69590"/>
                  </a:cubicBezTo>
                  <a:cubicBezTo>
                    <a:pt x="155265" y="69175"/>
                    <a:pt x="155196" y="68830"/>
                    <a:pt x="155127" y="68416"/>
                  </a:cubicBezTo>
                  <a:cubicBezTo>
                    <a:pt x="154989" y="67726"/>
                    <a:pt x="154920" y="66966"/>
                    <a:pt x="154782" y="66276"/>
                  </a:cubicBezTo>
                  <a:cubicBezTo>
                    <a:pt x="154644" y="65586"/>
                    <a:pt x="154506" y="64826"/>
                    <a:pt x="154368" y="64136"/>
                  </a:cubicBezTo>
                  <a:cubicBezTo>
                    <a:pt x="154368" y="63929"/>
                    <a:pt x="154298" y="63722"/>
                    <a:pt x="154229" y="63583"/>
                  </a:cubicBezTo>
                  <a:cubicBezTo>
                    <a:pt x="154229" y="63445"/>
                    <a:pt x="154229" y="63376"/>
                    <a:pt x="154160" y="63238"/>
                  </a:cubicBezTo>
                  <a:cubicBezTo>
                    <a:pt x="154091" y="62824"/>
                    <a:pt x="153953" y="62410"/>
                    <a:pt x="153884" y="61996"/>
                  </a:cubicBezTo>
                  <a:cubicBezTo>
                    <a:pt x="153677" y="61305"/>
                    <a:pt x="153539" y="60546"/>
                    <a:pt x="153332" y="59786"/>
                  </a:cubicBezTo>
                  <a:cubicBezTo>
                    <a:pt x="153125" y="59096"/>
                    <a:pt x="152918" y="58337"/>
                    <a:pt x="152711" y="57646"/>
                  </a:cubicBezTo>
                  <a:cubicBezTo>
                    <a:pt x="152711" y="57439"/>
                    <a:pt x="152573" y="57301"/>
                    <a:pt x="152504" y="57094"/>
                  </a:cubicBezTo>
                  <a:cubicBezTo>
                    <a:pt x="152504" y="56956"/>
                    <a:pt x="152504" y="56887"/>
                    <a:pt x="152435" y="56749"/>
                  </a:cubicBezTo>
                  <a:cubicBezTo>
                    <a:pt x="152296" y="56335"/>
                    <a:pt x="152158" y="55920"/>
                    <a:pt x="152020" y="55506"/>
                  </a:cubicBezTo>
                  <a:cubicBezTo>
                    <a:pt x="151813" y="54816"/>
                    <a:pt x="151537" y="54125"/>
                    <a:pt x="151330" y="53435"/>
                  </a:cubicBezTo>
                  <a:cubicBezTo>
                    <a:pt x="151123" y="52745"/>
                    <a:pt x="150847" y="52123"/>
                    <a:pt x="150571" y="51433"/>
                  </a:cubicBezTo>
                  <a:cubicBezTo>
                    <a:pt x="150432" y="51088"/>
                    <a:pt x="150294" y="50812"/>
                    <a:pt x="150156" y="50466"/>
                  </a:cubicBezTo>
                  <a:cubicBezTo>
                    <a:pt x="150156" y="50397"/>
                    <a:pt x="150087" y="50259"/>
                    <a:pt x="150018" y="50190"/>
                  </a:cubicBezTo>
                  <a:cubicBezTo>
                    <a:pt x="149949" y="49983"/>
                    <a:pt x="149811" y="49707"/>
                    <a:pt x="149742" y="49500"/>
                  </a:cubicBezTo>
                  <a:cubicBezTo>
                    <a:pt x="149466" y="48878"/>
                    <a:pt x="149190" y="48188"/>
                    <a:pt x="148914" y="47567"/>
                  </a:cubicBezTo>
                  <a:cubicBezTo>
                    <a:pt x="148637" y="46876"/>
                    <a:pt x="148292" y="46255"/>
                    <a:pt x="148016" y="45565"/>
                  </a:cubicBezTo>
                  <a:cubicBezTo>
                    <a:pt x="147740" y="44943"/>
                    <a:pt x="147464" y="44391"/>
                    <a:pt x="147188" y="43770"/>
                  </a:cubicBezTo>
                  <a:cubicBezTo>
                    <a:pt x="147188" y="43770"/>
                    <a:pt x="147188" y="43632"/>
                    <a:pt x="147119" y="43632"/>
                  </a:cubicBezTo>
                  <a:cubicBezTo>
                    <a:pt x="147119" y="43563"/>
                    <a:pt x="147119" y="43494"/>
                    <a:pt x="147050" y="43425"/>
                  </a:cubicBezTo>
                  <a:cubicBezTo>
                    <a:pt x="146635" y="42596"/>
                    <a:pt x="146221" y="41768"/>
                    <a:pt x="145738" y="40939"/>
                  </a:cubicBezTo>
                  <a:cubicBezTo>
                    <a:pt x="145117" y="39766"/>
                    <a:pt x="144426" y="38592"/>
                    <a:pt x="143736" y="37418"/>
                  </a:cubicBezTo>
                  <a:cubicBezTo>
                    <a:pt x="143736" y="37280"/>
                    <a:pt x="143598" y="37211"/>
                    <a:pt x="143529" y="37073"/>
                  </a:cubicBezTo>
                  <a:cubicBezTo>
                    <a:pt x="142424" y="35209"/>
                    <a:pt x="141320" y="33414"/>
                    <a:pt x="140077" y="31619"/>
                  </a:cubicBezTo>
                  <a:cubicBezTo>
                    <a:pt x="140077" y="31619"/>
                    <a:pt x="140008" y="31481"/>
                    <a:pt x="139939" y="31412"/>
                  </a:cubicBezTo>
                  <a:cubicBezTo>
                    <a:pt x="139110" y="30169"/>
                    <a:pt x="138282" y="28996"/>
                    <a:pt x="137384" y="27822"/>
                  </a:cubicBezTo>
                  <a:cubicBezTo>
                    <a:pt x="137177" y="27546"/>
                    <a:pt x="137039" y="27339"/>
                    <a:pt x="136832" y="27063"/>
                  </a:cubicBezTo>
                  <a:cubicBezTo>
                    <a:pt x="136694" y="26856"/>
                    <a:pt x="136487" y="26648"/>
                    <a:pt x="136349" y="26441"/>
                  </a:cubicBezTo>
                  <a:cubicBezTo>
                    <a:pt x="136073" y="26096"/>
                    <a:pt x="135797" y="25682"/>
                    <a:pt x="135520" y="25337"/>
                  </a:cubicBezTo>
                  <a:cubicBezTo>
                    <a:pt x="134968" y="24577"/>
                    <a:pt x="134347" y="23887"/>
                    <a:pt x="133725" y="23128"/>
                  </a:cubicBezTo>
                  <a:cubicBezTo>
                    <a:pt x="133518" y="22851"/>
                    <a:pt x="133242" y="22575"/>
                    <a:pt x="133035" y="22299"/>
                  </a:cubicBezTo>
                  <a:cubicBezTo>
                    <a:pt x="132897" y="22161"/>
                    <a:pt x="132759" y="22023"/>
                    <a:pt x="132621" y="21816"/>
                  </a:cubicBezTo>
                  <a:cubicBezTo>
                    <a:pt x="132414" y="21540"/>
                    <a:pt x="132207" y="21333"/>
                    <a:pt x="131999" y="21056"/>
                  </a:cubicBezTo>
                  <a:cubicBezTo>
                    <a:pt x="131378" y="20366"/>
                    <a:pt x="130826" y="19676"/>
                    <a:pt x="130204" y="19054"/>
                  </a:cubicBezTo>
                  <a:cubicBezTo>
                    <a:pt x="129859" y="18640"/>
                    <a:pt x="129445" y="18295"/>
                    <a:pt x="129100" y="17881"/>
                  </a:cubicBezTo>
                  <a:cubicBezTo>
                    <a:pt x="128962" y="17743"/>
                    <a:pt x="128824" y="17605"/>
                    <a:pt x="128686" y="17466"/>
                  </a:cubicBezTo>
                  <a:cubicBezTo>
                    <a:pt x="128548" y="17328"/>
                    <a:pt x="128409" y="17190"/>
                    <a:pt x="128271" y="17052"/>
                  </a:cubicBezTo>
                  <a:cubicBezTo>
                    <a:pt x="127581" y="16362"/>
                    <a:pt x="126960" y="15741"/>
                    <a:pt x="126269" y="15050"/>
                  </a:cubicBezTo>
                  <a:cubicBezTo>
                    <a:pt x="125855" y="14636"/>
                    <a:pt x="125372" y="14222"/>
                    <a:pt x="124958" y="13807"/>
                  </a:cubicBezTo>
                  <a:cubicBezTo>
                    <a:pt x="124820" y="13669"/>
                    <a:pt x="124681" y="13531"/>
                    <a:pt x="124543" y="13462"/>
                  </a:cubicBezTo>
                  <a:cubicBezTo>
                    <a:pt x="124405" y="13324"/>
                    <a:pt x="124267" y="13255"/>
                    <a:pt x="124198" y="13117"/>
                  </a:cubicBezTo>
                  <a:cubicBezTo>
                    <a:pt x="123508" y="12496"/>
                    <a:pt x="122817" y="11874"/>
                    <a:pt x="122058" y="11253"/>
                  </a:cubicBezTo>
                  <a:cubicBezTo>
                    <a:pt x="121575" y="10839"/>
                    <a:pt x="121092" y="10494"/>
                    <a:pt x="120677" y="10080"/>
                  </a:cubicBezTo>
                  <a:cubicBezTo>
                    <a:pt x="120539" y="10011"/>
                    <a:pt x="120401" y="9872"/>
                    <a:pt x="120332" y="9803"/>
                  </a:cubicBezTo>
                  <a:cubicBezTo>
                    <a:pt x="120194" y="9734"/>
                    <a:pt x="120125" y="9596"/>
                    <a:pt x="119987" y="9527"/>
                  </a:cubicBezTo>
                  <a:cubicBezTo>
                    <a:pt x="119297" y="8975"/>
                    <a:pt x="118606" y="8492"/>
                    <a:pt x="117916" y="7939"/>
                  </a:cubicBezTo>
                  <a:cubicBezTo>
                    <a:pt x="117364" y="7525"/>
                    <a:pt x="116742" y="7111"/>
                    <a:pt x="116190" y="6697"/>
                  </a:cubicBezTo>
                  <a:cubicBezTo>
                    <a:pt x="116190" y="6697"/>
                    <a:pt x="116121" y="6628"/>
                    <a:pt x="116052" y="6559"/>
                  </a:cubicBezTo>
                  <a:cubicBezTo>
                    <a:pt x="116052" y="6559"/>
                    <a:pt x="115983" y="6559"/>
                    <a:pt x="115914" y="6490"/>
                  </a:cubicBezTo>
                  <a:cubicBezTo>
                    <a:pt x="115292" y="6075"/>
                    <a:pt x="114602" y="5592"/>
                    <a:pt x="113981" y="5247"/>
                  </a:cubicBezTo>
                  <a:cubicBezTo>
                    <a:pt x="113359" y="4833"/>
                    <a:pt x="112738" y="4487"/>
                    <a:pt x="112117" y="4073"/>
                  </a:cubicBezTo>
                  <a:cubicBezTo>
                    <a:pt x="111979" y="4004"/>
                    <a:pt x="111841" y="3935"/>
                    <a:pt x="111702" y="3797"/>
                  </a:cubicBezTo>
                  <a:cubicBezTo>
                    <a:pt x="111219" y="3521"/>
                    <a:pt x="110736" y="3245"/>
                    <a:pt x="110322" y="3038"/>
                  </a:cubicBezTo>
                  <a:cubicBezTo>
                    <a:pt x="109700" y="2692"/>
                    <a:pt x="109148" y="2416"/>
                    <a:pt x="108527" y="2140"/>
                  </a:cubicBezTo>
                  <a:cubicBezTo>
                    <a:pt x="108320" y="2002"/>
                    <a:pt x="108043" y="1933"/>
                    <a:pt x="107836" y="1795"/>
                  </a:cubicBezTo>
                  <a:cubicBezTo>
                    <a:pt x="107698" y="1795"/>
                    <a:pt x="107560" y="1657"/>
                    <a:pt x="107491" y="1588"/>
                  </a:cubicBezTo>
                  <a:cubicBezTo>
                    <a:pt x="107284" y="1519"/>
                    <a:pt x="107077" y="1381"/>
                    <a:pt x="106870" y="1312"/>
                  </a:cubicBezTo>
                  <a:cubicBezTo>
                    <a:pt x="106318" y="1036"/>
                    <a:pt x="105696" y="829"/>
                    <a:pt x="105144" y="552"/>
                  </a:cubicBezTo>
                  <a:cubicBezTo>
                    <a:pt x="104661" y="345"/>
                    <a:pt x="104108" y="138"/>
                    <a:pt x="103625" y="0"/>
                  </a:cubicBezTo>
                  <a:lnTo>
                    <a:pt x="0" y="60201"/>
                  </a:lnTo>
                  <a:cubicBezTo>
                    <a:pt x="1312" y="60684"/>
                    <a:pt x="2623" y="61236"/>
                    <a:pt x="3866" y="61789"/>
                  </a:cubicBezTo>
                  <a:cubicBezTo>
                    <a:pt x="4004" y="61789"/>
                    <a:pt x="4142" y="61927"/>
                    <a:pt x="4280" y="61996"/>
                  </a:cubicBezTo>
                  <a:cubicBezTo>
                    <a:pt x="5592" y="62617"/>
                    <a:pt x="6904" y="63307"/>
                    <a:pt x="8215" y="64067"/>
                  </a:cubicBezTo>
                  <a:cubicBezTo>
                    <a:pt x="9665" y="64895"/>
                    <a:pt x="11115" y="65862"/>
                    <a:pt x="12565" y="66828"/>
                  </a:cubicBezTo>
                  <a:cubicBezTo>
                    <a:pt x="12565" y="66828"/>
                    <a:pt x="12634" y="66897"/>
                    <a:pt x="12703" y="66966"/>
                  </a:cubicBezTo>
                  <a:cubicBezTo>
                    <a:pt x="14084" y="67933"/>
                    <a:pt x="15464" y="68968"/>
                    <a:pt x="16845" y="70004"/>
                  </a:cubicBezTo>
                  <a:cubicBezTo>
                    <a:pt x="16983" y="70142"/>
                    <a:pt x="17121" y="70211"/>
                    <a:pt x="17259" y="70349"/>
                  </a:cubicBezTo>
                  <a:cubicBezTo>
                    <a:pt x="18571" y="71385"/>
                    <a:pt x="19883" y="72489"/>
                    <a:pt x="21125" y="73663"/>
                  </a:cubicBezTo>
                  <a:cubicBezTo>
                    <a:pt x="21264" y="73801"/>
                    <a:pt x="21402" y="73939"/>
                    <a:pt x="21540" y="74077"/>
                  </a:cubicBezTo>
                  <a:cubicBezTo>
                    <a:pt x="22782" y="75251"/>
                    <a:pt x="24025" y="76424"/>
                    <a:pt x="25268" y="77736"/>
                  </a:cubicBezTo>
                  <a:cubicBezTo>
                    <a:pt x="25406" y="77874"/>
                    <a:pt x="25544" y="78012"/>
                    <a:pt x="25682" y="78150"/>
                  </a:cubicBezTo>
                  <a:cubicBezTo>
                    <a:pt x="26856" y="79393"/>
                    <a:pt x="28098" y="80705"/>
                    <a:pt x="29203" y="82085"/>
                  </a:cubicBezTo>
                  <a:cubicBezTo>
                    <a:pt x="29341" y="82224"/>
                    <a:pt x="29479" y="82431"/>
                    <a:pt x="29617" y="82569"/>
                  </a:cubicBezTo>
                  <a:cubicBezTo>
                    <a:pt x="30722" y="83880"/>
                    <a:pt x="31895" y="85261"/>
                    <a:pt x="32931" y="86711"/>
                  </a:cubicBezTo>
                  <a:cubicBezTo>
                    <a:pt x="33069" y="86918"/>
                    <a:pt x="33276" y="87125"/>
                    <a:pt x="33414" y="87332"/>
                  </a:cubicBezTo>
                  <a:cubicBezTo>
                    <a:pt x="34519" y="88782"/>
                    <a:pt x="35623" y="90301"/>
                    <a:pt x="36659" y="91820"/>
                  </a:cubicBezTo>
                  <a:cubicBezTo>
                    <a:pt x="37832" y="93615"/>
                    <a:pt x="39006" y="95410"/>
                    <a:pt x="40111" y="97205"/>
                  </a:cubicBezTo>
                  <a:cubicBezTo>
                    <a:pt x="41422" y="99414"/>
                    <a:pt x="42596" y="101623"/>
                    <a:pt x="43701" y="103763"/>
                  </a:cubicBezTo>
                  <a:cubicBezTo>
                    <a:pt x="43701" y="103763"/>
                    <a:pt x="43701" y="103832"/>
                    <a:pt x="43770" y="103901"/>
                  </a:cubicBezTo>
                  <a:cubicBezTo>
                    <a:pt x="44805" y="106041"/>
                    <a:pt x="45772" y="108182"/>
                    <a:pt x="46669" y="110322"/>
                  </a:cubicBezTo>
                  <a:cubicBezTo>
                    <a:pt x="46669" y="110391"/>
                    <a:pt x="46738" y="110529"/>
                    <a:pt x="46807" y="110598"/>
                  </a:cubicBezTo>
                  <a:cubicBezTo>
                    <a:pt x="47636" y="112669"/>
                    <a:pt x="48395" y="114809"/>
                    <a:pt x="49086" y="116880"/>
                  </a:cubicBezTo>
                  <a:cubicBezTo>
                    <a:pt x="49086" y="117018"/>
                    <a:pt x="49086" y="117087"/>
                    <a:pt x="49155" y="117226"/>
                  </a:cubicBezTo>
                  <a:cubicBezTo>
                    <a:pt x="49776" y="119297"/>
                    <a:pt x="50397" y="121368"/>
                    <a:pt x="50812" y="123439"/>
                  </a:cubicBezTo>
                  <a:cubicBezTo>
                    <a:pt x="50812" y="123577"/>
                    <a:pt x="50812" y="123646"/>
                    <a:pt x="50881" y="123784"/>
                  </a:cubicBezTo>
                  <a:cubicBezTo>
                    <a:pt x="51364" y="125855"/>
                    <a:pt x="51709" y="127857"/>
                    <a:pt x="51985" y="129859"/>
                  </a:cubicBezTo>
                  <a:cubicBezTo>
                    <a:pt x="51985" y="129997"/>
                    <a:pt x="51985" y="130066"/>
                    <a:pt x="51985" y="130204"/>
                  </a:cubicBezTo>
                  <a:cubicBezTo>
                    <a:pt x="52261" y="132207"/>
                    <a:pt x="52468" y="134140"/>
                    <a:pt x="52537" y="136073"/>
                  </a:cubicBezTo>
                  <a:cubicBezTo>
                    <a:pt x="52537" y="136211"/>
                    <a:pt x="52537" y="136349"/>
                    <a:pt x="52537" y="136487"/>
                  </a:cubicBezTo>
                  <a:cubicBezTo>
                    <a:pt x="52606" y="138420"/>
                    <a:pt x="52606" y="140284"/>
                    <a:pt x="52537" y="142148"/>
                  </a:cubicBezTo>
                  <a:cubicBezTo>
                    <a:pt x="52537" y="142286"/>
                    <a:pt x="52537" y="142355"/>
                    <a:pt x="52537" y="142493"/>
                  </a:cubicBezTo>
                  <a:cubicBezTo>
                    <a:pt x="52399" y="144426"/>
                    <a:pt x="52261" y="146290"/>
                    <a:pt x="51985" y="148085"/>
                  </a:cubicBezTo>
                  <a:lnTo>
                    <a:pt x="155610" y="87885"/>
                  </a:lnTo>
                  <a:cubicBezTo>
                    <a:pt x="155679" y="87332"/>
                    <a:pt x="155748" y="86711"/>
                    <a:pt x="155886" y="86159"/>
                  </a:cubicBezTo>
                  <a:cubicBezTo>
                    <a:pt x="155955" y="85399"/>
                    <a:pt x="156094" y="84571"/>
                    <a:pt x="156163" y="83811"/>
                  </a:cubicBezTo>
                  <a:cubicBezTo>
                    <a:pt x="156163" y="83328"/>
                    <a:pt x="156163" y="82845"/>
                    <a:pt x="156232" y="82362"/>
                  </a:cubicBezTo>
                  <a:cubicBezTo>
                    <a:pt x="156232" y="82224"/>
                    <a:pt x="156232" y="82085"/>
                    <a:pt x="156232" y="82016"/>
                  </a:cubicBezTo>
                  <a:cubicBezTo>
                    <a:pt x="156232" y="81878"/>
                    <a:pt x="156232" y="81740"/>
                    <a:pt x="156232" y="8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83"/>
            <p:cNvSpPr/>
            <p:nvPr/>
          </p:nvSpPr>
          <p:spPr>
            <a:xfrm>
              <a:off x="6894290" y="282441"/>
              <a:ext cx="168132" cy="171082"/>
            </a:xfrm>
            <a:custGeom>
              <a:rect b="b" l="l" r="r" t="t"/>
              <a:pathLst>
                <a:path extrusionOk="0" h="260201" w="255714">
                  <a:moveTo>
                    <a:pt x="255231" y="192752"/>
                  </a:moveTo>
                  <a:cubicBezTo>
                    <a:pt x="255231" y="192338"/>
                    <a:pt x="255231" y="191855"/>
                    <a:pt x="255231" y="191441"/>
                  </a:cubicBezTo>
                  <a:cubicBezTo>
                    <a:pt x="255231" y="190888"/>
                    <a:pt x="255231" y="190267"/>
                    <a:pt x="255231" y="189715"/>
                  </a:cubicBezTo>
                  <a:cubicBezTo>
                    <a:pt x="255231" y="188196"/>
                    <a:pt x="255093" y="186608"/>
                    <a:pt x="255024" y="185020"/>
                  </a:cubicBezTo>
                  <a:cubicBezTo>
                    <a:pt x="255024" y="184813"/>
                    <a:pt x="255024" y="184606"/>
                    <a:pt x="255024" y="184399"/>
                  </a:cubicBezTo>
                  <a:cubicBezTo>
                    <a:pt x="255024" y="184054"/>
                    <a:pt x="255024" y="183708"/>
                    <a:pt x="254955" y="183363"/>
                  </a:cubicBezTo>
                  <a:cubicBezTo>
                    <a:pt x="254886" y="182328"/>
                    <a:pt x="254817" y="181292"/>
                    <a:pt x="254679" y="180257"/>
                  </a:cubicBezTo>
                  <a:cubicBezTo>
                    <a:pt x="254541" y="178945"/>
                    <a:pt x="254403" y="177633"/>
                    <a:pt x="254265" y="176321"/>
                  </a:cubicBezTo>
                  <a:cubicBezTo>
                    <a:pt x="254265" y="176114"/>
                    <a:pt x="254265" y="175838"/>
                    <a:pt x="254196" y="175631"/>
                  </a:cubicBezTo>
                  <a:cubicBezTo>
                    <a:pt x="254196" y="175493"/>
                    <a:pt x="254196" y="175424"/>
                    <a:pt x="254196" y="175286"/>
                  </a:cubicBezTo>
                  <a:cubicBezTo>
                    <a:pt x="253988" y="173560"/>
                    <a:pt x="253712" y="171834"/>
                    <a:pt x="253436" y="170108"/>
                  </a:cubicBezTo>
                  <a:cubicBezTo>
                    <a:pt x="253367" y="169487"/>
                    <a:pt x="253229" y="168796"/>
                    <a:pt x="253091" y="168175"/>
                  </a:cubicBezTo>
                  <a:cubicBezTo>
                    <a:pt x="253022" y="167623"/>
                    <a:pt x="252884" y="167070"/>
                    <a:pt x="252815" y="166518"/>
                  </a:cubicBezTo>
                  <a:cubicBezTo>
                    <a:pt x="252746" y="165966"/>
                    <a:pt x="252608" y="165344"/>
                    <a:pt x="252539" y="164792"/>
                  </a:cubicBezTo>
                  <a:cubicBezTo>
                    <a:pt x="252194" y="162928"/>
                    <a:pt x="251848" y="161133"/>
                    <a:pt x="251434" y="159269"/>
                  </a:cubicBezTo>
                  <a:cubicBezTo>
                    <a:pt x="251434" y="159131"/>
                    <a:pt x="251434" y="159062"/>
                    <a:pt x="251365" y="158924"/>
                  </a:cubicBezTo>
                  <a:cubicBezTo>
                    <a:pt x="251365" y="158648"/>
                    <a:pt x="251227" y="158303"/>
                    <a:pt x="251158" y="158027"/>
                  </a:cubicBezTo>
                  <a:cubicBezTo>
                    <a:pt x="250813" y="156577"/>
                    <a:pt x="250468" y="155058"/>
                    <a:pt x="250122" y="153608"/>
                  </a:cubicBezTo>
                  <a:cubicBezTo>
                    <a:pt x="249915" y="152780"/>
                    <a:pt x="249639" y="151882"/>
                    <a:pt x="249432" y="151054"/>
                  </a:cubicBezTo>
                  <a:cubicBezTo>
                    <a:pt x="249294" y="150432"/>
                    <a:pt x="249087" y="149811"/>
                    <a:pt x="248949" y="149190"/>
                  </a:cubicBezTo>
                  <a:cubicBezTo>
                    <a:pt x="248811" y="148707"/>
                    <a:pt x="248742" y="148292"/>
                    <a:pt x="248604" y="147809"/>
                  </a:cubicBezTo>
                  <a:cubicBezTo>
                    <a:pt x="248051" y="145876"/>
                    <a:pt x="247499" y="143943"/>
                    <a:pt x="246878" y="142010"/>
                  </a:cubicBezTo>
                  <a:cubicBezTo>
                    <a:pt x="246878" y="141803"/>
                    <a:pt x="246740" y="141665"/>
                    <a:pt x="246671" y="141458"/>
                  </a:cubicBezTo>
                  <a:cubicBezTo>
                    <a:pt x="246532" y="141043"/>
                    <a:pt x="246394" y="140698"/>
                    <a:pt x="246325" y="140284"/>
                  </a:cubicBezTo>
                  <a:cubicBezTo>
                    <a:pt x="245911" y="138972"/>
                    <a:pt x="245497" y="137592"/>
                    <a:pt x="245014" y="136280"/>
                  </a:cubicBezTo>
                  <a:cubicBezTo>
                    <a:pt x="244668" y="135313"/>
                    <a:pt x="244323" y="134278"/>
                    <a:pt x="243978" y="133311"/>
                  </a:cubicBezTo>
                  <a:cubicBezTo>
                    <a:pt x="243771" y="132759"/>
                    <a:pt x="243633" y="132276"/>
                    <a:pt x="243426" y="131723"/>
                  </a:cubicBezTo>
                  <a:cubicBezTo>
                    <a:pt x="243288" y="131378"/>
                    <a:pt x="243219" y="131033"/>
                    <a:pt x="243081" y="130688"/>
                  </a:cubicBezTo>
                  <a:cubicBezTo>
                    <a:pt x="242390" y="128893"/>
                    <a:pt x="241769" y="127029"/>
                    <a:pt x="241010" y="125234"/>
                  </a:cubicBezTo>
                  <a:cubicBezTo>
                    <a:pt x="240871" y="124820"/>
                    <a:pt x="240664" y="124474"/>
                    <a:pt x="240526" y="124060"/>
                  </a:cubicBezTo>
                  <a:cubicBezTo>
                    <a:pt x="240319" y="123577"/>
                    <a:pt x="240112" y="123094"/>
                    <a:pt x="239905" y="122610"/>
                  </a:cubicBezTo>
                  <a:cubicBezTo>
                    <a:pt x="239560" y="121713"/>
                    <a:pt x="239214" y="120884"/>
                    <a:pt x="238869" y="119987"/>
                  </a:cubicBezTo>
                  <a:cubicBezTo>
                    <a:pt x="238110" y="118261"/>
                    <a:pt x="237420" y="116466"/>
                    <a:pt x="236660" y="114740"/>
                  </a:cubicBezTo>
                  <a:cubicBezTo>
                    <a:pt x="236660" y="114740"/>
                    <a:pt x="236660" y="114740"/>
                    <a:pt x="236660" y="114740"/>
                  </a:cubicBezTo>
                  <a:cubicBezTo>
                    <a:pt x="236660" y="114740"/>
                    <a:pt x="236660" y="114671"/>
                    <a:pt x="236660" y="114602"/>
                  </a:cubicBezTo>
                  <a:cubicBezTo>
                    <a:pt x="235901" y="112876"/>
                    <a:pt x="235141" y="111219"/>
                    <a:pt x="234313" y="109493"/>
                  </a:cubicBezTo>
                  <a:cubicBezTo>
                    <a:pt x="233899" y="108665"/>
                    <a:pt x="233484" y="107767"/>
                    <a:pt x="233070" y="106939"/>
                  </a:cubicBezTo>
                  <a:cubicBezTo>
                    <a:pt x="232794" y="106387"/>
                    <a:pt x="232518" y="105834"/>
                    <a:pt x="232311" y="105351"/>
                  </a:cubicBezTo>
                  <a:cubicBezTo>
                    <a:pt x="232104" y="104937"/>
                    <a:pt x="231897" y="104523"/>
                    <a:pt x="231689" y="104108"/>
                  </a:cubicBezTo>
                  <a:cubicBezTo>
                    <a:pt x="230654" y="102037"/>
                    <a:pt x="229618" y="100035"/>
                    <a:pt x="228514" y="97964"/>
                  </a:cubicBezTo>
                  <a:cubicBezTo>
                    <a:pt x="228514" y="97895"/>
                    <a:pt x="228445" y="97757"/>
                    <a:pt x="228376" y="97688"/>
                  </a:cubicBezTo>
                  <a:cubicBezTo>
                    <a:pt x="226788" y="94719"/>
                    <a:pt x="225200" y="91820"/>
                    <a:pt x="223474" y="88920"/>
                  </a:cubicBezTo>
                  <a:cubicBezTo>
                    <a:pt x="223474" y="88920"/>
                    <a:pt x="223474" y="88920"/>
                    <a:pt x="223474" y="88920"/>
                  </a:cubicBezTo>
                  <a:cubicBezTo>
                    <a:pt x="223474" y="88920"/>
                    <a:pt x="223474" y="88851"/>
                    <a:pt x="223405" y="88782"/>
                  </a:cubicBezTo>
                  <a:cubicBezTo>
                    <a:pt x="221058" y="84778"/>
                    <a:pt x="218572" y="80843"/>
                    <a:pt x="216018" y="76977"/>
                  </a:cubicBezTo>
                  <a:cubicBezTo>
                    <a:pt x="215742" y="76493"/>
                    <a:pt x="215466" y="76010"/>
                    <a:pt x="215120" y="75596"/>
                  </a:cubicBezTo>
                  <a:cubicBezTo>
                    <a:pt x="214775" y="75182"/>
                    <a:pt x="214499" y="74698"/>
                    <a:pt x="214154" y="74215"/>
                  </a:cubicBezTo>
                  <a:cubicBezTo>
                    <a:pt x="213187" y="72834"/>
                    <a:pt x="212221" y="71454"/>
                    <a:pt x="211254" y="70073"/>
                  </a:cubicBezTo>
                  <a:cubicBezTo>
                    <a:pt x="210633" y="69244"/>
                    <a:pt x="210081" y="68347"/>
                    <a:pt x="209459" y="67519"/>
                  </a:cubicBezTo>
                  <a:cubicBezTo>
                    <a:pt x="208838" y="66690"/>
                    <a:pt x="208217" y="65862"/>
                    <a:pt x="207595" y="65033"/>
                  </a:cubicBezTo>
                  <a:cubicBezTo>
                    <a:pt x="206836" y="63998"/>
                    <a:pt x="206008" y="62962"/>
                    <a:pt x="205248" y="61996"/>
                  </a:cubicBezTo>
                  <a:cubicBezTo>
                    <a:pt x="204005" y="60408"/>
                    <a:pt x="202763" y="58889"/>
                    <a:pt x="201520" y="57370"/>
                  </a:cubicBezTo>
                  <a:cubicBezTo>
                    <a:pt x="201520" y="57370"/>
                    <a:pt x="201451" y="57232"/>
                    <a:pt x="201382" y="57232"/>
                  </a:cubicBezTo>
                  <a:cubicBezTo>
                    <a:pt x="201244" y="57094"/>
                    <a:pt x="201175" y="56956"/>
                    <a:pt x="201037" y="56818"/>
                  </a:cubicBezTo>
                  <a:cubicBezTo>
                    <a:pt x="199932" y="55506"/>
                    <a:pt x="198897" y="54263"/>
                    <a:pt x="197792" y="53021"/>
                  </a:cubicBezTo>
                  <a:cubicBezTo>
                    <a:pt x="196964" y="52054"/>
                    <a:pt x="196135" y="51157"/>
                    <a:pt x="195307" y="50259"/>
                  </a:cubicBezTo>
                  <a:cubicBezTo>
                    <a:pt x="195031" y="49914"/>
                    <a:pt x="194754" y="49638"/>
                    <a:pt x="194409" y="49293"/>
                  </a:cubicBezTo>
                  <a:cubicBezTo>
                    <a:pt x="194202" y="49086"/>
                    <a:pt x="194064" y="48878"/>
                    <a:pt x="193857" y="48671"/>
                  </a:cubicBezTo>
                  <a:cubicBezTo>
                    <a:pt x="192476" y="47222"/>
                    <a:pt x="191095" y="45772"/>
                    <a:pt x="189715" y="44322"/>
                  </a:cubicBezTo>
                  <a:cubicBezTo>
                    <a:pt x="189300" y="43908"/>
                    <a:pt x="188886" y="43494"/>
                    <a:pt x="188472" y="43079"/>
                  </a:cubicBezTo>
                  <a:cubicBezTo>
                    <a:pt x="187989" y="42596"/>
                    <a:pt x="187506" y="42182"/>
                    <a:pt x="187091" y="41699"/>
                  </a:cubicBezTo>
                  <a:cubicBezTo>
                    <a:pt x="186470" y="41146"/>
                    <a:pt x="185918" y="40525"/>
                    <a:pt x="185296" y="39973"/>
                  </a:cubicBezTo>
                  <a:cubicBezTo>
                    <a:pt x="183916" y="38661"/>
                    <a:pt x="182466" y="37349"/>
                    <a:pt x="181085" y="36038"/>
                  </a:cubicBezTo>
                  <a:cubicBezTo>
                    <a:pt x="181016" y="35969"/>
                    <a:pt x="180878" y="35830"/>
                    <a:pt x="180809" y="35761"/>
                  </a:cubicBezTo>
                  <a:cubicBezTo>
                    <a:pt x="180809" y="35761"/>
                    <a:pt x="180809" y="35761"/>
                    <a:pt x="180740" y="35692"/>
                  </a:cubicBezTo>
                  <a:cubicBezTo>
                    <a:pt x="179152" y="34312"/>
                    <a:pt x="177564" y="32931"/>
                    <a:pt x="175976" y="31550"/>
                  </a:cubicBezTo>
                  <a:cubicBezTo>
                    <a:pt x="175493" y="31136"/>
                    <a:pt x="174941" y="30722"/>
                    <a:pt x="174457" y="30307"/>
                  </a:cubicBezTo>
                  <a:cubicBezTo>
                    <a:pt x="173905" y="29893"/>
                    <a:pt x="173422" y="29410"/>
                    <a:pt x="172870" y="28996"/>
                  </a:cubicBezTo>
                  <a:cubicBezTo>
                    <a:pt x="172317" y="28512"/>
                    <a:pt x="171765" y="28098"/>
                    <a:pt x="171213" y="27615"/>
                  </a:cubicBezTo>
                  <a:cubicBezTo>
                    <a:pt x="169625" y="26372"/>
                    <a:pt x="168037" y="25199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6449" y="24025"/>
                    <a:pt x="166449" y="24025"/>
                    <a:pt x="166449" y="24025"/>
                  </a:cubicBezTo>
                  <a:cubicBezTo>
                    <a:pt x="164930" y="22920"/>
                    <a:pt x="163411" y="21816"/>
                    <a:pt x="161893" y="20780"/>
                  </a:cubicBezTo>
                  <a:cubicBezTo>
                    <a:pt x="161271" y="20366"/>
                    <a:pt x="160581" y="19952"/>
                    <a:pt x="159960" y="19538"/>
                  </a:cubicBezTo>
                  <a:cubicBezTo>
                    <a:pt x="159476" y="19192"/>
                    <a:pt x="158993" y="18916"/>
                    <a:pt x="158579" y="18640"/>
                  </a:cubicBezTo>
                  <a:cubicBezTo>
                    <a:pt x="158165" y="18364"/>
                    <a:pt x="157750" y="18088"/>
                    <a:pt x="157336" y="17812"/>
                  </a:cubicBezTo>
                  <a:cubicBezTo>
                    <a:pt x="155817" y="16845"/>
                    <a:pt x="154368" y="15948"/>
                    <a:pt x="152849" y="15050"/>
                  </a:cubicBezTo>
                  <a:cubicBezTo>
                    <a:pt x="152504" y="14843"/>
                    <a:pt x="152158" y="14636"/>
                    <a:pt x="151813" y="14429"/>
                  </a:cubicBezTo>
                  <a:cubicBezTo>
                    <a:pt x="150709" y="13807"/>
                    <a:pt x="149535" y="13117"/>
                    <a:pt x="148430" y="12565"/>
                  </a:cubicBezTo>
                  <a:cubicBezTo>
                    <a:pt x="147740" y="12220"/>
                    <a:pt x="147119" y="11874"/>
                    <a:pt x="146428" y="11529"/>
                  </a:cubicBezTo>
                  <a:cubicBezTo>
                    <a:pt x="145945" y="11253"/>
                    <a:pt x="145462" y="11046"/>
                    <a:pt x="144978" y="10770"/>
                  </a:cubicBezTo>
                  <a:cubicBezTo>
                    <a:pt x="144702" y="10632"/>
                    <a:pt x="144357" y="10425"/>
                    <a:pt x="144081" y="10287"/>
                  </a:cubicBezTo>
                  <a:cubicBezTo>
                    <a:pt x="142631" y="9596"/>
                    <a:pt x="141181" y="8906"/>
                    <a:pt x="139801" y="8284"/>
                  </a:cubicBezTo>
                  <a:cubicBezTo>
                    <a:pt x="139732" y="8284"/>
                    <a:pt x="139594" y="8215"/>
                    <a:pt x="139524" y="8146"/>
                  </a:cubicBezTo>
                  <a:cubicBezTo>
                    <a:pt x="139248" y="8008"/>
                    <a:pt x="138972" y="7939"/>
                    <a:pt x="138696" y="7801"/>
                  </a:cubicBezTo>
                  <a:cubicBezTo>
                    <a:pt x="137661" y="7318"/>
                    <a:pt x="136556" y="6904"/>
                    <a:pt x="135520" y="6421"/>
                  </a:cubicBezTo>
                  <a:cubicBezTo>
                    <a:pt x="134968" y="6213"/>
                    <a:pt x="134416" y="6006"/>
                    <a:pt x="133932" y="5799"/>
                  </a:cubicBezTo>
                  <a:cubicBezTo>
                    <a:pt x="133449" y="5592"/>
                    <a:pt x="132966" y="5454"/>
                    <a:pt x="132483" y="5247"/>
                  </a:cubicBezTo>
                  <a:cubicBezTo>
                    <a:pt x="132069" y="5109"/>
                    <a:pt x="131654" y="4902"/>
                    <a:pt x="131309" y="4764"/>
                  </a:cubicBezTo>
                  <a:cubicBezTo>
                    <a:pt x="129859" y="4280"/>
                    <a:pt x="128479" y="3797"/>
                    <a:pt x="127098" y="3383"/>
                  </a:cubicBezTo>
                  <a:cubicBezTo>
                    <a:pt x="127098" y="3383"/>
                    <a:pt x="127098" y="3383"/>
                    <a:pt x="127098" y="3383"/>
                  </a:cubicBezTo>
                  <a:cubicBezTo>
                    <a:pt x="127098" y="3383"/>
                    <a:pt x="127029" y="3383"/>
                    <a:pt x="126960" y="3383"/>
                  </a:cubicBezTo>
                  <a:cubicBezTo>
                    <a:pt x="125579" y="2969"/>
                    <a:pt x="124267" y="2623"/>
                    <a:pt x="122887" y="2278"/>
                  </a:cubicBezTo>
                  <a:cubicBezTo>
                    <a:pt x="122472" y="2209"/>
                    <a:pt x="122127" y="2140"/>
                    <a:pt x="121713" y="2002"/>
                  </a:cubicBezTo>
                  <a:cubicBezTo>
                    <a:pt x="121230" y="1864"/>
                    <a:pt x="120677" y="1795"/>
                    <a:pt x="120194" y="1657"/>
                  </a:cubicBezTo>
                  <a:cubicBezTo>
                    <a:pt x="119642" y="1519"/>
                    <a:pt x="119089" y="1381"/>
                    <a:pt x="118606" y="1312"/>
                  </a:cubicBezTo>
                  <a:cubicBezTo>
                    <a:pt x="117709" y="1174"/>
                    <a:pt x="116880" y="1036"/>
                    <a:pt x="115983" y="898"/>
                  </a:cubicBezTo>
                  <a:cubicBezTo>
                    <a:pt x="115569" y="898"/>
                    <a:pt x="115154" y="759"/>
                    <a:pt x="114740" y="690"/>
                  </a:cubicBezTo>
                  <a:cubicBezTo>
                    <a:pt x="114602" y="690"/>
                    <a:pt x="114395" y="690"/>
                    <a:pt x="114257" y="621"/>
                  </a:cubicBezTo>
                  <a:cubicBezTo>
                    <a:pt x="112738" y="414"/>
                    <a:pt x="111288" y="276"/>
                    <a:pt x="109838" y="138"/>
                  </a:cubicBezTo>
                  <a:cubicBezTo>
                    <a:pt x="109769" y="138"/>
                    <a:pt x="109631" y="138"/>
                    <a:pt x="109562" y="138"/>
                  </a:cubicBezTo>
                  <a:cubicBezTo>
                    <a:pt x="109148" y="138"/>
                    <a:pt x="108734" y="138"/>
                    <a:pt x="108320" y="138"/>
                  </a:cubicBezTo>
                  <a:cubicBezTo>
                    <a:pt x="107284" y="138"/>
                    <a:pt x="106249" y="0"/>
                    <a:pt x="105213" y="0"/>
                  </a:cubicBezTo>
                  <a:cubicBezTo>
                    <a:pt x="104661" y="0"/>
                    <a:pt x="104177" y="0"/>
                    <a:pt x="103625" y="0"/>
                  </a:cubicBezTo>
                  <a:lnTo>
                    <a:pt x="0" y="60201"/>
                  </a:lnTo>
                  <a:cubicBezTo>
                    <a:pt x="1519" y="60201"/>
                    <a:pt x="3107" y="60201"/>
                    <a:pt x="4625" y="60270"/>
                  </a:cubicBezTo>
                  <a:cubicBezTo>
                    <a:pt x="5040" y="60270"/>
                    <a:pt x="5454" y="60270"/>
                    <a:pt x="5868" y="60270"/>
                  </a:cubicBezTo>
                  <a:cubicBezTo>
                    <a:pt x="7594" y="60408"/>
                    <a:pt x="9320" y="60546"/>
                    <a:pt x="11115" y="60822"/>
                  </a:cubicBezTo>
                  <a:cubicBezTo>
                    <a:pt x="11529" y="60822"/>
                    <a:pt x="11943" y="60960"/>
                    <a:pt x="12358" y="61029"/>
                  </a:cubicBezTo>
                  <a:cubicBezTo>
                    <a:pt x="13738" y="61236"/>
                    <a:pt x="15119" y="61512"/>
                    <a:pt x="16569" y="61788"/>
                  </a:cubicBezTo>
                  <a:cubicBezTo>
                    <a:pt x="17052" y="61927"/>
                    <a:pt x="17605" y="61996"/>
                    <a:pt x="18088" y="62134"/>
                  </a:cubicBezTo>
                  <a:cubicBezTo>
                    <a:pt x="19814" y="62548"/>
                    <a:pt x="21540" y="62962"/>
                    <a:pt x="23335" y="63514"/>
                  </a:cubicBezTo>
                  <a:cubicBezTo>
                    <a:pt x="23335" y="63514"/>
                    <a:pt x="23404" y="63514"/>
                    <a:pt x="23473" y="63514"/>
                  </a:cubicBezTo>
                  <a:cubicBezTo>
                    <a:pt x="25268" y="64067"/>
                    <a:pt x="27132" y="64688"/>
                    <a:pt x="28927" y="65378"/>
                  </a:cubicBezTo>
                  <a:cubicBezTo>
                    <a:pt x="29410" y="65586"/>
                    <a:pt x="29893" y="65724"/>
                    <a:pt x="30376" y="65931"/>
                  </a:cubicBezTo>
                  <a:cubicBezTo>
                    <a:pt x="31964" y="66552"/>
                    <a:pt x="33552" y="67173"/>
                    <a:pt x="35209" y="67864"/>
                  </a:cubicBezTo>
                  <a:cubicBezTo>
                    <a:pt x="35485" y="68002"/>
                    <a:pt x="35761" y="68071"/>
                    <a:pt x="36038" y="68209"/>
                  </a:cubicBezTo>
                  <a:cubicBezTo>
                    <a:pt x="37832" y="69037"/>
                    <a:pt x="39696" y="69935"/>
                    <a:pt x="41561" y="70832"/>
                  </a:cubicBezTo>
                  <a:cubicBezTo>
                    <a:pt x="42044" y="71109"/>
                    <a:pt x="42527" y="71316"/>
                    <a:pt x="43010" y="71592"/>
                  </a:cubicBezTo>
                  <a:cubicBezTo>
                    <a:pt x="44805" y="72558"/>
                    <a:pt x="46600" y="73456"/>
                    <a:pt x="48395" y="74491"/>
                  </a:cubicBezTo>
                  <a:cubicBezTo>
                    <a:pt x="50673" y="75803"/>
                    <a:pt x="52883" y="77184"/>
                    <a:pt x="55161" y="78634"/>
                  </a:cubicBezTo>
                  <a:cubicBezTo>
                    <a:pt x="55644" y="78910"/>
                    <a:pt x="56058" y="79255"/>
                    <a:pt x="56542" y="79531"/>
                  </a:cubicBezTo>
                  <a:cubicBezTo>
                    <a:pt x="58751" y="80981"/>
                    <a:pt x="60891" y="82500"/>
                    <a:pt x="63031" y="84088"/>
                  </a:cubicBezTo>
                  <a:cubicBezTo>
                    <a:pt x="63031" y="84088"/>
                    <a:pt x="63031" y="84088"/>
                    <a:pt x="63031" y="84088"/>
                  </a:cubicBezTo>
                  <a:cubicBezTo>
                    <a:pt x="65171" y="85675"/>
                    <a:pt x="67311" y="87332"/>
                    <a:pt x="69452" y="89058"/>
                  </a:cubicBezTo>
                  <a:cubicBezTo>
                    <a:pt x="70004" y="89472"/>
                    <a:pt x="70487" y="89887"/>
                    <a:pt x="71039" y="90370"/>
                  </a:cubicBezTo>
                  <a:cubicBezTo>
                    <a:pt x="73180" y="92096"/>
                    <a:pt x="75320" y="93960"/>
                    <a:pt x="77391" y="95824"/>
                  </a:cubicBezTo>
                  <a:cubicBezTo>
                    <a:pt x="77460" y="95893"/>
                    <a:pt x="77598" y="96031"/>
                    <a:pt x="77667" y="96100"/>
                  </a:cubicBezTo>
                  <a:cubicBezTo>
                    <a:pt x="79669" y="97964"/>
                    <a:pt x="81671" y="99828"/>
                    <a:pt x="83673" y="101761"/>
                  </a:cubicBezTo>
                  <a:cubicBezTo>
                    <a:pt x="84157" y="102244"/>
                    <a:pt x="84571" y="102659"/>
                    <a:pt x="85054" y="103142"/>
                  </a:cubicBezTo>
                  <a:cubicBezTo>
                    <a:pt x="87056" y="105144"/>
                    <a:pt x="89058" y="107215"/>
                    <a:pt x="90991" y="109286"/>
                  </a:cubicBezTo>
                  <a:cubicBezTo>
                    <a:pt x="91267" y="109562"/>
                    <a:pt x="91544" y="109907"/>
                    <a:pt x="91820" y="110253"/>
                  </a:cubicBezTo>
                  <a:cubicBezTo>
                    <a:pt x="93753" y="112393"/>
                    <a:pt x="95686" y="114602"/>
                    <a:pt x="97619" y="116880"/>
                  </a:cubicBezTo>
                  <a:cubicBezTo>
                    <a:pt x="97757" y="117018"/>
                    <a:pt x="97826" y="117156"/>
                    <a:pt x="97964" y="117295"/>
                  </a:cubicBezTo>
                  <a:cubicBezTo>
                    <a:pt x="100104" y="119849"/>
                    <a:pt x="102175" y="122472"/>
                    <a:pt x="104246" y="125165"/>
                  </a:cubicBezTo>
                  <a:cubicBezTo>
                    <a:pt x="105489" y="126822"/>
                    <a:pt x="106663" y="128479"/>
                    <a:pt x="107905" y="130135"/>
                  </a:cubicBezTo>
                  <a:cubicBezTo>
                    <a:pt x="108872" y="131516"/>
                    <a:pt x="109907" y="132897"/>
                    <a:pt x="110874" y="134278"/>
                  </a:cubicBezTo>
                  <a:cubicBezTo>
                    <a:pt x="111495" y="135175"/>
                    <a:pt x="112117" y="136073"/>
                    <a:pt x="112669" y="137039"/>
                  </a:cubicBezTo>
                  <a:cubicBezTo>
                    <a:pt x="115223" y="140905"/>
                    <a:pt x="117709" y="144840"/>
                    <a:pt x="120125" y="148845"/>
                  </a:cubicBezTo>
                  <a:cubicBezTo>
                    <a:pt x="120125" y="148845"/>
                    <a:pt x="120125" y="148914"/>
                    <a:pt x="120194" y="148983"/>
                  </a:cubicBezTo>
                  <a:cubicBezTo>
                    <a:pt x="121851" y="151882"/>
                    <a:pt x="123508" y="154782"/>
                    <a:pt x="125096" y="157750"/>
                  </a:cubicBezTo>
                  <a:cubicBezTo>
                    <a:pt x="126476" y="160305"/>
                    <a:pt x="127719" y="162859"/>
                    <a:pt x="129031" y="165414"/>
                  </a:cubicBezTo>
                  <a:cubicBezTo>
                    <a:pt x="129307" y="165966"/>
                    <a:pt x="129514" y="166449"/>
                    <a:pt x="129790" y="167001"/>
                  </a:cubicBezTo>
                  <a:cubicBezTo>
                    <a:pt x="131033" y="169556"/>
                    <a:pt x="132207" y="172110"/>
                    <a:pt x="133380" y="174665"/>
                  </a:cubicBezTo>
                  <a:cubicBezTo>
                    <a:pt x="133380" y="174665"/>
                    <a:pt x="133380" y="174734"/>
                    <a:pt x="133380" y="174803"/>
                  </a:cubicBezTo>
                  <a:cubicBezTo>
                    <a:pt x="134554" y="177426"/>
                    <a:pt x="135658" y="180049"/>
                    <a:pt x="136694" y="182742"/>
                  </a:cubicBezTo>
                  <a:cubicBezTo>
                    <a:pt x="136901" y="183225"/>
                    <a:pt x="137108" y="183708"/>
                    <a:pt x="137315" y="184192"/>
                  </a:cubicBezTo>
                  <a:cubicBezTo>
                    <a:pt x="138351" y="186746"/>
                    <a:pt x="139317" y="189300"/>
                    <a:pt x="140215" y="191855"/>
                  </a:cubicBezTo>
                  <a:cubicBezTo>
                    <a:pt x="140422" y="192407"/>
                    <a:pt x="140560" y="192890"/>
                    <a:pt x="140767" y="193443"/>
                  </a:cubicBezTo>
                  <a:cubicBezTo>
                    <a:pt x="141596" y="195790"/>
                    <a:pt x="142355" y="198068"/>
                    <a:pt x="143114" y="200415"/>
                  </a:cubicBezTo>
                  <a:cubicBezTo>
                    <a:pt x="143253" y="200830"/>
                    <a:pt x="143391" y="201244"/>
                    <a:pt x="143529" y="201658"/>
                  </a:cubicBezTo>
                  <a:cubicBezTo>
                    <a:pt x="144357" y="204213"/>
                    <a:pt x="145047" y="206836"/>
                    <a:pt x="145738" y="209390"/>
                  </a:cubicBezTo>
                  <a:cubicBezTo>
                    <a:pt x="145876" y="210012"/>
                    <a:pt x="146083" y="210633"/>
                    <a:pt x="146221" y="211254"/>
                  </a:cubicBezTo>
                  <a:cubicBezTo>
                    <a:pt x="146843" y="213602"/>
                    <a:pt x="147395" y="215880"/>
                    <a:pt x="147947" y="218227"/>
                  </a:cubicBezTo>
                  <a:cubicBezTo>
                    <a:pt x="147947" y="218503"/>
                    <a:pt x="148085" y="218848"/>
                    <a:pt x="148154" y="219125"/>
                  </a:cubicBezTo>
                  <a:cubicBezTo>
                    <a:pt x="148706" y="221679"/>
                    <a:pt x="149190" y="224233"/>
                    <a:pt x="149673" y="226719"/>
                  </a:cubicBezTo>
                  <a:cubicBezTo>
                    <a:pt x="149742" y="227271"/>
                    <a:pt x="149880" y="227823"/>
                    <a:pt x="149949" y="228376"/>
                  </a:cubicBezTo>
                  <a:cubicBezTo>
                    <a:pt x="150363" y="230861"/>
                    <a:pt x="150778" y="233346"/>
                    <a:pt x="151054" y="235832"/>
                  </a:cubicBezTo>
                  <a:cubicBezTo>
                    <a:pt x="151054" y="236108"/>
                    <a:pt x="151054" y="236315"/>
                    <a:pt x="151123" y="236591"/>
                  </a:cubicBezTo>
                  <a:cubicBezTo>
                    <a:pt x="151399" y="238938"/>
                    <a:pt x="151606" y="241286"/>
                    <a:pt x="151813" y="243633"/>
                  </a:cubicBezTo>
                  <a:cubicBezTo>
                    <a:pt x="151813" y="243978"/>
                    <a:pt x="151813" y="244323"/>
                    <a:pt x="151882" y="244668"/>
                  </a:cubicBezTo>
                  <a:cubicBezTo>
                    <a:pt x="152020" y="247016"/>
                    <a:pt x="152158" y="249363"/>
                    <a:pt x="152158" y="251710"/>
                  </a:cubicBezTo>
                  <a:cubicBezTo>
                    <a:pt x="152158" y="252124"/>
                    <a:pt x="152158" y="252608"/>
                    <a:pt x="152158" y="253022"/>
                  </a:cubicBezTo>
                  <a:cubicBezTo>
                    <a:pt x="152158" y="255438"/>
                    <a:pt x="152158" y="257855"/>
                    <a:pt x="152020" y="260202"/>
                  </a:cubicBezTo>
                  <a:lnTo>
                    <a:pt x="255645" y="200001"/>
                  </a:lnTo>
                  <a:cubicBezTo>
                    <a:pt x="255645" y="199587"/>
                    <a:pt x="255645" y="199173"/>
                    <a:pt x="255645" y="198828"/>
                  </a:cubicBezTo>
                  <a:cubicBezTo>
                    <a:pt x="255645" y="197378"/>
                    <a:pt x="255714" y="195859"/>
                    <a:pt x="255714" y="194409"/>
                  </a:cubicBezTo>
                  <a:cubicBezTo>
                    <a:pt x="255714" y="193926"/>
                    <a:pt x="255714" y="193374"/>
                    <a:pt x="255714" y="1928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83"/>
            <p:cNvSpPr/>
            <p:nvPr/>
          </p:nvSpPr>
          <p:spPr>
            <a:xfrm>
              <a:off x="6636544" y="187807"/>
              <a:ext cx="391750" cy="323353"/>
            </a:xfrm>
            <a:custGeom>
              <a:rect b="b" l="l" r="r" t="t"/>
              <a:pathLst>
                <a:path extrusionOk="0" h="491791" w="595818">
                  <a:moveTo>
                    <a:pt x="258943" y="18540"/>
                  </a:moveTo>
                  <a:cubicBezTo>
                    <a:pt x="284902" y="33521"/>
                    <a:pt x="310860" y="56787"/>
                    <a:pt x="333021" y="85230"/>
                  </a:cubicBezTo>
                  <a:cubicBezTo>
                    <a:pt x="360566" y="120577"/>
                    <a:pt x="380725" y="162690"/>
                    <a:pt x="391288" y="203906"/>
                  </a:cubicBezTo>
                  <a:cubicBezTo>
                    <a:pt x="406131" y="203491"/>
                    <a:pt x="422838" y="208669"/>
                    <a:pt x="439545" y="218334"/>
                  </a:cubicBezTo>
                  <a:cubicBezTo>
                    <a:pt x="459221" y="229726"/>
                    <a:pt x="478897" y="247261"/>
                    <a:pt x="495466" y="269077"/>
                  </a:cubicBezTo>
                  <a:cubicBezTo>
                    <a:pt x="526118" y="309326"/>
                    <a:pt x="545380" y="363382"/>
                    <a:pt x="543239" y="404045"/>
                  </a:cubicBezTo>
                  <a:cubicBezTo>
                    <a:pt x="545932" y="405011"/>
                    <a:pt x="548693" y="406323"/>
                    <a:pt x="551455" y="407911"/>
                  </a:cubicBezTo>
                  <a:cubicBezTo>
                    <a:pt x="563191" y="414677"/>
                    <a:pt x="574928" y="426758"/>
                    <a:pt x="583281" y="440980"/>
                  </a:cubicBezTo>
                  <a:cubicBezTo>
                    <a:pt x="593637" y="458653"/>
                    <a:pt x="597503" y="476672"/>
                    <a:pt x="595155" y="491791"/>
                  </a:cubicBezTo>
                  <a:lnTo>
                    <a:pt x="468" y="148469"/>
                  </a:lnTo>
                  <a:cubicBezTo>
                    <a:pt x="-1742" y="130105"/>
                    <a:pt x="3988" y="114709"/>
                    <a:pt x="15311" y="109739"/>
                  </a:cubicBezTo>
                  <a:cubicBezTo>
                    <a:pt x="24216" y="105803"/>
                    <a:pt x="38024" y="107253"/>
                    <a:pt x="50589" y="114502"/>
                  </a:cubicBezTo>
                  <a:cubicBezTo>
                    <a:pt x="53902" y="116435"/>
                    <a:pt x="57078" y="118713"/>
                    <a:pt x="60116" y="121406"/>
                  </a:cubicBezTo>
                  <a:cubicBezTo>
                    <a:pt x="60116" y="99590"/>
                    <a:pt x="71093" y="84540"/>
                    <a:pt x="87800" y="83642"/>
                  </a:cubicBezTo>
                  <a:cubicBezTo>
                    <a:pt x="95877" y="83159"/>
                    <a:pt x="105266" y="85921"/>
                    <a:pt x="114655" y="91306"/>
                  </a:cubicBezTo>
                  <a:cubicBezTo>
                    <a:pt x="124459" y="96967"/>
                    <a:pt x="134193" y="105527"/>
                    <a:pt x="142408" y="116228"/>
                  </a:cubicBezTo>
                  <a:cubicBezTo>
                    <a:pt x="130327" y="73908"/>
                    <a:pt x="136747" y="35454"/>
                    <a:pt x="156285" y="16055"/>
                  </a:cubicBezTo>
                  <a:cubicBezTo>
                    <a:pt x="175892" y="-3345"/>
                    <a:pt x="207373" y="-4587"/>
                    <a:pt x="240165" y="9220"/>
                  </a:cubicBezTo>
                  <a:cubicBezTo>
                    <a:pt x="246448" y="11844"/>
                    <a:pt x="252799" y="15019"/>
                    <a:pt x="259082" y="186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5" name="Google Shape;2125;p83"/>
          <p:cNvGrpSpPr/>
          <p:nvPr/>
        </p:nvGrpSpPr>
        <p:grpSpPr>
          <a:xfrm>
            <a:off x="1893190" y="4348831"/>
            <a:ext cx="102623" cy="120935"/>
            <a:chOff x="6395264" y="541833"/>
            <a:chExt cx="40633" cy="47882"/>
          </a:xfrm>
        </p:grpSpPr>
        <p:sp>
          <p:nvSpPr>
            <p:cNvPr id="2126" name="Google Shape;2126;p83"/>
            <p:cNvSpPr/>
            <p:nvPr/>
          </p:nvSpPr>
          <p:spPr>
            <a:xfrm>
              <a:off x="6407573" y="541833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5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6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9"/>
                  </a:cubicBezTo>
                  <a:cubicBezTo>
                    <a:pt x="17743" y="58199"/>
                    <a:pt x="17743" y="58199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40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83"/>
            <p:cNvSpPr/>
            <p:nvPr/>
          </p:nvSpPr>
          <p:spPr>
            <a:xfrm>
              <a:off x="6395264" y="551417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8" name="Google Shape;2128;p83"/>
          <p:cNvGrpSpPr/>
          <p:nvPr/>
        </p:nvGrpSpPr>
        <p:grpSpPr>
          <a:xfrm>
            <a:off x="2823935" y="4469823"/>
            <a:ext cx="102508" cy="120961"/>
            <a:chOff x="6702665" y="517851"/>
            <a:chExt cx="40588" cy="47892"/>
          </a:xfrm>
        </p:grpSpPr>
        <p:sp>
          <p:nvSpPr>
            <p:cNvPr id="2129" name="Google Shape;2129;p83"/>
            <p:cNvSpPr/>
            <p:nvPr/>
          </p:nvSpPr>
          <p:spPr>
            <a:xfrm>
              <a:off x="6714928" y="517851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9"/>
                    <a:pt x="41284" y="35899"/>
                  </a:cubicBezTo>
                  <a:cubicBezTo>
                    <a:pt x="41284" y="35830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9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9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3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8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83"/>
            <p:cNvSpPr/>
            <p:nvPr/>
          </p:nvSpPr>
          <p:spPr>
            <a:xfrm>
              <a:off x="6702665" y="527435"/>
              <a:ext cx="23785" cy="38309"/>
            </a:xfrm>
            <a:custGeom>
              <a:rect b="b" l="l" r="r" t="t"/>
              <a:pathLst>
                <a:path extrusionOk="0" h="58264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89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1" name="Google Shape;2131;p83"/>
          <p:cNvGrpSpPr/>
          <p:nvPr/>
        </p:nvGrpSpPr>
        <p:grpSpPr>
          <a:xfrm>
            <a:off x="2579036" y="4753074"/>
            <a:ext cx="102623" cy="120935"/>
            <a:chOff x="6555868" y="600606"/>
            <a:chExt cx="40633" cy="47882"/>
          </a:xfrm>
        </p:grpSpPr>
        <p:sp>
          <p:nvSpPr>
            <p:cNvPr id="2132" name="Google Shape;2132;p83"/>
            <p:cNvSpPr/>
            <p:nvPr/>
          </p:nvSpPr>
          <p:spPr>
            <a:xfrm>
              <a:off x="6568177" y="60060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8" y="20435"/>
                  </a:cubicBezTo>
                  <a:cubicBezTo>
                    <a:pt x="36038" y="20435"/>
                    <a:pt x="36038" y="20435"/>
                    <a:pt x="36038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1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3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7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83"/>
            <p:cNvSpPr/>
            <p:nvPr/>
          </p:nvSpPr>
          <p:spPr>
            <a:xfrm>
              <a:off x="6555868" y="610190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89" y="50673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4" name="Google Shape;2134;p83"/>
          <p:cNvGrpSpPr/>
          <p:nvPr/>
        </p:nvGrpSpPr>
        <p:grpSpPr>
          <a:xfrm>
            <a:off x="1601679" y="4517976"/>
            <a:ext cx="102510" cy="121049"/>
            <a:chOff x="6344757" y="429555"/>
            <a:chExt cx="40588" cy="47927"/>
          </a:xfrm>
        </p:grpSpPr>
        <p:grpSp>
          <p:nvGrpSpPr>
            <p:cNvPr id="2135" name="Google Shape;2135;p83"/>
            <p:cNvGrpSpPr/>
            <p:nvPr/>
          </p:nvGrpSpPr>
          <p:grpSpPr>
            <a:xfrm>
              <a:off x="6354523" y="429555"/>
              <a:ext cx="18758" cy="10719"/>
              <a:chOff x="362377" y="2875388"/>
              <a:chExt cx="28512" cy="16292"/>
            </a:xfrm>
          </p:grpSpPr>
          <p:sp>
            <p:nvSpPr>
              <p:cNvPr id="2136" name="Google Shape;2136;p83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83"/>
              <p:cNvSpPr/>
              <p:nvPr/>
            </p:nvSpPr>
            <p:spPr>
              <a:xfrm>
                <a:off x="362377" y="2875388"/>
                <a:ext cx="28512" cy="16292"/>
              </a:xfrm>
              <a:custGeom>
                <a:rect b="b" l="l" r="r" t="t"/>
                <a:pathLst>
                  <a:path extrusionOk="0" h="16292" w="28512">
                    <a:moveTo>
                      <a:pt x="0" y="16293"/>
                    </a:moveTo>
                    <a:lnTo>
                      <a:pt x="25199" y="1657"/>
                    </a:lnTo>
                    <a:cubicBezTo>
                      <a:pt x="26994" y="621"/>
                      <a:pt x="28236" y="69"/>
                      <a:pt x="28512" y="0"/>
                    </a:cubicBezTo>
                    <a:lnTo>
                      <a:pt x="3314" y="14636"/>
                    </a:lnTo>
                    <a:cubicBezTo>
                      <a:pt x="3314" y="14636"/>
                      <a:pt x="1795" y="15257"/>
                      <a:pt x="0" y="1629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8" name="Google Shape;2138;p83"/>
            <p:cNvSpPr/>
            <p:nvPr/>
          </p:nvSpPr>
          <p:spPr>
            <a:xfrm>
              <a:off x="6357021" y="429646"/>
              <a:ext cx="28324" cy="47071"/>
            </a:xfrm>
            <a:custGeom>
              <a:rect b="b" l="l" r="r" t="t"/>
              <a:pathLst>
                <a:path extrusionOk="0" h="71591" w="43079">
                  <a:moveTo>
                    <a:pt x="42665" y="46048"/>
                  </a:moveTo>
                  <a:cubicBezTo>
                    <a:pt x="42665" y="45634"/>
                    <a:pt x="42665" y="45288"/>
                    <a:pt x="42665" y="44874"/>
                  </a:cubicBezTo>
                  <a:cubicBezTo>
                    <a:pt x="42665" y="44460"/>
                    <a:pt x="42665" y="44046"/>
                    <a:pt x="42596" y="43632"/>
                  </a:cubicBezTo>
                  <a:cubicBezTo>
                    <a:pt x="42596" y="43632"/>
                    <a:pt x="42596" y="43563"/>
                    <a:pt x="42596" y="43494"/>
                  </a:cubicBezTo>
                  <a:cubicBezTo>
                    <a:pt x="42596" y="43494"/>
                    <a:pt x="42596" y="43494"/>
                    <a:pt x="42596" y="43424"/>
                  </a:cubicBezTo>
                  <a:cubicBezTo>
                    <a:pt x="42596" y="43079"/>
                    <a:pt x="42527" y="42665"/>
                    <a:pt x="42458" y="42320"/>
                  </a:cubicBezTo>
                  <a:cubicBezTo>
                    <a:pt x="42458" y="41837"/>
                    <a:pt x="42320" y="41422"/>
                    <a:pt x="42251" y="40939"/>
                  </a:cubicBezTo>
                  <a:cubicBezTo>
                    <a:pt x="42251" y="40594"/>
                    <a:pt x="42113" y="40180"/>
                    <a:pt x="42044" y="39835"/>
                  </a:cubicBezTo>
                  <a:cubicBezTo>
                    <a:pt x="42044" y="39765"/>
                    <a:pt x="42044" y="39696"/>
                    <a:pt x="42044" y="39627"/>
                  </a:cubicBezTo>
                  <a:cubicBezTo>
                    <a:pt x="42044" y="39558"/>
                    <a:pt x="42044" y="39489"/>
                    <a:pt x="42044" y="39420"/>
                  </a:cubicBezTo>
                  <a:cubicBezTo>
                    <a:pt x="41975" y="38868"/>
                    <a:pt x="41837" y="38385"/>
                    <a:pt x="41699" y="37832"/>
                  </a:cubicBezTo>
                  <a:cubicBezTo>
                    <a:pt x="41561" y="37280"/>
                    <a:pt x="41422" y="36659"/>
                    <a:pt x="41284" y="36038"/>
                  </a:cubicBezTo>
                  <a:cubicBezTo>
                    <a:pt x="41284" y="36038"/>
                    <a:pt x="41284" y="35968"/>
                    <a:pt x="41284" y="35899"/>
                  </a:cubicBezTo>
                  <a:cubicBezTo>
                    <a:pt x="41284" y="35899"/>
                    <a:pt x="41284" y="35761"/>
                    <a:pt x="41284" y="35692"/>
                  </a:cubicBezTo>
                  <a:cubicBezTo>
                    <a:pt x="41146" y="35209"/>
                    <a:pt x="41008" y="34657"/>
                    <a:pt x="40870" y="34173"/>
                  </a:cubicBezTo>
                  <a:cubicBezTo>
                    <a:pt x="40663" y="33483"/>
                    <a:pt x="40525" y="32862"/>
                    <a:pt x="40318" y="32171"/>
                  </a:cubicBezTo>
                  <a:cubicBezTo>
                    <a:pt x="40318" y="32171"/>
                    <a:pt x="40318" y="32033"/>
                    <a:pt x="40318" y="32033"/>
                  </a:cubicBezTo>
                  <a:cubicBezTo>
                    <a:pt x="40318" y="31895"/>
                    <a:pt x="40249" y="31826"/>
                    <a:pt x="40249" y="31688"/>
                  </a:cubicBezTo>
                  <a:cubicBezTo>
                    <a:pt x="40042" y="31136"/>
                    <a:pt x="39904" y="30584"/>
                    <a:pt x="39696" y="30031"/>
                  </a:cubicBezTo>
                  <a:cubicBezTo>
                    <a:pt x="39489" y="29410"/>
                    <a:pt x="39282" y="28858"/>
                    <a:pt x="39075" y="28236"/>
                  </a:cubicBezTo>
                  <a:cubicBezTo>
                    <a:pt x="39075" y="28167"/>
                    <a:pt x="39075" y="28029"/>
                    <a:pt x="39006" y="27960"/>
                  </a:cubicBezTo>
                  <a:cubicBezTo>
                    <a:pt x="39006" y="27960"/>
                    <a:pt x="39006" y="27891"/>
                    <a:pt x="39006" y="27822"/>
                  </a:cubicBezTo>
                  <a:cubicBezTo>
                    <a:pt x="38730" y="27063"/>
                    <a:pt x="38454" y="26234"/>
                    <a:pt x="38109" y="25475"/>
                  </a:cubicBezTo>
                  <a:cubicBezTo>
                    <a:pt x="37971" y="25199"/>
                    <a:pt x="37902" y="24853"/>
                    <a:pt x="37763" y="24577"/>
                  </a:cubicBezTo>
                  <a:cubicBezTo>
                    <a:pt x="37625" y="24301"/>
                    <a:pt x="37556" y="24025"/>
                    <a:pt x="37418" y="23749"/>
                  </a:cubicBezTo>
                  <a:cubicBezTo>
                    <a:pt x="37280" y="23473"/>
                    <a:pt x="37211" y="23266"/>
                    <a:pt x="37142" y="22989"/>
                  </a:cubicBezTo>
                  <a:cubicBezTo>
                    <a:pt x="36797" y="22230"/>
                    <a:pt x="36521" y="21471"/>
                    <a:pt x="36176" y="20711"/>
                  </a:cubicBezTo>
                  <a:cubicBezTo>
                    <a:pt x="36176" y="20642"/>
                    <a:pt x="36107" y="20504"/>
                    <a:pt x="36037" y="20435"/>
                  </a:cubicBezTo>
                  <a:cubicBezTo>
                    <a:pt x="36037" y="20435"/>
                    <a:pt x="36037" y="20435"/>
                    <a:pt x="36037" y="20435"/>
                  </a:cubicBezTo>
                  <a:cubicBezTo>
                    <a:pt x="35623" y="19468"/>
                    <a:pt x="35140" y="18502"/>
                    <a:pt x="34726" y="17535"/>
                  </a:cubicBezTo>
                  <a:cubicBezTo>
                    <a:pt x="34726" y="17466"/>
                    <a:pt x="34657" y="17328"/>
                    <a:pt x="34588" y="17259"/>
                  </a:cubicBezTo>
                  <a:cubicBezTo>
                    <a:pt x="34312" y="16707"/>
                    <a:pt x="34104" y="16224"/>
                    <a:pt x="33828" y="15741"/>
                  </a:cubicBezTo>
                  <a:cubicBezTo>
                    <a:pt x="33621" y="15257"/>
                    <a:pt x="33345" y="14774"/>
                    <a:pt x="33138" y="14360"/>
                  </a:cubicBezTo>
                  <a:cubicBezTo>
                    <a:pt x="33138" y="14222"/>
                    <a:pt x="33069" y="14153"/>
                    <a:pt x="33000" y="14084"/>
                  </a:cubicBezTo>
                  <a:cubicBezTo>
                    <a:pt x="32379" y="12772"/>
                    <a:pt x="31757" y="11598"/>
                    <a:pt x="31136" y="10425"/>
                  </a:cubicBezTo>
                  <a:cubicBezTo>
                    <a:pt x="31136" y="10425"/>
                    <a:pt x="31136" y="10356"/>
                    <a:pt x="31136" y="10287"/>
                  </a:cubicBezTo>
                  <a:cubicBezTo>
                    <a:pt x="30998" y="10010"/>
                    <a:pt x="30860" y="9803"/>
                    <a:pt x="30722" y="9527"/>
                  </a:cubicBezTo>
                  <a:cubicBezTo>
                    <a:pt x="30307" y="8768"/>
                    <a:pt x="29962" y="8077"/>
                    <a:pt x="29548" y="7387"/>
                  </a:cubicBezTo>
                  <a:cubicBezTo>
                    <a:pt x="29341" y="7042"/>
                    <a:pt x="29134" y="6697"/>
                    <a:pt x="28996" y="6351"/>
                  </a:cubicBezTo>
                  <a:cubicBezTo>
                    <a:pt x="28650" y="5799"/>
                    <a:pt x="28374" y="5247"/>
                    <a:pt x="28098" y="4764"/>
                  </a:cubicBezTo>
                  <a:cubicBezTo>
                    <a:pt x="28098" y="4625"/>
                    <a:pt x="27960" y="4487"/>
                    <a:pt x="27891" y="4418"/>
                  </a:cubicBezTo>
                  <a:cubicBezTo>
                    <a:pt x="27753" y="4142"/>
                    <a:pt x="27615" y="3935"/>
                    <a:pt x="27477" y="3728"/>
                  </a:cubicBezTo>
                  <a:cubicBezTo>
                    <a:pt x="27339" y="3452"/>
                    <a:pt x="27201" y="3245"/>
                    <a:pt x="27063" y="2969"/>
                  </a:cubicBezTo>
                  <a:cubicBezTo>
                    <a:pt x="26856" y="2623"/>
                    <a:pt x="26648" y="2278"/>
                    <a:pt x="26510" y="2002"/>
                  </a:cubicBezTo>
                  <a:cubicBezTo>
                    <a:pt x="26441" y="1864"/>
                    <a:pt x="26303" y="1657"/>
                    <a:pt x="26234" y="1519"/>
                  </a:cubicBezTo>
                  <a:cubicBezTo>
                    <a:pt x="26027" y="1243"/>
                    <a:pt x="25889" y="967"/>
                    <a:pt x="25751" y="759"/>
                  </a:cubicBezTo>
                  <a:cubicBezTo>
                    <a:pt x="25751" y="690"/>
                    <a:pt x="25613" y="552"/>
                    <a:pt x="25544" y="483"/>
                  </a:cubicBezTo>
                  <a:cubicBezTo>
                    <a:pt x="25406" y="207"/>
                    <a:pt x="25268" y="69"/>
                    <a:pt x="25199" y="0"/>
                  </a:cubicBezTo>
                  <a:lnTo>
                    <a:pt x="0" y="14636"/>
                  </a:lnTo>
                  <a:cubicBezTo>
                    <a:pt x="0" y="14636"/>
                    <a:pt x="138" y="14912"/>
                    <a:pt x="345" y="15119"/>
                  </a:cubicBezTo>
                  <a:cubicBezTo>
                    <a:pt x="345" y="15188"/>
                    <a:pt x="483" y="15326"/>
                    <a:pt x="552" y="15395"/>
                  </a:cubicBezTo>
                  <a:cubicBezTo>
                    <a:pt x="690" y="15602"/>
                    <a:pt x="828" y="15879"/>
                    <a:pt x="1036" y="16155"/>
                  </a:cubicBezTo>
                  <a:cubicBezTo>
                    <a:pt x="1105" y="16293"/>
                    <a:pt x="1243" y="16500"/>
                    <a:pt x="1312" y="16638"/>
                  </a:cubicBezTo>
                  <a:cubicBezTo>
                    <a:pt x="1519" y="16914"/>
                    <a:pt x="1657" y="17259"/>
                    <a:pt x="1864" y="17605"/>
                  </a:cubicBezTo>
                  <a:cubicBezTo>
                    <a:pt x="2002" y="17812"/>
                    <a:pt x="2140" y="18088"/>
                    <a:pt x="2278" y="18364"/>
                  </a:cubicBezTo>
                  <a:cubicBezTo>
                    <a:pt x="2485" y="18709"/>
                    <a:pt x="2692" y="19054"/>
                    <a:pt x="2900" y="19399"/>
                  </a:cubicBezTo>
                  <a:cubicBezTo>
                    <a:pt x="3176" y="19883"/>
                    <a:pt x="3521" y="20435"/>
                    <a:pt x="3797" y="20987"/>
                  </a:cubicBezTo>
                  <a:cubicBezTo>
                    <a:pt x="4004" y="21333"/>
                    <a:pt x="4211" y="21678"/>
                    <a:pt x="4349" y="22023"/>
                  </a:cubicBezTo>
                  <a:cubicBezTo>
                    <a:pt x="4695" y="22713"/>
                    <a:pt x="5109" y="23404"/>
                    <a:pt x="5523" y="24163"/>
                  </a:cubicBezTo>
                  <a:cubicBezTo>
                    <a:pt x="5661" y="24439"/>
                    <a:pt x="5868" y="24715"/>
                    <a:pt x="6006" y="25061"/>
                  </a:cubicBezTo>
                  <a:cubicBezTo>
                    <a:pt x="6628" y="26234"/>
                    <a:pt x="7249" y="27408"/>
                    <a:pt x="7870" y="28720"/>
                  </a:cubicBezTo>
                  <a:cubicBezTo>
                    <a:pt x="8146" y="29341"/>
                    <a:pt x="8492" y="29893"/>
                    <a:pt x="8768" y="30515"/>
                  </a:cubicBezTo>
                  <a:cubicBezTo>
                    <a:pt x="8975" y="30998"/>
                    <a:pt x="9251" y="31481"/>
                    <a:pt x="9458" y="31964"/>
                  </a:cubicBezTo>
                  <a:cubicBezTo>
                    <a:pt x="9941" y="33000"/>
                    <a:pt x="10494" y="34104"/>
                    <a:pt x="10977" y="35209"/>
                  </a:cubicBezTo>
                  <a:cubicBezTo>
                    <a:pt x="10977" y="35278"/>
                    <a:pt x="11046" y="35416"/>
                    <a:pt x="11115" y="35485"/>
                  </a:cubicBezTo>
                  <a:cubicBezTo>
                    <a:pt x="11529" y="36521"/>
                    <a:pt x="12012" y="37556"/>
                    <a:pt x="12427" y="38592"/>
                  </a:cubicBezTo>
                  <a:cubicBezTo>
                    <a:pt x="12565" y="38868"/>
                    <a:pt x="12634" y="39144"/>
                    <a:pt x="12772" y="39351"/>
                  </a:cubicBezTo>
                  <a:cubicBezTo>
                    <a:pt x="13186" y="40456"/>
                    <a:pt x="13669" y="41561"/>
                    <a:pt x="14084" y="42734"/>
                  </a:cubicBezTo>
                  <a:cubicBezTo>
                    <a:pt x="14084" y="42803"/>
                    <a:pt x="14084" y="42941"/>
                    <a:pt x="14153" y="43010"/>
                  </a:cubicBezTo>
                  <a:cubicBezTo>
                    <a:pt x="14567" y="44184"/>
                    <a:pt x="14981" y="45288"/>
                    <a:pt x="15326" y="46462"/>
                  </a:cubicBezTo>
                  <a:cubicBezTo>
                    <a:pt x="15326" y="46600"/>
                    <a:pt x="15395" y="46669"/>
                    <a:pt x="15395" y="46807"/>
                  </a:cubicBezTo>
                  <a:cubicBezTo>
                    <a:pt x="15741" y="48050"/>
                    <a:pt x="16086" y="49224"/>
                    <a:pt x="16431" y="50466"/>
                  </a:cubicBezTo>
                  <a:cubicBezTo>
                    <a:pt x="16431" y="50466"/>
                    <a:pt x="16431" y="50604"/>
                    <a:pt x="16431" y="50673"/>
                  </a:cubicBezTo>
                  <a:cubicBezTo>
                    <a:pt x="16776" y="51916"/>
                    <a:pt x="16983" y="53159"/>
                    <a:pt x="17259" y="54401"/>
                  </a:cubicBezTo>
                  <a:cubicBezTo>
                    <a:pt x="17259" y="54470"/>
                    <a:pt x="17259" y="54539"/>
                    <a:pt x="17259" y="54609"/>
                  </a:cubicBezTo>
                  <a:cubicBezTo>
                    <a:pt x="17466" y="55851"/>
                    <a:pt x="17674" y="57025"/>
                    <a:pt x="17743" y="58198"/>
                  </a:cubicBezTo>
                  <a:cubicBezTo>
                    <a:pt x="17743" y="58198"/>
                    <a:pt x="17743" y="58198"/>
                    <a:pt x="17743" y="58268"/>
                  </a:cubicBezTo>
                  <a:cubicBezTo>
                    <a:pt x="17881" y="59510"/>
                    <a:pt x="17950" y="60684"/>
                    <a:pt x="17950" y="61857"/>
                  </a:cubicBezTo>
                  <a:cubicBezTo>
                    <a:pt x="17950" y="63100"/>
                    <a:pt x="17812" y="64205"/>
                    <a:pt x="17605" y="65240"/>
                  </a:cubicBezTo>
                  <a:cubicBezTo>
                    <a:pt x="17605" y="65240"/>
                    <a:pt x="17605" y="65240"/>
                    <a:pt x="17605" y="65309"/>
                  </a:cubicBezTo>
                  <a:cubicBezTo>
                    <a:pt x="17397" y="66345"/>
                    <a:pt x="17121" y="67242"/>
                    <a:pt x="16707" y="68002"/>
                  </a:cubicBezTo>
                  <a:cubicBezTo>
                    <a:pt x="16707" y="68002"/>
                    <a:pt x="16707" y="68002"/>
                    <a:pt x="16707" y="68002"/>
                  </a:cubicBezTo>
                  <a:cubicBezTo>
                    <a:pt x="16500" y="68485"/>
                    <a:pt x="16155" y="68830"/>
                    <a:pt x="15879" y="69244"/>
                  </a:cubicBezTo>
                  <a:cubicBezTo>
                    <a:pt x="15188" y="70211"/>
                    <a:pt x="14429" y="71039"/>
                    <a:pt x="13462" y="71592"/>
                  </a:cubicBezTo>
                  <a:lnTo>
                    <a:pt x="38661" y="56956"/>
                  </a:lnTo>
                  <a:cubicBezTo>
                    <a:pt x="39627" y="56404"/>
                    <a:pt x="40387" y="55575"/>
                    <a:pt x="41077" y="54609"/>
                  </a:cubicBezTo>
                  <a:cubicBezTo>
                    <a:pt x="41146" y="54470"/>
                    <a:pt x="41284" y="54470"/>
                    <a:pt x="41422" y="54332"/>
                  </a:cubicBezTo>
                  <a:cubicBezTo>
                    <a:pt x="41630" y="54056"/>
                    <a:pt x="41768" y="53711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1975" y="53366"/>
                    <a:pt x="41975" y="53366"/>
                    <a:pt x="41975" y="53366"/>
                  </a:cubicBezTo>
                  <a:cubicBezTo>
                    <a:pt x="42113" y="53090"/>
                    <a:pt x="42251" y="52814"/>
                    <a:pt x="42320" y="52537"/>
                  </a:cubicBezTo>
                  <a:cubicBezTo>
                    <a:pt x="42389" y="52261"/>
                    <a:pt x="42527" y="51985"/>
                    <a:pt x="42596" y="51709"/>
                  </a:cubicBezTo>
                  <a:cubicBezTo>
                    <a:pt x="42665" y="51502"/>
                    <a:pt x="42734" y="51226"/>
                    <a:pt x="42803" y="50950"/>
                  </a:cubicBezTo>
                  <a:cubicBezTo>
                    <a:pt x="42803" y="50881"/>
                    <a:pt x="42803" y="50742"/>
                    <a:pt x="42803" y="50673"/>
                  </a:cubicBezTo>
                  <a:cubicBezTo>
                    <a:pt x="42803" y="50673"/>
                    <a:pt x="42803" y="50673"/>
                    <a:pt x="42803" y="50604"/>
                  </a:cubicBezTo>
                  <a:cubicBezTo>
                    <a:pt x="42803" y="50466"/>
                    <a:pt x="42803" y="50328"/>
                    <a:pt x="42872" y="50190"/>
                  </a:cubicBezTo>
                  <a:cubicBezTo>
                    <a:pt x="42872" y="49983"/>
                    <a:pt x="42941" y="49707"/>
                    <a:pt x="43010" y="49500"/>
                  </a:cubicBezTo>
                  <a:cubicBezTo>
                    <a:pt x="43010" y="49224"/>
                    <a:pt x="43010" y="49016"/>
                    <a:pt x="43079" y="48740"/>
                  </a:cubicBezTo>
                  <a:cubicBezTo>
                    <a:pt x="43079" y="48533"/>
                    <a:pt x="43079" y="48257"/>
                    <a:pt x="43079" y="47981"/>
                  </a:cubicBezTo>
                  <a:cubicBezTo>
                    <a:pt x="43079" y="47705"/>
                    <a:pt x="43079" y="47498"/>
                    <a:pt x="43079" y="47222"/>
                  </a:cubicBezTo>
                  <a:lnTo>
                    <a:pt x="43079" y="47222"/>
                  </a:lnTo>
                  <a:cubicBezTo>
                    <a:pt x="43079" y="46807"/>
                    <a:pt x="43079" y="46462"/>
                    <a:pt x="43079" y="461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83"/>
            <p:cNvSpPr/>
            <p:nvPr/>
          </p:nvSpPr>
          <p:spPr>
            <a:xfrm>
              <a:off x="6344757" y="439184"/>
              <a:ext cx="23785" cy="38298"/>
            </a:xfrm>
            <a:custGeom>
              <a:rect b="b" l="l" r="r" t="t"/>
              <a:pathLst>
                <a:path extrusionOk="0" h="58248" w="36175">
                  <a:moveTo>
                    <a:pt x="18157" y="0"/>
                  </a:moveTo>
                  <a:cubicBezTo>
                    <a:pt x="19055" y="1450"/>
                    <a:pt x="36176" y="28305"/>
                    <a:pt x="36176" y="47222"/>
                  </a:cubicBezTo>
                  <a:cubicBezTo>
                    <a:pt x="36176" y="58820"/>
                    <a:pt x="26718" y="60615"/>
                    <a:pt x="18019" y="55644"/>
                  </a:cubicBezTo>
                  <a:cubicBezTo>
                    <a:pt x="9320" y="50674"/>
                    <a:pt x="-69" y="37971"/>
                    <a:pt x="0" y="26303"/>
                  </a:cubicBezTo>
                  <a:cubicBezTo>
                    <a:pt x="0" y="7387"/>
                    <a:pt x="17329" y="345"/>
                    <a:pt x="18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0" name="Google Shape;2140;p83"/>
          <p:cNvGrpSpPr/>
          <p:nvPr/>
        </p:nvGrpSpPr>
        <p:grpSpPr>
          <a:xfrm>
            <a:off x="1746813" y="3732931"/>
            <a:ext cx="790081" cy="675767"/>
            <a:chOff x="6107743" y="29317"/>
            <a:chExt cx="514543" cy="440067"/>
          </a:xfrm>
        </p:grpSpPr>
        <p:sp>
          <p:nvSpPr>
            <p:cNvPr id="2141" name="Google Shape;2141;p83"/>
            <p:cNvSpPr/>
            <p:nvPr/>
          </p:nvSpPr>
          <p:spPr>
            <a:xfrm>
              <a:off x="6126660" y="108938"/>
              <a:ext cx="127688" cy="59690"/>
            </a:xfrm>
            <a:custGeom>
              <a:rect b="b" l="l" r="r" t="t"/>
              <a:pathLst>
                <a:path extrusionOk="0" h="90784" w="194202">
                  <a:moveTo>
                    <a:pt x="74837" y="81050"/>
                  </a:moveTo>
                  <a:cubicBezTo>
                    <a:pt x="74837" y="81050"/>
                    <a:pt x="75182" y="81326"/>
                    <a:pt x="75320" y="81464"/>
                  </a:cubicBezTo>
                  <a:cubicBezTo>
                    <a:pt x="76908" y="82638"/>
                    <a:pt x="78495" y="83949"/>
                    <a:pt x="80152" y="85192"/>
                  </a:cubicBezTo>
                  <a:cubicBezTo>
                    <a:pt x="80636" y="85537"/>
                    <a:pt x="81050" y="85952"/>
                    <a:pt x="81533" y="86297"/>
                  </a:cubicBezTo>
                  <a:cubicBezTo>
                    <a:pt x="83259" y="87746"/>
                    <a:pt x="85054" y="89265"/>
                    <a:pt x="86780" y="90784"/>
                  </a:cubicBezTo>
                  <a:lnTo>
                    <a:pt x="194202" y="28374"/>
                  </a:lnTo>
                  <a:cubicBezTo>
                    <a:pt x="192890" y="27132"/>
                    <a:pt x="191510" y="25958"/>
                    <a:pt x="190129" y="24853"/>
                  </a:cubicBezTo>
                  <a:cubicBezTo>
                    <a:pt x="189715" y="24508"/>
                    <a:pt x="189370" y="24232"/>
                    <a:pt x="188955" y="23887"/>
                  </a:cubicBezTo>
                  <a:cubicBezTo>
                    <a:pt x="188472" y="23473"/>
                    <a:pt x="188058" y="23128"/>
                    <a:pt x="187575" y="22713"/>
                  </a:cubicBezTo>
                  <a:cubicBezTo>
                    <a:pt x="187091" y="22299"/>
                    <a:pt x="186539" y="21885"/>
                    <a:pt x="186056" y="21471"/>
                  </a:cubicBezTo>
                  <a:cubicBezTo>
                    <a:pt x="184951" y="20642"/>
                    <a:pt x="183847" y="19814"/>
                    <a:pt x="182742" y="18985"/>
                  </a:cubicBezTo>
                  <a:cubicBezTo>
                    <a:pt x="182604" y="18847"/>
                    <a:pt x="182397" y="18709"/>
                    <a:pt x="182259" y="18571"/>
                  </a:cubicBezTo>
                  <a:cubicBezTo>
                    <a:pt x="182259" y="18571"/>
                    <a:pt x="182121" y="18502"/>
                    <a:pt x="182121" y="18433"/>
                  </a:cubicBezTo>
                  <a:cubicBezTo>
                    <a:pt x="180878" y="17535"/>
                    <a:pt x="179566" y="16638"/>
                    <a:pt x="178324" y="15741"/>
                  </a:cubicBezTo>
                  <a:cubicBezTo>
                    <a:pt x="177909" y="15464"/>
                    <a:pt x="177426" y="15119"/>
                    <a:pt x="177012" y="14843"/>
                  </a:cubicBezTo>
                  <a:cubicBezTo>
                    <a:pt x="176667" y="14567"/>
                    <a:pt x="176252" y="14360"/>
                    <a:pt x="175907" y="14084"/>
                  </a:cubicBezTo>
                  <a:cubicBezTo>
                    <a:pt x="175493" y="13807"/>
                    <a:pt x="175148" y="13531"/>
                    <a:pt x="174734" y="13324"/>
                  </a:cubicBezTo>
                  <a:cubicBezTo>
                    <a:pt x="173560" y="12565"/>
                    <a:pt x="172386" y="11874"/>
                    <a:pt x="171213" y="11184"/>
                  </a:cubicBezTo>
                  <a:cubicBezTo>
                    <a:pt x="170937" y="11046"/>
                    <a:pt x="170660" y="10908"/>
                    <a:pt x="170453" y="10701"/>
                  </a:cubicBezTo>
                  <a:cubicBezTo>
                    <a:pt x="169625" y="10218"/>
                    <a:pt x="168727" y="9734"/>
                    <a:pt x="167899" y="9251"/>
                  </a:cubicBezTo>
                  <a:cubicBezTo>
                    <a:pt x="166794" y="8630"/>
                    <a:pt x="165690" y="8077"/>
                    <a:pt x="164654" y="7594"/>
                  </a:cubicBezTo>
                  <a:cubicBezTo>
                    <a:pt x="163826" y="7180"/>
                    <a:pt x="163066" y="6835"/>
                    <a:pt x="162238" y="6490"/>
                  </a:cubicBezTo>
                  <a:cubicBezTo>
                    <a:pt x="162100" y="6490"/>
                    <a:pt x="161962" y="6351"/>
                    <a:pt x="161893" y="6282"/>
                  </a:cubicBezTo>
                  <a:cubicBezTo>
                    <a:pt x="161755" y="6282"/>
                    <a:pt x="161616" y="6144"/>
                    <a:pt x="161478" y="6075"/>
                  </a:cubicBezTo>
                  <a:cubicBezTo>
                    <a:pt x="160443" y="5592"/>
                    <a:pt x="159407" y="5178"/>
                    <a:pt x="158372" y="4764"/>
                  </a:cubicBezTo>
                  <a:cubicBezTo>
                    <a:pt x="157336" y="4349"/>
                    <a:pt x="156370" y="4004"/>
                    <a:pt x="155334" y="3590"/>
                  </a:cubicBezTo>
                  <a:cubicBezTo>
                    <a:pt x="154851" y="3452"/>
                    <a:pt x="154437" y="3314"/>
                    <a:pt x="153953" y="3107"/>
                  </a:cubicBezTo>
                  <a:cubicBezTo>
                    <a:pt x="153746" y="3107"/>
                    <a:pt x="153608" y="2969"/>
                    <a:pt x="153401" y="2900"/>
                  </a:cubicBezTo>
                  <a:cubicBezTo>
                    <a:pt x="153056" y="2761"/>
                    <a:pt x="152711" y="2623"/>
                    <a:pt x="152296" y="2554"/>
                  </a:cubicBezTo>
                  <a:cubicBezTo>
                    <a:pt x="151261" y="2278"/>
                    <a:pt x="150294" y="2002"/>
                    <a:pt x="149328" y="1726"/>
                  </a:cubicBezTo>
                  <a:cubicBezTo>
                    <a:pt x="148292" y="1450"/>
                    <a:pt x="147326" y="1243"/>
                    <a:pt x="146359" y="1036"/>
                  </a:cubicBezTo>
                  <a:cubicBezTo>
                    <a:pt x="146152" y="1036"/>
                    <a:pt x="145945" y="1036"/>
                    <a:pt x="145738" y="898"/>
                  </a:cubicBezTo>
                  <a:cubicBezTo>
                    <a:pt x="145600" y="898"/>
                    <a:pt x="145462" y="898"/>
                    <a:pt x="145255" y="828"/>
                  </a:cubicBezTo>
                  <a:cubicBezTo>
                    <a:pt x="144633" y="690"/>
                    <a:pt x="143943" y="621"/>
                    <a:pt x="143322" y="483"/>
                  </a:cubicBezTo>
                  <a:cubicBezTo>
                    <a:pt x="142286" y="345"/>
                    <a:pt x="141250" y="207"/>
                    <a:pt x="140215" y="138"/>
                  </a:cubicBezTo>
                  <a:cubicBezTo>
                    <a:pt x="139317" y="138"/>
                    <a:pt x="138489" y="69"/>
                    <a:pt x="137661" y="0"/>
                  </a:cubicBezTo>
                  <a:cubicBezTo>
                    <a:pt x="137246" y="0"/>
                    <a:pt x="136763" y="0"/>
                    <a:pt x="136349" y="0"/>
                  </a:cubicBezTo>
                  <a:cubicBezTo>
                    <a:pt x="134140" y="0"/>
                    <a:pt x="132068" y="69"/>
                    <a:pt x="129997" y="276"/>
                  </a:cubicBezTo>
                  <a:cubicBezTo>
                    <a:pt x="129790" y="276"/>
                    <a:pt x="129583" y="276"/>
                    <a:pt x="129376" y="345"/>
                  </a:cubicBezTo>
                  <a:cubicBezTo>
                    <a:pt x="128617" y="414"/>
                    <a:pt x="127926" y="552"/>
                    <a:pt x="127167" y="690"/>
                  </a:cubicBezTo>
                  <a:cubicBezTo>
                    <a:pt x="125855" y="898"/>
                    <a:pt x="124543" y="967"/>
                    <a:pt x="123301" y="1243"/>
                  </a:cubicBezTo>
                  <a:cubicBezTo>
                    <a:pt x="122887" y="1312"/>
                    <a:pt x="122541" y="1450"/>
                    <a:pt x="122127" y="1588"/>
                  </a:cubicBezTo>
                  <a:cubicBezTo>
                    <a:pt x="120746" y="1864"/>
                    <a:pt x="119504" y="2278"/>
                    <a:pt x="118261" y="2623"/>
                  </a:cubicBezTo>
                  <a:cubicBezTo>
                    <a:pt x="117433" y="2900"/>
                    <a:pt x="116535" y="3038"/>
                    <a:pt x="115776" y="3314"/>
                  </a:cubicBezTo>
                  <a:cubicBezTo>
                    <a:pt x="115500" y="3383"/>
                    <a:pt x="115292" y="3590"/>
                    <a:pt x="114947" y="3659"/>
                  </a:cubicBezTo>
                  <a:cubicBezTo>
                    <a:pt x="112255" y="4625"/>
                    <a:pt x="109769" y="5799"/>
                    <a:pt x="107422" y="7111"/>
                  </a:cubicBezTo>
                  <a:lnTo>
                    <a:pt x="0" y="69521"/>
                  </a:lnTo>
                  <a:cubicBezTo>
                    <a:pt x="2347" y="68140"/>
                    <a:pt x="4902" y="67035"/>
                    <a:pt x="7525" y="66069"/>
                  </a:cubicBezTo>
                  <a:cubicBezTo>
                    <a:pt x="8561" y="65655"/>
                    <a:pt x="9734" y="65378"/>
                    <a:pt x="10839" y="65033"/>
                  </a:cubicBezTo>
                  <a:cubicBezTo>
                    <a:pt x="12082" y="64619"/>
                    <a:pt x="13393" y="64274"/>
                    <a:pt x="14774" y="63998"/>
                  </a:cubicBezTo>
                  <a:cubicBezTo>
                    <a:pt x="16362" y="63652"/>
                    <a:pt x="18088" y="63376"/>
                    <a:pt x="19814" y="63100"/>
                  </a:cubicBezTo>
                  <a:cubicBezTo>
                    <a:pt x="20573" y="63031"/>
                    <a:pt x="21264" y="62893"/>
                    <a:pt x="22023" y="62755"/>
                  </a:cubicBezTo>
                  <a:cubicBezTo>
                    <a:pt x="24646" y="62479"/>
                    <a:pt x="27408" y="62341"/>
                    <a:pt x="30307" y="62410"/>
                  </a:cubicBezTo>
                  <a:cubicBezTo>
                    <a:pt x="32793" y="62410"/>
                    <a:pt x="35347" y="62686"/>
                    <a:pt x="37902" y="63169"/>
                  </a:cubicBezTo>
                  <a:cubicBezTo>
                    <a:pt x="38040" y="63169"/>
                    <a:pt x="38178" y="63169"/>
                    <a:pt x="38385" y="63238"/>
                  </a:cubicBezTo>
                  <a:cubicBezTo>
                    <a:pt x="40939" y="63721"/>
                    <a:pt x="43494" y="64343"/>
                    <a:pt x="46117" y="65171"/>
                  </a:cubicBezTo>
                  <a:cubicBezTo>
                    <a:pt x="46324" y="65171"/>
                    <a:pt x="46462" y="65309"/>
                    <a:pt x="46669" y="65378"/>
                  </a:cubicBezTo>
                  <a:cubicBezTo>
                    <a:pt x="49293" y="66276"/>
                    <a:pt x="51916" y="67242"/>
                    <a:pt x="54609" y="68485"/>
                  </a:cubicBezTo>
                  <a:cubicBezTo>
                    <a:pt x="54747" y="68485"/>
                    <a:pt x="54885" y="68623"/>
                    <a:pt x="54954" y="68692"/>
                  </a:cubicBezTo>
                  <a:cubicBezTo>
                    <a:pt x="57715" y="69935"/>
                    <a:pt x="60408" y="71385"/>
                    <a:pt x="63169" y="72972"/>
                  </a:cubicBezTo>
                  <a:cubicBezTo>
                    <a:pt x="64964" y="74008"/>
                    <a:pt x="66828" y="75182"/>
                    <a:pt x="68623" y="76355"/>
                  </a:cubicBezTo>
                  <a:cubicBezTo>
                    <a:pt x="68968" y="76562"/>
                    <a:pt x="69383" y="76839"/>
                    <a:pt x="69728" y="77115"/>
                  </a:cubicBezTo>
                  <a:cubicBezTo>
                    <a:pt x="71523" y="78288"/>
                    <a:pt x="73249" y="79531"/>
                    <a:pt x="75044" y="80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83"/>
            <p:cNvSpPr/>
            <p:nvPr/>
          </p:nvSpPr>
          <p:spPr>
            <a:xfrm>
              <a:off x="6190747" y="111391"/>
              <a:ext cx="99408" cy="55741"/>
            </a:xfrm>
            <a:custGeom>
              <a:rect b="b" l="l" r="r" t="t"/>
              <a:pathLst>
                <a:path extrusionOk="0" h="84777" w="151191">
                  <a:moveTo>
                    <a:pt x="34312" y="74560"/>
                  </a:moveTo>
                  <a:cubicBezTo>
                    <a:pt x="34312" y="74560"/>
                    <a:pt x="34312" y="74560"/>
                    <a:pt x="34312" y="74560"/>
                  </a:cubicBezTo>
                  <a:cubicBezTo>
                    <a:pt x="35968" y="76079"/>
                    <a:pt x="37625" y="77667"/>
                    <a:pt x="39213" y="79393"/>
                  </a:cubicBezTo>
                  <a:cubicBezTo>
                    <a:pt x="39213" y="79393"/>
                    <a:pt x="39213" y="79393"/>
                    <a:pt x="39213" y="79393"/>
                  </a:cubicBezTo>
                  <a:cubicBezTo>
                    <a:pt x="40801" y="81119"/>
                    <a:pt x="42320" y="82914"/>
                    <a:pt x="43770" y="84778"/>
                  </a:cubicBezTo>
                  <a:lnTo>
                    <a:pt x="151192" y="22368"/>
                  </a:lnTo>
                  <a:cubicBezTo>
                    <a:pt x="151192" y="22368"/>
                    <a:pt x="150916" y="22023"/>
                    <a:pt x="150778" y="21816"/>
                  </a:cubicBezTo>
                  <a:cubicBezTo>
                    <a:pt x="150363" y="21264"/>
                    <a:pt x="149880" y="20711"/>
                    <a:pt x="149397" y="20159"/>
                  </a:cubicBezTo>
                  <a:cubicBezTo>
                    <a:pt x="148914" y="19607"/>
                    <a:pt x="148499" y="19054"/>
                    <a:pt x="148016" y="18571"/>
                  </a:cubicBezTo>
                  <a:cubicBezTo>
                    <a:pt x="147533" y="18019"/>
                    <a:pt x="147119" y="17536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635" y="16983"/>
                    <a:pt x="146635" y="16983"/>
                    <a:pt x="146635" y="16983"/>
                  </a:cubicBezTo>
                  <a:cubicBezTo>
                    <a:pt x="146152" y="16431"/>
                    <a:pt x="145600" y="15879"/>
                    <a:pt x="145117" y="15395"/>
                  </a:cubicBezTo>
                  <a:cubicBezTo>
                    <a:pt x="144564" y="14843"/>
                    <a:pt x="144012" y="14291"/>
                    <a:pt x="143460" y="13807"/>
                  </a:cubicBezTo>
                  <a:cubicBezTo>
                    <a:pt x="142907" y="13255"/>
                    <a:pt x="142355" y="12772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734" y="12220"/>
                    <a:pt x="141734" y="12220"/>
                    <a:pt x="141734" y="12220"/>
                  </a:cubicBezTo>
                  <a:cubicBezTo>
                    <a:pt x="141181" y="11736"/>
                    <a:pt x="140629" y="11253"/>
                    <a:pt x="140077" y="10770"/>
                  </a:cubicBezTo>
                  <a:cubicBezTo>
                    <a:pt x="139525" y="10287"/>
                    <a:pt x="138903" y="9803"/>
                    <a:pt x="138351" y="9320"/>
                  </a:cubicBezTo>
                  <a:cubicBezTo>
                    <a:pt x="137799" y="8906"/>
                    <a:pt x="137246" y="8423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625" y="8008"/>
                    <a:pt x="136625" y="8008"/>
                    <a:pt x="136625" y="8008"/>
                  </a:cubicBezTo>
                  <a:cubicBezTo>
                    <a:pt x="136073" y="7594"/>
                    <a:pt x="135520" y="7180"/>
                    <a:pt x="134968" y="6835"/>
                  </a:cubicBezTo>
                  <a:cubicBezTo>
                    <a:pt x="134416" y="6490"/>
                    <a:pt x="133863" y="6075"/>
                    <a:pt x="133380" y="5730"/>
                  </a:cubicBezTo>
                  <a:cubicBezTo>
                    <a:pt x="132828" y="5385"/>
                    <a:pt x="132345" y="5109"/>
                    <a:pt x="131792" y="4764"/>
                  </a:cubicBezTo>
                  <a:cubicBezTo>
                    <a:pt x="131654" y="4695"/>
                    <a:pt x="131585" y="4625"/>
                    <a:pt x="131447" y="4556"/>
                  </a:cubicBezTo>
                  <a:cubicBezTo>
                    <a:pt x="131033" y="4349"/>
                    <a:pt x="130688" y="4142"/>
                    <a:pt x="130274" y="3935"/>
                  </a:cubicBezTo>
                  <a:cubicBezTo>
                    <a:pt x="129790" y="3659"/>
                    <a:pt x="129307" y="3383"/>
                    <a:pt x="128755" y="3176"/>
                  </a:cubicBezTo>
                  <a:cubicBezTo>
                    <a:pt x="128271" y="2969"/>
                    <a:pt x="127788" y="2692"/>
                    <a:pt x="127305" y="2485"/>
                  </a:cubicBezTo>
                  <a:cubicBezTo>
                    <a:pt x="127305" y="2485"/>
                    <a:pt x="127236" y="2485"/>
                    <a:pt x="127167" y="2485"/>
                  </a:cubicBezTo>
                  <a:cubicBezTo>
                    <a:pt x="127167" y="2485"/>
                    <a:pt x="127167" y="2485"/>
                    <a:pt x="127098" y="2485"/>
                  </a:cubicBezTo>
                  <a:cubicBezTo>
                    <a:pt x="126684" y="2278"/>
                    <a:pt x="126269" y="2140"/>
                    <a:pt x="125855" y="2002"/>
                  </a:cubicBezTo>
                  <a:cubicBezTo>
                    <a:pt x="125372" y="1795"/>
                    <a:pt x="124958" y="1657"/>
                    <a:pt x="124474" y="1450"/>
                  </a:cubicBezTo>
                  <a:cubicBezTo>
                    <a:pt x="123991" y="1312"/>
                    <a:pt x="123577" y="1105"/>
                    <a:pt x="123094" y="967"/>
                  </a:cubicBezTo>
                  <a:cubicBezTo>
                    <a:pt x="123094" y="967"/>
                    <a:pt x="123094" y="967"/>
                    <a:pt x="123025" y="967"/>
                  </a:cubicBezTo>
                  <a:cubicBezTo>
                    <a:pt x="123025" y="967"/>
                    <a:pt x="123025" y="967"/>
                    <a:pt x="122956" y="967"/>
                  </a:cubicBezTo>
                  <a:cubicBezTo>
                    <a:pt x="122541" y="829"/>
                    <a:pt x="122196" y="759"/>
                    <a:pt x="121782" y="621"/>
                  </a:cubicBezTo>
                  <a:cubicBezTo>
                    <a:pt x="121299" y="483"/>
                    <a:pt x="120884" y="414"/>
                    <a:pt x="120401" y="345"/>
                  </a:cubicBezTo>
                  <a:cubicBezTo>
                    <a:pt x="119918" y="276"/>
                    <a:pt x="119504" y="207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9020" y="138"/>
                    <a:pt x="119020" y="138"/>
                    <a:pt x="119020" y="138"/>
                  </a:cubicBezTo>
                  <a:cubicBezTo>
                    <a:pt x="118606" y="138"/>
                    <a:pt x="118192" y="69"/>
                    <a:pt x="117709" y="0"/>
                  </a:cubicBezTo>
                  <a:cubicBezTo>
                    <a:pt x="117225" y="0"/>
                    <a:pt x="116742" y="0"/>
                    <a:pt x="116259" y="0"/>
                  </a:cubicBezTo>
                  <a:cubicBezTo>
                    <a:pt x="115914" y="0"/>
                    <a:pt x="115569" y="0"/>
                    <a:pt x="115223" y="0"/>
                  </a:cubicBezTo>
                  <a:cubicBezTo>
                    <a:pt x="115016" y="0"/>
                    <a:pt x="114878" y="0"/>
                    <a:pt x="114671" y="0"/>
                  </a:cubicBezTo>
                  <a:cubicBezTo>
                    <a:pt x="113981" y="0"/>
                    <a:pt x="113359" y="138"/>
                    <a:pt x="112669" y="276"/>
                  </a:cubicBezTo>
                  <a:cubicBezTo>
                    <a:pt x="112255" y="345"/>
                    <a:pt x="111910" y="483"/>
                    <a:pt x="111495" y="621"/>
                  </a:cubicBezTo>
                  <a:cubicBezTo>
                    <a:pt x="111288" y="621"/>
                    <a:pt x="111081" y="759"/>
                    <a:pt x="110874" y="829"/>
                  </a:cubicBezTo>
                  <a:cubicBezTo>
                    <a:pt x="110667" y="829"/>
                    <a:pt x="110529" y="898"/>
                    <a:pt x="110322" y="967"/>
                  </a:cubicBezTo>
                  <a:cubicBezTo>
                    <a:pt x="109286" y="1312"/>
                    <a:pt x="108389" y="1795"/>
                    <a:pt x="107422" y="2278"/>
                  </a:cubicBezTo>
                  <a:lnTo>
                    <a:pt x="0" y="64688"/>
                  </a:lnTo>
                  <a:cubicBezTo>
                    <a:pt x="1036" y="64067"/>
                    <a:pt x="2209" y="63583"/>
                    <a:pt x="3452" y="63238"/>
                  </a:cubicBezTo>
                  <a:cubicBezTo>
                    <a:pt x="3659" y="63238"/>
                    <a:pt x="3866" y="63100"/>
                    <a:pt x="4073" y="63031"/>
                  </a:cubicBezTo>
                  <a:cubicBezTo>
                    <a:pt x="5247" y="62686"/>
                    <a:pt x="6490" y="62479"/>
                    <a:pt x="7801" y="62410"/>
                  </a:cubicBezTo>
                  <a:cubicBezTo>
                    <a:pt x="9044" y="62341"/>
                    <a:pt x="10287" y="62410"/>
                    <a:pt x="11598" y="62548"/>
                  </a:cubicBezTo>
                  <a:cubicBezTo>
                    <a:pt x="11598" y="62548"/>
                    <a:pt x="11598" y="62548"/>
                    <a:pt x="11598" y="62548"/>
                  </a:cubicBezTo>
                  <a:cubicBezTo>
                    <a:pt x="12910" y="62686"/>
                    <a:pt x="14222" y="63031"/>
                    <a:pt x="15533" y="63376"/>
                  </a:cubicBezTo>
                  <a:cubicBezTo>
                    <a:pt x="15533" y="63376"/>
                    <a:pt x="15533" y="63376"/>
                    <a:pt x="15602" y="63376"/>
                  </a:cubicBezTo>
                  <a:cubicBezTo>
                    <a:pt x="16914" y="63791"/>
                    <a:pt x="18295" y="64274"/>
                    <a:pt x="19676" y="64895"/>
                  </a:cubicBezTo>
                  <a:cubicBezTo>
                    <a:pt x="19676" y="64895"/>
                    <a:pt x="19676" y="64895"/>
                    <a:pt x="19745" y="64895"/>
                  </a:cubicBezTo>
                  <a:cubicBezTo>
                    <a:pt x="21125" y="65516"/>
                    <a:pt x="22575" y="66207"/>
                    <a:pt x="23956" y="67035"/>
                  </a:cubicBezTo>
                  <a:cubicBezTo>
                    <a:pt x="25682" y="68071"/>
                    <a:pt x="27477" y="69175"/>
                    <a:pt x="29203" y="70487"/>
                  </a:cubicBezTo>
                  <a:cubicBezTo>
                    <a:pt x="29203" y="70487"/>
                    <a:pt x="29203" y="70487"/>
                    <a:pt x="29203" y="70487"/>
                  </a:cubicBezTo>
                  <a:cubicBezTo>
                    <a:pt x="30929" y="71730"/>
                    <a:pt x="32655" y="73180"/>
                    <a:pt x="34312" y="74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83"/>
            <p:cNvSpPr/>
            <p:nvPr/>
          </p:nvSpPr>
          <p:spPr>
            <a:xfrm>
              <a:off x="6435468" y="238157"/>
              <a:ext cx="120788" cy="115523"/>
            </a:xfrm>
            <a:custGeom>
              <a:rect b="b" l="l" r="r" t="t"/>
              <a:pathLst>
                <a:path extrusionOk="0" h="175700" w="183708">
                  <a:moveTo>
                    <a:pt x="183708" y="107146"/>
                  </a:moveTo>
                  <a:cubicBezTo>
                    <a:pt x="183708" y="106594"/>
                    <a:pt x="183708" y="106041"/>
                    <a:pt x="183639" y="105558"/>
                  </a:cubicBezTo>
                  <a:cubicBezTo>
                    <a:pt x="183639" y="105558"/>
                    <a:pt x="183639" y="105489"/>
                    <a:pt x="183639" y="105420"/>
                  </a:cubicBezTo>
                  <a:cubicBezTo>
                    <a:pt x="183639" y="105351"/>
                    <a:pt x="183639" y="105282"/>
                    <a:pt x="183639" y="105213"/>
                  </a:cubicBezTo>
                  <a:cubicBezTo>
                    <a:pt x="183639" y="104523"/>
                    <a:pt x="183570" y="103832"/>
                    <a:pt x="183501" y="103142"/>
                  </a:cubicBezTo>
                  <a:cubicBezTo>
                    <a:pt x="183501" y="102451"/>
                    <a:pt x="183363" y="101692"/>
                    <a:pt x="183294" y="101002"/>
                  </a:cubicBezTo>
                  <a:cubicBezTo>
                    <a:pt x="183225" y="100242"/>
                    <a:pt x="183087" y="99483"/>
                    <a:pt x="182949" y="98723"/>
                  </a:cubicBezTo>
                  <a:cubicBezTo>
                    <a:pt x="182880" y="98240"/>
                    <a:pt x="182742" y="97688"/>
                    <a:pt x="182673" y="97205"/>
                  </a:cubicBezTo>
                  <a:cubicBezTo>
                    <a:pt x="182673" y="97136"/>
                    <a:pt x="182673" y="96998"/>
                    <a:pt x="182673" y="96929"/>
                  </a:cubicBezTo>
                  <a:cubicBezTo>
                    <a:pt x="182673" y="96721"/>
                    <a:pt x="182673" y="96583"/>
                    <a:pt x="182604" y="96376"/>
                  </a:cubicBezTo>
                  <a:cubicBezTo>
                    <a:pt x="182466" y="95548"/>
                    <a:pt x="182259" y="94719"/>
                    <a:pt x="182121" y="93891"/>
                  </a:cubicBezTo>
                  <a:cubicBezTo>
                    <a:pt x="181913" y="92993"/>
                    <a:pt x="181706" y="92096"/>
                    <a:pt x="181499" y="91198"/>
                  </a:cubicBezTo>
                  <a:cubicBezTo>
                    <a:pt x="181292" y="90232"/>
                    <a:pt x="181016" y="89334"/>
                    <a:pt x="180740" y="88368"/>
                  </a:cubicBezTo>
                  <a:cubicBezTo>
                    <a:pt x="180740" y="88368"/>
                    <a:pt x="180740" y="88368"/>
                    <a:pt x="180740" y="88299"/>
                  </a:cubicBezTo>
                  <a:cubicBezTo>
                    <a:pt x="180740" y="88230"/>
                    <a:pt x="180740" y="88299"/>
                    <a:pt x="180740" y="88230"/>
                  </a:cubicBezTo>
                  <a:cubicBezTo>
                    <a:pt x="180464" y="87332"/>
                    <a:pt x="180188" y="86366"/>
                    <a:pt x="179911" y="85468"/>
                  </a:cubicBezTo>
                  <a:cubicBezTo>
                    <a:pt x="179635" y="84433"/>
                    <a:pt x="179290" y="83466"/>
                    <a:pt x="178945" y="82431"/>
                  </a:cubicBezTo>
                  <a:cubicBezTo>
                    <a:pt x="178600" y="81395"/>
                    <a:pt x="178255" y="80359"/>
                    <a:pt x="177840" y="79324"/>
                  </a:cubicBezTo>
                  <a:cubicBezTo>
                    <a:pt x="177840" y="79324"/>
                    <a:pt x="177840" y="79324"/>
                    <a:pt x="177840" y="79255"/>
                  </a:cubicBezTo>
                  <a:cubicBezTo>
                    <a:pt x="177840" y="79186"/>
                    <a:pt x="177840" y="79255"/>
                    <a:pt x="177840" y="79186"/>
                  </a:cubicBezTo>
                  <a:cubicBezTo>
                    <a:pt x="177495" y="78219"/>
                    <a:pt x="177081" y="77184"/>
                    <a:pt x="176736" y="76217"/>
                  </a:cubicBezTo>
                  <a:cubicBezTo>
                    <a:pt x="176321" y="75182"/>
                    <a:pt x="175907" y="74077"/>
                    <a:pt x="175424" y="73042"/>
                  </a:cubicBezTo>
                  <a:cubicBezTo>
                    <a:pt x="175010" y="72144"/>
                    <a:pt x="174665" y="71178"/>
                    <a:pt x="174250" y="70280"/>
                  </a:cubicBezTo>
                  <a:cubicBezTo>
                    <a:pt x="174250" y="70211"/>
                    <a:pt x="174181" y="70073"/>
                    <a:pt x="174112" y="70004"/>
                  </a:cubicBezTo>
                  <a:cubicBezTo>
                    <a:pt x="174112" y="69935"/>
                    <a:pt x="174043" y="69797"/>
                    <a:pt x="173974" y="69728"/>
                  </a:cubicBezTo>
                  <a:cubicBezTo>
                    <a:pt x="173491" y="68554"/>
                    <a:pt x="172939" y="67450"/>
                    <a:pt x="172386" y="66276"/>
                  </a:cubicBezTo>
                  <a:cubicBezTo>
                    <a:pt x="171765" y="65033"/>
                    <a:pt x="171144" y="63721"/>
                    <a:pt x="170522" y="62479"/>
                  </a:cubicBezTo>
                  <a:cubicBezTo>
                    <a:pt x="170384" y="62134"/>
                    <a:pt x="170177" y="61788"/>
                    <a:pt x="169970" y="61443"/>
                  </a:cubicBezTo>
                  <a:cubicBezTo>
                    <a:pt x="169832" y="61098"/>
                    <a:pt x="169625" y="60753"/>
                    <a:pt x="169487" y="60477"/>
                  </a:cubicBezTo>
                  <a:cubicBezTo>
                    <a:pt x="169073" y="59648"/>
                    <a:pt x="168658" y="58889"/>
                    <a:pt x="168244" y="58060"/>
                  </a:cubicBezTo>
                  <a:cubicBezTo>
                    <a:pt x="167485" y="56542"/>
                    <a:pt x="166587" y="55092"/>
                    <a:pt x="165759" y="53642"/>
                  </a:cubicBezTo>
                  <a:cubicBezTo>
                    <a:pt x="165414" y="53021"/>
                    <a:pt x="165068" y="52399"/>
                    <a:pt x="164723" y="51847"/>
                  </a:cubicBezTo>
                  <a:cubicBezTo>
                    <a:pt x="164654" y="51709"/>
                    <a:pt x="164516" y="51502"/>
                    <a:pt x="164447" y="51295"/>
                  </a:cubicBezTo>
                  <a:cubicBezTo>
                    <a:pt x="162928" y="48740"/>
                    <a:pt x="161409" y="46186"/>
                    <a:pt x="159822" y="43770"/>
                  </a:cubicBezTo>
                  <a:cubicBezTo>
                    <a:pt x="159269" y="42941"/>
                    <a:pt x="158717" y="42044"/>
                    <a:pt x="158165" y="41215"/>
                  </a:cubicBezTo>
                  <a:cubicBezTo>
                    <a:pt x="157612" y="40456"/>
                    <a:pt x="157060" y="39696"/>
                    <a:pt x="156508" y="38937"/>
                  </a:cubicBezTo>
                  <a:cubicBezTo>
                    <a:pt x="156163" y="38454"/>
                    <a:pt x="155817" y="37971"/>
                    <a:pt x="155472" y="37487"/>
                  </a:cubicBezTo>
                  <a:cubicBezTo>
                    <a:pt x="155334" y="37280"/>
                    <a:pt x="155196" y="37073"/>
                    <a:pt x="155058" y="36866"/>
                  </a:cubicBezTo>
                  <a:cubicBezTo>
                    <a:pt x="154299" y="35830"/>
                    <a:pt x="153470" y="34795"/>
                    <a:pt x="152711" y="33759"/>
                  </a:cubicBezTo>
                  <a:cubicBezTo>
                    <a:pt x="152435" y="33414"/>
                    <a:pt x="152089" y="33069"/>
                    <a:pt x="151813" y="32655"/>
                  </a:cubicBezTo>
                  <a:cubicBezTo>
                    <a:pt x="151606" y="32448"/>
                    <a:pt x="151468" y="32171"/>
                    <a:pt x="151261" y="31964"/>
                  </a:cubicBezTo>
                  <a:cubicBezTo>
                    <a:pt x="150985" y="31619"/>
                    <a:pt x="150778" y="31343"/>
                    <a:pt x="150502" y="30998"/>
                  </a:cubicBezTo>
                  <a:cubicBezTo>
                    <a:pt x="149742" y="30100"/>
                    <a:pt x="149052" y="29272"/>
                    <a:pt x="148292" y="28443"/>
                  </a:cubicBezTo>
                  <a:cubicBezTo>
                    <a:pt x="147947" y="28098"/>
                    <a:pt x="147602" y="27684"/>
                    <a:pt x="147326" y="27339"/>
                  </a:cubicBezTo>
                  <a:cubicBezTo>
                    <a:pt x="147119" y="27132"/>
                    <a:pt x="146981" y="26925"/>
                    <a:pt x="146773" y="26717"/>
                  </a:cubicBezTo>
                  <a:cubicBezTo>
                    <a:pt x="146497" y="26441"/>
                    <a:pt x="146290" y="26165"/>
                    <a:pt x="146014" y="25889"/>
                  </a:cubicBezTo>
                  <a:cubicBezTo>
                    <a:pt x="145186" y="25061"/>
                    <a:pt x="144426" y="24163"/>
                    <a:pt x="143598" y="23335"/>
                  </a:cubicBezTo>
                  <a:cubicBezTo>
                    <a:pt x="143253" y="22989"/>
                    <a:pt x="142976" y="22713"/>
                    <a:pt x="142631" y="22368"/>
                  </a:cubicBezTo>
                  <a:cubicBezTo>
                    <a:pt x="142424" y="22161"/>
                    <a:pt x="142217" y="21954"/>
                    <a:pt x="141941" y="21678"/>
                  </a:cubicBezTo>
                  <a:cubicBezTo>
                    <a:pt x="141665" y="21402"/>
                    <a:pt x="141320" y="21056"/>
                    <a:pt x="141043" y="20780"/>
                  </a:cubicBezTo>
                  <a:cubicBezTo>
                    <a:pt x="140146" y="19952"/>
                    <a:pt x="139317" y="19123"/>
                    <a:pt x="138420" y="18295"/>
                  </a:cubicBezTo>
                  <a:cubicBezTo>
                    <a:pt x="138213" y="18088"/>
                    <a:pt x="137937" y="17881"/>
                    <a:pt x="137730" y="17674"/>
                  </a:cubicBezTo>
                  <a:cubicBezTo>
                    <a:pt x="137522" y="17466"/>
                    <a:pt x="137315" y="17259"/>
                    <a:pt x="137039" y="17121"/>
                  </a:cubicBezTo>
                  <a:cubicBezTo>
                    <a:pt x="136625" y="16707"/>
                    <a:pt x="136142" y="16362"/>
                    <a:pt x="135728" y="15948"/>
                  </a:cubicBezTo>
                  <a:cubicBezTo>
                    <a:pt x="134830" y="15188"/>
                    <a:pt x="133933" y="14498"/>
                    <a:pt x="133035" y="13738"/>
                  </a:cubicBezTo>
                  <a:cubicBezTo>
                    <a:pt x="132897" y="13669"/>
                    <a:pt x="132759" y="13531"/>
                    <a:pt x="132621" y="13462"/>
                  </a:cubicBezTo>
                  <a:cubicBezTo>
                    <a:pt x="132483" y="13324"/>
                    <a:pt x="132276" y="13186"/>
                    <a:pt x="132138" y="13048"/>
                  </a:cubicBezTo>
                  <a:cubicBezTo>
                    <a:pt x="131585" y="12634"/>
                    <a:pt x="130964" y="12151"/>
                    <a:pt x="130412" y="11736"/>
                  </a:cubicBezTo>
                  <a:cubicBezTo>
                    <a:pt x="129583" y="11115"/>
                    <a:pt x="128686" y="10494"/>
                    <a:pt x="127857" y="9941"/>
                  </a:cubicBezTo>
                  <a:cubicBezTo>
                    <a:pt x="127788" y="9941"/>
                    <a:pt x="127650" y="9803"/>
                    <a:pt x="127581" y="9734"/>
                  </a:cubicBezTo>
                  <a:cubicBezTo>
                    <a:pt x="127443" y="9665"/>
                    <a:pt x="127305" y="9596"/>
                    <a:pt x="127236" y="9458"/>
                  </a:cubicBezTo>
                  <a:cubicBezTo>
                    <a:pt x="126615" y="9044"/>
                    <a:pt x="125993" y="8630"/>
                    <a:pt x="125372" y="8215"/>
                  </a:cubicBezTo>
                  <a:cubicBezTo>
                    <a:pt x="124543" y="7732"/>
                    <a:pt x="123784" y="7180"/>
                    <a:pt x="122956" y="6697"/>
                  </a:cubicBezTo>
                  <a:cubicBezTo>
                    <a:pt x="122748" y="6559"/>
                    <a:pt x="122610" y="6490"/>
                    <a:pt x="122403" y="6351"/>
                  </a:cubicBezTo>
                  <a:cubicBezTo>
                    <a:pt x="121782" y="6006"/>
                    <a:pt x="121161" y="5661"/>
                    <a:pt x="120608" y="5316"/>
                  </a:cubicBezTo>
                  <a:cubicBezTo>
                    <a:pt x="119849" y="4902"/>
                    <a:pt x="119089" y="4487"/>
                    <a:pt x="118261" y="4142"/>
                  </a:cubicBezTo>
                  <a:cubicBezTo>
                    <a:pt x="117502" y="3797"/>
                    <a:pt x="116742" y="3383"/>
                    <a:pt x="115983" y="3038"/>
                  </a:cubicBezTo>
                  <a:cubicBezTo>
                    <a:pt x="115638" y="2900"/>
                    <a:pt x="115361" y="2762"/>
                    <a:pt x="115016" y="2623"/>
                  </a:cubicBezTo>
                  <a:cubicBezTo>
                    <a:pt x="114878" y="2623"/>
                    <a:pt x="114809" y="2554"/>
                    <a:pt x="114671" y="2485"/>
                  </a:cubicBezTo>
                  <a:cubicBezTo>
                    <a:pt x="114326" y="2347"/>
                    <a:pt x="114050" y="2209"/>
                    <a:pt x="113705" y="2071"/>
                  </a:cubicBezTo>
                  <a:cubicBezTo>
                    <a:pt x="112945" y="1795"/>
                    <a:pt x="112186" y="1519"/>
                    <a:pt x="111495" y="1243"/>
                  </a:cubicBezTo>
                  <a:cubicBezTo>
                    <a:pt x="110736" y="967"/>
                    <a:pt x="109977" y="759"/>
                    <a:pt x="109286" y="483"/>
                  </a:cubicBezTo>
                  <a:cubicBezTo>
                    <a:pt x="108665" y="276"/>
                    <a:pt x="108044" y="138"/>
                    <a:pt x="107422" y="0"/>
                  </a:cubicBezTo>
                  <a:lnTo>
                    <a:pt x="0" y="62410"/>
                  </a:lnTo>
                  <a:cubicBezTo>
                    <a:pt x="2416" y="63031"/>
                    <a:pt x="4833" y="63860"/>
                    <a:pt x="7249" y="64895"/>
                  </a:cubicBezTo>
                  <a:cubicBezTo>
                    <a:pt x="7387" y="64895"/>
                    <a:pt x="7456" y="64964"/>
                    <a:pt x="7594" y="65033"/>
                  </a:cubicBezTo>
                  <a:cubicBezTo>
                    <a:pt x="10010" y="66069"/>
                    <a:pt x="12496" y="67311"/>
                    <a:pt x="14981" y="68761"/>
                  </a:cubicBezTo>
                  <a:cubicBezTo>
                    <a:pt x="16569" y="69659"/>
                    <a:pt x="18226" y="70694"/>
                    <a:pt x="19814" y="71799"/>
                  </a:cubicBezTo>
                  <a:cubicBezTo>
                    <a:pt x="19952" y="71868"/>
                    <a:pt x="20090" y="71937"/>
                    <a:pt x="20159" y="72075"/>
                  </a:cubicBezTo>
                  <a:cubicBezTo>
                    <a:pt x="21678" y="73111"/>
                    <a:pt x="23197" y="74215"/>
                    <a:pt x="24715" y="75389"/>
                  </a:cubicBezTo>
                  <a:cubicBezTo>
                    <a:pt x="24922" y="75527"/>
                    <a:pt x="25061" y="75665"/>
                    <a:pt x="25268" y="75803"/>
                  </a:cubicBezTo>
                  <a:cubicBezTo>
                    <a:pt x="26717" y="76977"/>
                    <a:pt x="28236" y="78150"/>
                    <a:pt x="29686" y="79462"/>
                  </a:cubicBezTo>
                  <a:cubicBezTo>
                    <a:pt x="29893" y="79669"/>
                    <a:pt x="30169" y="79876"/>
                    <a:pt x="30376" y="80083"/>
                  </a:cubicBezTo>
                  <a:cubicBezTo>
                    <a:pt x="31826" y="81326"/>
                    <a:pt x="33207" y="82638"/>
                    <a:pt x="34588" y="84018"/>
                  </a:cubicBezTo>
                  <a:cubicBezTo>
                    <a:pt x="34795" y="84226"/>
                    <a:pt x="35071" y="84433"/>
                    <a:pt x="35278" y="84709"/>
                  </a:cubicBezTo>
                  <a:cubicBezTo>
                    <a:pt x="36659" y="86090"/>
                    <a:pt x="38040" y="87539"/>
                    <a:pt x="39351" y="88989"/>
                  </a:cubicBezTo>
                  <a:cubicBezTo>
                    <a:pt x="39558" y="89196"/>
                    <a:pt x="39696" y="89403"/>
                    <a:pt x="39904" y="89610"/>
                  </a:cubicBezTo>
                  <a:cubicBezTo>
                    <a:pt x="41215" y="91129"/>
                    <a:pt x="42596" y="92648"/>
                    <a:pt x="43839" y="94236"/>
                  </a:cubicBezTo>
                  <a:cubicBezTo>
                    <a:pt x="44046" y="94443"/>
                    <a:pt x="44184" y="94719"/>
                    <a:pt x="44391" y="94926"/>
                  </a:cubicBezTo>
                  <a:cubicBezTo>
                    <a:pt x="45634" y="96514"/>
                    <a:pt x="46876" y="98102"/>
                    <a:pt x="48050" y="99759"/>
                  </a:cubicBezTo>
                  <a:cubicBezTo>
                    <a:pt x="48395" y="100242"/>
                    <a:pt x="48740" y="100725"/>
                    <a:pt x="49086" y="101209"/>
                  </a:cubicBezTo>
                  <a:cubicBezTo>
                    <a:pt x="50190" y="102797"/>
                    <a:pt x="51364" y="104384"/>
                    <a:pt x="52399" y="106110"/>
                  </a:cubicBezTo>
                  <a:cubicBezTo>
                    <a:pt x="54056" y="108734"/>
                    <a:pt x="55713" y="111426"/>
                    <a:pt x="57301" y="114188"/>
                  </a:cubicBezTo>
                  <a:cubicBezTo>
                    <a:pt x="57646" y="114809"/>
                    <a:pt x="57991" y="115361"/>
                    <a:pt x="58268" y="115983"/>
                  </a:cubicBezTo>
                  <a:cubicBezTo>
                    <a:pt x="59579" y="118261"/>
                    <a:pt x="60822" y="120539"/>
                    <a:pt x="61996" y="122818"/>
                  </a:cubicBezTo>
                  <a:cubicBezTo>
                    <a:pt x="62134" y="123163"/>
                    <a:pt x="62341" y="123439"/>
                    <a:pt x="62479" y="123784"/>
                  </a:cubicBezTo>
                  <a:cubicBezTo>
                    <a:pt x="63929" y="126615"/>
                    <a:pt x="65309" y="129445"/>
                    <a:pt x="66552" y="132345"/>
                  </a:cubicBezTo>
                  <a:cubicBezTo>
                    <a:pt x="66552" y="132414"/>
                    <a:pt x="66621" y="132552"/>
                    <a:pt x="66690" y="132621"/>
                  </a:cubicBezTo>
                  <a:cubicBezTo>
                    <a:pt x="68002" y="135589"/>
                    <a:pt x="69175" y="138558"/>
                    <a:pt x="70280" y="141527"/>
                  </a:cubicBezTo>
                  <a:cubicBezTo>
                    <a:pt x="70280" y="141527"/>
                    <a:pt x="70280" y="141527"/>
                    <a:pt x="70280" y="141596"/>
                  </a:cubicBezTo>
                  <a:cubicBezTo>
                    <a:pt x="71385" y="144633"/>
                    <a:pt x="72351" y="147602"/>
                    <a:pt x="73180" y="150570"/>
                  </a:cubicBezTo>
                  <a:cubicBezTo>
                    <a:pt x="73180" y="150570"/>
                    <a:pt x="73180" y="150570"/>
                    <a:pt x="73180" y="150640"/>
                  </a:cubicBezTo>
                  <a:cubicBezTo>
                    <a:pt x="74008" y="153539"/>
                    <a:pt x="74629" y="156439"/>
                    <a:pt x="75182" y="159269"/>
                  </a:cubicBezTo>
                  <a:cubicBezTo>
                    <a:pt x="75182" y="159338"/>
                    <a:pt x="75182" y="159476"/>
                    <a:pt x="75182" y="159545"/>
                  </a:cubicBezTo>
                  <a:cubicBezTo>
                    <a:pt x="75665" y="162376"/>
                    <a:pt x="76010" y="165137"/>
                    <a:pt x="76217" y="167761"/>
                  </a:cubicBezTo>
                  <a:cubicBezTo>
                    <a:pt x="76217" y="167761"/>
                    <a:pt x="76217" y="167830"/>
                    <a:pt x="76217" y="167899"/>
                  </a:cubicBezTo>
                  <a:cubicBezTo>
                    <a:pt x="76355" y="170591"/>
                    <a:pt x="76355" y="173215"/>
                    <a:pt x="76079" y="175700"/>
                  </a:cubicBezTo>
                  <a:lnTo>
                    <a:pt x="183501" y="113290"/>
                  </a:lnTo>
                  <a:cubicBezTo>
                    <a:pt x="183501" y="113290"/>
                    <a:pt x="183501" y="112945"/>
                    <a:pt x="183501" y="112738"/>
                  </a:cubicBezTo>
                  <a:cubicBezTo>
                    <a:pt x="183501" y="112117"/>
                    <a:pt x="183570" y="111495"/>
                    <a:pt x="183639" y="110874"/>
                  </a:cubicBezTo>
                  <a:cubicBezTo>
                    <a:pt x="183639" y="110253"/>
                    <a:pt x="183639" y="109631"/>
                    <a:pt x="183639" y="109010"/>
                  </a:cubicBezTo>
                  <a:cubicBezTo>
                    <a:pt x="183639" y="108389"/>
                    <a:pt x="183639" y="107767"/>
                    <a:pt x="183639" y="1070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83"/>
            <p:cNvSpPr/>
            <p:nvPr/>
          </p:nvSpPr>
          <p:spPr>
            <a:xfrm>
              <a:off x="6485475" y="312736"/>
              <a:ext cx="136811" cy="156648"/>
            </a:xfrm>
            <a:custGeom>
              <a:rect b="b" l="l" r="r" t="t"/>
              <a:pathLst>
                <a:path extrusionOk="0" h="238248" w="208078">
                  <a:moveTo>
                    <a:pt x="208079" y="164654"/>
                  </a:moveTo>
                  <a:cubicBezTo>
                    <a:pt x="208079" y="164654"/>
                    <a:pt x="208079" y="164171"/>
                    <a:pt x="208079" y="163964"/>
                  </a:cubicBezTo>
                  <a:cubicBezTo>
                    <a:pt x="208079" y="163619"/>
                    <a:pt x="208079" y="163342"/>
                    <a:pt x="208079" y="162997"/>
                  </a:cubicBezTo>
                  <a:cubicBezTo>
                    <a:pt x="208079" y="161478"/>
                    <a:pt x="207941" y="159960"/>
                    <a:pt x="207871" y="158372"/>
                  </a:cubicBezTo>
                  <a:cubicBezTo>
                    <a:pt x="207802" y="156784"/>
                    <a:pt x="207664" y="155196"/>
                    <a:pt x="207457" y="153539"/>
                  </a:cubicBezTo>
                  <a:cubicBezTo>
                    <a:pt x="207457" y="153125"/>
                    <a:pt x="207388" y="152711"/>
                    <a:pt x="207319" y="152227"/>
                  </a:cubicBezTo>
                  <a:cubicBezTo>
                    <a:pt x="207319" y="151951"/>
                    <a:pt x="207319" y="151606"/>
                    <a:pt x="207250" y="151330"/>
                  </a:cubicBezTo>
                  <a:cubicBezTo>
                    <a:pt x="207181" y="150363"/>
                    <a:pt x="207043" y="149466"/>
                    <a:pt x="206905" y="148499"/>
                  </a:cubicBezTo>
                  <a:cubicBezTo>
                    <a:pt x="206698" y="146774"/>
                    <a:pt x="206422" y="145048"/>
                    <a:pt x="206146" y="143322"/>
                  </a:cubicBezTo>
                  <a:cubicBezTo>
                    <a:pt x="205938" y="142010"/>
                    <a:pt x="205662" y="140629"/>
                    <a:pt x="205455" y="139248"/>
                  </a:cubicBezTo>
                  <a:cubicBezTo>
                    <a:pt x="205455" y="139041"/>
                    <a:pt x="205386" y="138834"/>
                    <a:pt x="205317" y="138627"/>
                  </a:cubicBezTo>
                  <a:cubicBezTo>
                    <a:pt x="205317" y="138420"/>
                    <a:pt x="205248" y="138213"/>
                    <a:pt x="205179" y="138006"/>
                  </a:cubicBezTo>
                  <a:cubicBezTo>
                    <a:pt x="204834" y="136211"/>
                    <a:pt x="204489" y="134347"/>
                    <a:pt x="204075" y="132483"/>
                  </a:cubicBezTo>
                  <a:cubicBezTo>
                    <a:pt x="203660" y="130619"/>
                    <a:pt x="203246" y="128755"/>
                    <a:pt x="202763" y="126891"/>
                  </a:cubicBezTo>
                  <a:cubicBezTo>
                    <a:pt x="202694" y="126546"/>
                    <a:pt x="202556" y="126200"/>
                    <a:pt x="202487" y="125855"/>
                  </a:cubicBezTo>
                  <a:cubicBezTo>
                    <a:pt x="202418" y="125579"/>
                    <a:pt x="202349" y="125234"/>
                    <a:pt x="202279" y="124958"/>
                  </a:cubicBezTo>
                  <a:cubicBezTo>
                    <a:pt x="201934" y="123715"/>
                    <a:pt x="201658" y="122541"/>
                    <a:pt x="201313" y="121299"/>
                  </a:cubicBezTo>
                  <a:cubicBezTo>
                    <a:pt x="200830" y="119504"/>
                    <a:pt x="200277" y="117640"/>
                    <a:pt x="199725" y="115845"/>
                  </a:cubicBezTo>
                  <a:cubicBezTo>
                    <a:pt x="199380" y="114740"/>
                    <a:pt x="199035" y="113566"/>
                    <a:pt x="198621" y="112462"/>
                  </a:cubicBezTo>
                  <a:cubicBezTo>
                    <a:pt x="198552" y="112186"/>
                    <a:pt x="198413" y="111910"/>
                    <a:pt x="198344" y="111633"/>
                  </a:cubicBezTo>
                  <a:cubicBezTo>
                    <a:pt x="198206" y="111288"/>
                    <a:pt x="198137" y="110943"/>
                    <a:pt x="197999" y="110598"/>
                  </a:cubicBezTo>
                  <a:cubicBezTo>
                    <a:pt x="197447" y="108941"/>
                    <a:pt x="196826" y="107215"/>
                    <a:pt x="196273" y="105558"/>
                  </a:cubicBezTo>
                  <a:cubicBezTo>
                    <a:pt x="195721" y="103970"/>
                    <a:pt x="195100" y="102382"/>
                    <a:pt x="194478" y="100795"/>
                  </a:cubicBezTo>
                  <a:cubicBezTo>
                    <a:pt x="194202" y="100173"/>
                    <a:pt x="193995" y="99483"/>
                    <a:pt x="193719" y="98862"/>
                  </a:cubicBezTo>
                  <a:cubicBezTo>
                    <a:pt x="193650" y="98585"/>
                    <a:pt x="193512" y="98378"/>
                    <a:pt x="193443" y="98102"/>
                  </a:cubicBezTo>
                  <a:cubicBezTo>
                    <a:pt x="193167" y="97481"/>
                    <a:pt x="192959" y="96859"/>
                    <a:pt x="192683" y="96307"/>
                  </a:cubicBezTo>
                  <a:cubicBezTo>
                    <a:pt x="192062" y="94857"/>
                    <a:pt x="191441" y="93408"/>
                    <a:pt x="190819" y="92027"/>
                  </a:cubicBezTo>
                  <a:cubicBezTo>
                    <a:pt x="190198" y="90646"/>
                    <a:pt x="189577" y="89196"/>
                    <a:pt x="188886" y="87816"/>
                  </a:cubicBezTo>
                  <a:cubicBezTo>
                    <a:pt x="188541" y="87125"/>
                    <a:pt x="188196" y="86435"/>
                    <a:pt x="187851" y="85744"/>
                  </a:cubicBezTo>
                  <a:cubicBezTo>
                    <a:pt x="187713" y="85537"/>
                    <a:pt x="187644" y="85261"/>
                    <a:pt x="187505" y="85054"/>
                  </a:cubicBezTo>
                  <a:cubicBezTo>
                    <a:pt x="187229" y="84571"/>
                    <a:pt x="187022" y="84018"/>
                    <a:pt x="186746" y="83535"/>
                  </a:cubicBezTo>
                  <a:cubicBezTo>
                    <a:pt x="185918" y="81947"/>
                    <a:pt x="185158" y="80359"/>
                    <a:pt x="184261" y="78772"/>
                  </a:cubicBezTo>
                  <a:cubicBezTo>
                    <a:pt x="183156" y="76701"/>
                    <a:pt x="182052" y="74698"/>
                    <a:pt x="180878" y="72696"/>
                  </a:cubicBezTo>
                  <a:cubicBezTo>
                    <a:pt x="180878" y="72627"/>
                    <a:pt x="180809" y="72558"/>
                    <a:pt x="180740" y="72420"/>
                  </a:cubicBezTo>
                  <a:cubicBezTo>
                    <a:pt x="180464" y="72006"/>
                    <a:pt x="180188" y="71592"/>
                    <a:pt x="179911" y="71178"/>
                  </a:cubicBezTo>
                  <a:cubicBezTo>
                    <a:pt x="177840" y="67726"/>
                    <a:pt x="175700" y="64274"/>
                    <a:pt x="173491" y="60960"/>
                  </a:cubicBezTo>
                  <a:cubicBezTo>
                    <a:pt x="173284" y="60684"/>
                    <a:pt x="173146" y="60408"/>
                    <a:pt x="172939" y="60132"/>
                  </a:cubicBezTo>
                  <a:cubicBezTo>
                    <a:pt x="171282" y="57646"/>
                    <a:pt x="169556" y="55230"/>
                    <a:pt x="167761" y="52883"/>
                  </a:cubicBezTo>
                  <a:cubicBezTo>
                    <a:pt x="167554" y="52607"/>
                    <a:pt x="167347" y="52330"/>
                    <a:pt x="167139" y="52054"/>
                  </a:cubicBezTo>
                  <a:cubicBezTo>
                    <a:pt x="166863" y="51709"/>
                    <a:pt x="166587" y="51364"/>
                    <a:pt x="166380" y="51019"/>
                  </a:cubicBezTo>
                  <a:cubicBezTo>
                    <a:pt x="165552" y="49914"/>
                    <a:pt x="164723" y="48809"/>
                    <a:pt x="163895" y="47705"/>
                  </a:cubicBezTo>
                  <a:cubicBezTo>
                    <a:pt x="162721" y="46186"/>
                    <a:pt x="161547" y="44736"/>
                    <a:pt x="160305" y="43286"/>
                  </a:cubicBezTo>
                  <a:cubicBezTo>
                    <a:pt x="160029" y="42941"/>
                    <a:pt x="159752" y="42596"/>
                    <a:pt x="159476" y="42251"/>
                  </a:cubicBezTo>
                  <a:cubicBezTo>
                    <a:pt x="159269" y="41975"/>
                    <a:pt x="158993" y="41699"/>
                    <a:pt x="158786" y="41422"/>
                  </a:cubicBezTo>
                  <a:cubicBezTo>
                    <a:pt x="158096" y="40663"/>
                    <a:pt x="157474" y="39835"/>
                    <a:pt x="156784" y="39075"/>
                  </a:cubicBezTo>
                  <a:cubicBezTo>
                    <a:pt x="155541" y="37694"/>
                    <a:pt x="154299" y="36314"/>
                    <a:pt x="153056" y="34933"/>
                  </a:cubicBezTo>
                  <a:cubicBezTo>
                    <a:pt x="152504" y="34381"/>
                    <a:pt x="152020" y="33828"/>
                    <a:pt x="151468" y="33276"/>
                  </a:cubicBezTo>
                  <a:cubicBezTo>
                    <a:pt x="151192" y="32931"/>
                    <a:pt x="150847" y="32655"/>
                    <a:pt x="150571" y="32310"/>
                  </a:cubicBezTo>
                  <a:cubicBezTo>
                    <a:pt x="150087" y="31826"/>
                    <a:pt x="149673" y="31343"/>
                    <a:pt x="149190" y="30860"/>
                  </a:cubicBezTo>
                  <a:cubicBezTo>
                    <a:pt x="147878" y="29479"/>
                    <a:pt x="146497" y="28167"/>
                    <a:pt x="145117" y="26856"/>
                  </a:cubicBezTo>
                  <a:cubicBezTo>
                    <a:pt x="144426" y="26234"/>
                    <a:pt x="143736" y="25613"/>
                    <a:pt x="143114" y="24992"/>
                  </a:cubicBezTo>
                  <a:cubicBezTo>
                    <a:pt x="142769" y="24715"/>
                    <a:pt x="142424" y="24370"/>
                    <a:pt x="142148" y="24094"/>
                  </a:cubicBezTo>
                  <a:cubicBezTo>
                    <a:pt x="141734" y="23749"/>
                    <a:pt x="141389" y="23335"/>
                    <a:pt x="140974" y="22989"/>
                  </a:cubicBezTo>
                  <a:cubicBezTo>
                    <a:pt x="139594" y="21747"/>
                    <a:pt x="138144" y="20504"/>
                    <a:pt x="136694" y="19261"/>
                  </a:cubicBezTo>
                  <a:cubicBezTo>
                    <a:pt x="135935" y="18571"/>
                    <a:pt x="135106" y="17950"/>
                    <a:pt x="134347" y="17328"/>
                  </a:cubicBezTo>
                  <a:cubicBezTo>
                    <a:pt x="134071" y="17121"/>
                    <a:pt x="133725" y="16845"/>
                    <a:pt x="133449" y="16569"/>
                  </a:cubicBezTo>
                  <a:cubicBezTo>
                    <a:pt x="133104" y="16293"/>
                    <a:pt x="132828" y="16017"/>
                    <a:pt x="132483" y="15741"/>
                  </a:cubicBezTo>
                  <a:cubicBezTo>
                    <a:pt x="131102" y="14636"/>
                    <a:pt x="129721" y="13600"/>
                    <a:pt x="128340" y="12634"/>
                  </a:cubicBezTo>
                  <a:cubicBezTo>
                    <a:pt x="127305" y="11874"/>
                    <a:pt x="126269" y="11115"/>
                    <a:pt x="125165" y="10425"/>
                  </a:cubicBezTo>
                  <a:cubicBezTo>
                    <a:pt x="125027" y="10287"/>
                    <a:pt x="124889" y="10218"/>
                    <a:pt x="124681" y="10080"/>
                  </a:cubicBezTo>
                  <a:cubicBezTo>
                    <a:pt x="124543" y="10010"/>
                    <a:pt x="124405" y="9872"/>
                    <a:pt x="124267" y="9803"/>
                  </a:cubicBezTo>
                  <a:cubicBezTo>
                    <a:pt x="122956" y="8906"/>
                    <a:pt x="121713" y="8077"/>
                    <a:pt x="120401" y="7249"/>
                  </a:cubicBezTo>
                  <a:cubicBezTo>
                    <a:pt x="119159" y="6421"/>
                    <a:pt x="117916" y="5661"/>
                    <a:pt x="116673" y="4971"/>
                  </a:cubicBezTo>
                  <a:cubicBezTo>
                    <a:pt x="116397" y="4833"/>
                    <a:pt x="116121" y="4625"/>
                    <a:pt x="115845" y="4487"/>
                  </a:cubicBezTo>
                  <a:cubicBezTo>
                    <a:pt x="114947" y="3935"/>
                    <a:pt x="113981" y="3452"/>
                    <a:pt x="113083" y="2900"/>
                  </a:cubicBezTo>
                  <a:cubicBezTo>
                    <a:pt x="111910" y="2278"/>
                    <a:pt x="110736" y="1657"/>
                    <a:pt x="109562" y="1036"/>
                  </a:cubicBezTo>
                  <a:cubicBezTo>
                    <a:pt x="108872" y="690"/>
                    <a:pt x="108182" y="345"/>
                    <a:pt x="107422" y="0"/>
                  </a:cubicBezTo>
                  <a:lnTo>
                    <a:pt x="0" y="62410"/>
                  </a:lnTo>
                  <a:cubicBezTo>
                    <a:pt x="2831" y="63722"/>
                    <a:pt x="5661" y="65171"/>
                    <a:pt x="8423" y="66828"/>
                  </a:cubicBezTo>
                  <a:cubicBezTo>
                    <a:pt x="11391" y="68554"/>
                    <a:pt x="14360" y="70418"/>
                    <a:pt x="17259" y="72420"/>
                  </a:cubicBezTo>
                  <a:cubicBezTo>
                    <a:pt x="17397" y="72558"/>
                    <a:pt x="17535" y="72627"/>
                    <a:pt x="17743" y="72765"/>
                  </a:cubicBezTo>
                  <a:cubicBezTo>
                    <a:pt x="20504" y="74698"/>
                    <a:pt x="23266" y="76770"/>
                    <a:pt x="25958" y="78910"/>
                  </a:cubicBezTo>
                  <a:cubicBezTo>
                    <a:pt x="26234" y="79186"/>
                    <a:pt x="26579" y="79393"/>
                    <a:pt x="26856" y="79669"/>
                  </a:cubicBezTo>
                  <a:cubicBezTo>
                    <a:pt x="29479" y="81809"/>
                    <a:pt x="32102" y="84018"/>
                    <a:pt x="34657" y="86366"/>
                  </a:cubicBezTo>
                  <a:cubicBezTo>
                    <a:pt x="35002" y="86642"/>
                    <a:pt x="35347" y="86987"/>
                    <a:pt x="35623" y="87263"/>
                  </a:cubicBezTo>
                  <a:cubicBezTo>
                    <a:pt x="38178" y="89611"/>
                    <a:pt x="40663" y="92096"/>
                    <a:pt x="43148" y="94650"/>
                  </a:cubicBezTo>
                  <a:cubicBezTo>
                    <a:pt x="43425" y="94926"/>
                    <a:pt x="43770" y="95272"/>
                    <a:pt x="44046" y="95548"/>
                  </a:cubicBezTo>
                  <a:cubicBezTo>
                    <a:pt x="46531" y="98171"/>
                    <a:pt x="48947" y="100864"/>
                    <a:pt x="51364" y="103694"/>
                  </a:cubicBezTo>
                  <a:cubicBezTo>
                    <a:pt x="51571" y="103970"/>
                    <a:pt x="51847" y="104246"/>
                    <a:pt x="52054" y="104523"/>
                  </a:cubicBezTo>
                  <a:cubicBezTo>
                    <a:pt x="54470" y="107353"/>
                    <a:pt x="56749" y="110253"/>
                    <a:pt x="59027" y="113290"/>
                  </a:cubicBezTo>
                  <a:cubicBezTo>
                    <a:pt x="59303" y="113636"/>
                    <a:pt x="59579" y="113981"/>
                    <a:pt x="59786" y="114326"/>
                  </a:cubicBezTo>
                  <a:cubicBezTo>
                    <a:pt x="61996" y="117226"/>
                    <a:pt x="64067" y="120263"/>
                    <a:pt x="66138" y="123301"/>
                  </a:cubicBezTo>
                  <a:cubicBezTo>
                    <a:pt x="68416" y="126684"/>
                    <a:pt x="70556" y="130066"/>
                    <a:pt x="72627" y="133587"/>
                  </a:cubicBezTo>
                  <a:cubicBezTo>
                    <a:pt x="72903" y="134071"/>
                    <a:pt x="73249" y="134554"/>
                    <a:pt x="73525" y="135037"/>
                  </a:cubicBezTo>
                  <a:cubicBezTo>
                    <a:pt x="75872" y="139041"/>
                    <a:pt x="78012" y="143184"/>
                    <a:pt x="80083" y="147395"/>
                  </a:cubicBezTo>
                  <a:cubicBezTo>
                    <a:pt x="80221" y="147602"/>
                    <a:pt x="80290" y="147878"/>
                    <a:pt x="80429" y="148085"/>
                  </a:cubicBezTo>
                  <a:cubicBezTo>
                    <a:pt x="82362" y="152158"/>
                    <a:pt x="84226" y="156301"/>
                    <a:pt x="85952" y="160512"/>
                  </a:cubicBezTo>
                  <a:cubicBezTo>
                    <a:pt x="86021" y="160788"/>
                    <a:pt x="86159" y="160995"/>
                    <a:pt x="86228" y="161271"/>
                  </a:cubicBezTo>
                  <a:cubicBezTo>
                    <a:pt x="87885" y="165483"/>
                    <a:pt x="89472" y="169763"/>
                    <a:pt x="90853" y="174043"/>
                  </a:cubicBezTo>
                  <a:cubicBezTo>
                    <a:pt x="90922" y="174319"/>
                    <a:pt x="91060" y="174596"/>
                    <a:pt x="91129" y="174872"/>
                  </a:cubicBezTo>
                  <a:cubicBezTo>
                    <a:pt x="92510" y="179014"/>
                    <a:pt x="93684" y="183225"/>
                    <a:pt x="94788" y="187367"/>
                  </a:cubicBezTo>
                  <a:cubicBezTo>
                    <a:pt x="94857" y="187644"/>
                    <a:pt x="94926" y="187989"/>
                    <a:pt x="94995" y="188265"/>
                  </a:cubicBezTo>
                  <a:cubicBezTo>
                    <a:pt x="96100" y="192545"/>
                    <a:pt x="96997" y="196826"/>
                    <a:pt x="97826" y="201037"/>
                  </a:cubicBezTo>
                  <a:cubicBezTo>
                    <a:pt x="97826" y="201244"/>
                    <a:pt x="97895" y="201451"/>
                    <a:pt x="97964" y="201658"/>
                  </a:cubicBezTo>
                  <a:cubicBezTo>
                    <a:pt x="98723" y="205731"/>
                    <a:pt x="99276" y="209805"/>
                    <a:pt x="99690" y="213740"/>
                  </a:cubicBezTo>
                  <a:cubicBezTo>
                    <a:pt x="99690" y="214016"/>
                    <a:pt x="99759" y="214361"/>
                    <a:pt x="99759" y="214637"/>
                  </a:cubicBezTo>
                  <a:cubicBezTo>
                    <a:pt x="100173" y="218641"/>
                    <a:pt x="100449" y="222577"/>
                    <a:pt x="100518" y="226374"/>
                  </a:cubicBezTo>
                  <a:cubicBezTo>
                    <a:pt x="100518" y="226581"/>
                    <a:pt x="100518" y="226857"/>
                    <a:pt x="100518" y="227064"/>
                  </a:cubicBezTo>
                  <a:cubicBezTo>
                    <a:pt x="100518" y="230930"/>
                    <a:pt x="100518" y="234658"/>
                    <a:pt x="100173" y="238248"/>
                  </a:cubicBezTo>
                  <a:lnTo>
                    <a:pt x="207595" y="175838"/>
                  </a:lnTo>
                  <a:cubicBezTo>
                    <a:pt x="207595" y="175838"/>
                    <a:pt x="207595" y="175838"/>
                    <a:pt x="207595" y="175838"/>
                  </a:cubicBezTo>
                  <a:cubicBezTo>
                    <a:pt x="207733" y="174526"/>
                    <a:pt x="207802" y="173146"/>
                    <a:pt x="207871" y="171765"/>
                  </a:cubicBezTo>
                  <a:cubicBezTo>
                    <a:pt x="207871" y="170384"/>
                    <a:pt x="207941" y="168934"/>
                    <a:pt x="207941" y="167485"/>
                  </a:cubicBezTo>
                  <a:cubicBezTo>
                    <a:pt x="207941" y="166587"/>
                    <a:pt x="207941" y="165621"/>
                    <a:pt x="207941" y="1647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83"/>
            <p:cNvSpPr/>
            <p:nvPr/>
          </p:nvSpPr>
          <p:spPr>
            <a:xfrm>
              <a:off x="6245297" y="29317"/>
              <a:ext cx="260913" cy="250064"/>
            </a:xfrm>
            <a:custGeom>
              <a:rect b="b" l="l" r="r" t="t"/>
              <a:pathLst>
                <a:path extrusionOk="0" h="380326" w="396826">
                  <a:moveTo>
                    <a:pt x="396827" y="307976"/>
                  </a:moveTo>
                  <a:cubicBezTo>
                    <a:pt x="396827" y="307562"/>
                    <a:pt x="396827" y="307078"/>
                    <a:pt x="396827" y="306664"/>
                  </a:cubicBezTo>
                  <a:cubicBezTo>
                    <a:pt x="396827" y="304800"/>
                    <a:pt x="396827" y="302936"/>
                    <a:pt x="396758" y="301072"/>
                  </a:cubicBezTo>
                  <a:cubicBezTo>
                    <a:pt x="396758" y="300658"/>
                    <a:pt x="396758" y="300243"/>
                    <a:pt x="396758" y="299829"/>
                  </a:cubicBezTo>
                  <a:cubicBezTo>
                    <a:pt x="396758" y="299346"/>
                    <a:pt x="396758" y="298794"/>
                    <a:pt x="396689" y="298241"/>
                  </a:cubicBezTo>
                  <a:cubicBezTo>
                    <a:pt x="396689" y="297206"/>
                    <a:pt x="396620" y="296239"/>
                    <a:pt x="396551" y="295204"/>
                  </a:cubicBezTo>
                  <a:cubicBezTo>
                    <a:pt x="396413" y="293478"/>
                    <a:pt x="396275" y="291752"/>
                    <a:pt x="396136" y="289957"/>
                  </a:cubicBezTo>
                  <a:cubicBezTo>
                    <a:pt x="396136" y="289750"/>
                    <a:pt x="396136" y="289543"/>
                    <a:pt x="396136" y="289405"/>
                  </a:cubicBezTo>
                  <a:cubicBezTo>
                    <a:pt x="396136" y="289336"/>
                    <a:pt x="396136" y="289267"/>
                    <a:pt x="396136" y="289129"/>
                  </a:cubicBezTo>
                  <a:cubicBezTo>
                    <a:pt x="395929" y="287057"/>
                    <a:pt x="395722" y="284917"/>
                    <a:pt x="395446" y="282777"/>
                  </a:cubicBezTo>
                  <a:cubicBezTo>
                    <a:pt x="395377" y="282087"/>
                    <a:pt x="395239" y="281327"/>
                    <a:pt x="395170" y="280637"/>
                  </a:cubicBezTo>
                  <a:cubicBezTo>
                    <a:pt x="395101" y="279877"/>
                    <a:pt x="394963" y="279187"/>
                    <a:pt x="394825" y="278428"/>
                  </a:cubicBezTo>
                  <a:cubicBezTo>
                    <a:pt x="394687" y="277668"/>
                    <a:pt x="394618" y="276909"/>
                    <a:pt x="394480" y="276149"/>
                  </a:cubicBezTo>
                  <a:cubicBezTo>
                    <a:pt x="394134" y="274078"/>
                    <a:pt x="393789" y="271938"/>
                    <a:pt x="393375" y="269798"/>
                  </a:cubicBezTo>
                  <a:cubicBezTo>
                    <a:pt x="393375" y="269660"/>
                    <a:pt x="393375" y="269453"/>
                    <a:pt x="393306" y="269315"/>
                  </a:cubicBezTo>
                  <a:cubicBezTo>
                    <a:pt x="393306" y="269315"/>
                    <a:pt x="393306" y="269246"/>
                    <a:pt x="393306" y="269177"/>
                  </a:cubicBezTo>
                  <a:cubicBezTo>
                    <a:pt x="392823" y="266760"/>
                    <a:pt x="392339" y="264275"/>
                    <a:pt x="391787" y="261859"/>
                  </a:cubicBezTo>
                  <a:cubicBezTo>
                    <a:pt x="391649" y="261306"/>
                    <a:pt x="391511" y="260685"/>
                    <a:pt x="391373" y="260133"/>
                  </a:cubicBezTo>
                  <a:cubicBezTo>
                    <a:pt x="391166" y="259235"/>
                    <a:pt x="390959" y="258338"/>
                    <a:pt x="390752" y="257440"/>
                  </a:cubicBezTo>
                  <a:cubicBezTo>
                    <a:pt x="390475" y="256336"/>
                    <a:pt x="390268" y="255300"/>
                    <a:pt x="389992" y="254196"/>
                  </a:cubicBezTo>
                  <a:cubicBezTo>
                    <a:pt x="389647" y="252953"/>
                    <a:pt x="389302" y="251641"/>
                    <a:pt x="388957" y="250329"/>
                  </a:cubicBezTo>
                  <a:cubicBezTo>
                    <a:pt x="388749" y="249432"/>
                    <a:pt x="388473" y="248535"/>
                    <a:pt x="388266" y="247568"/>
                  </a:cubicBezTo>
                  <a:cubicBezTo>
                    <a:pt x="388128" y="247085"/>
                    <a:pt x="388059" y="246670"/>
                    <a:pt x="387921" y="246187"/>
                  </a:cubicBezTo>
                  <a:cubicBezTo>
                    <a:pt x="387162" y="243495"/>
                    <a:pt x="386402" y="240802"/>
                    <a:pt x="385574" y="238110"/>
                  </a:cubicBezTo>
                  <a:cubicBezTo>
                    <a:pt x="385574" y="238110"/>
                    <a:pt x="385574" y="238041"/>
                    <a:pt x="385574" y="237972"/>
                  </a:cubicBezTo>
                  <a:cubicBezTo>
                    <a:pt x="385505" y="237765"/>
                    <a:pt x="385436" y="237489"/>
                    <a:pt x="385367" y="237281"/>
                  </a:cubicBezTo>
                  <a:cubicBezTo>
                    <a:pt x="384607" y="234865"/>
                    <a:pt x="383848" y="232449"/>
                    <a:pt x="383019" y="229963"/>
                  </a:cubicBezTo>
                  <a:cubicBezTo>
                    <a:pt x="382812" y="229411"/>
                    <a:pt x="382605" y="228859"/>
                    <a:pt x="382467" y="228307"/>
                  </a:cubicBezTo>
                  <a:cubicBezTo>
                    <a:pt x="382122" y="227340"/>
                    <a:pt x="381777" y="226443"/>
                    <a:pt x="381501" y="225476"/>
                  </a:cubicBezTo>
                  <a:cubicBezTo>
                    <a:pt x="381086" y="224302"/>
                    <a:pt x="380741" y="223129"/>
                    <a:pt x="380258" y="222024"/>
                  </a:cubicBezTo>
                  <a:cubicBezTo>
                    <a:pt x="379775" y="220781"/>
                    <a:pt x="379360" y="219539"/>
                    <a:pt x="378877" y="218296"/>
                  </a:cubicBezTo>
                  <a:cubicBezTo>
                    <a:pt x="378532" y="217399"/>
                    <a:pt x="378187" y="216501"/>
                    <a:pt x="377911" y="215673"/>
                  </a:cubicBezTo>
                  <a:cubicBezTo>
                    <a:pt x="377704" y="215189"/>
                    <a:pt x="377565" y="214706"/>
                    <a:pt x="377358" y="214223"/>
                  </a:cubicBezTo>
                  <a:cubicBezTo>
                    <a:pt x="376392" y="211669"/>
                    <a:pt x="375356" y="209114"/>
                    <a:pt x="374252" y="206560"/>
                  </a:cubicBezTo>
                  <a:cubicBezTo>
                    <a:pt x="374252" y="206422"/>
                    <a:pt x="374183" y="206353"/>
                    <a:pt x="374114" y="206215"/>
                  </a:cubicBezTo>
                  <a:cubicBezTo>
                    <a:pt x="373975" y="205800"/>
                    <a:pt x="373768" y="205386"/>
                    <a:pt x="373561" y="204972"/>
                  </a:cubicBezTo>
                  <a:cubicBezTo>
                    <a:pt x="372733" y="202970"/>
                    <a:pt x="371835" y="200899"/>
                    <a:pt x="370938" y="198897"/>
                  </a:cubicBezTo>
                  <a:cubicBezTo>
                    <a:pt x="370593" y="198137"/>
                    <a:pt x="370247" y="197447"/>
                    <a:pt x="369971" y="196756"/>
                  </a:cubicBezTo>
                  <a:cubicBezTo>
                    <a:pt x="369557" y="195790"/>
                    <a:pt x="369143" y="194892"/>
                    <a:pt x="368660" y="193926"/>
                  </a:cubicBezTo>
                  <a:cubicBezTo>
                    <a:pt x="368245" y="193028"/>
                    <a:pt x="367831" y="192131"/>
                    <a:pt x="367417" y="191233"/>
                  </a:cubicBezTo>
                  <a:cubicBezTo>
                    <a:pt x="366727" y="189784"/>
                    <a:pt x="366036" y="188403"/>
                    <a:pt x="365346" y="186953"/>
                  </a:cubicBezTo>
                  <a:cubicBezTo>
                    <a:pt x="364932" y="186056"/>
                    <a:pt x="364448" y="185158"/>
                    <a:pt x="364034" y="184192"/>
                  </a:cubicBezTo>
                  <a:cubicBezTo>
                    <a:pt x="363827" y="183847"/>
                    <a:pt x="363689" y="183432"/>
                    <a:pt x="363482" y="183087"/>
                  </a:cubicBezTo>
                  <a:cubicBezTo>
                    <a:pt x="362515" y="181085"/>
                    <a:pt x="361480" y="179083"/>
                    <a:pt x="360444" y="177150"/>
                  </a:cubicBezTo>
                  <a:cubicBezTo>
                    <a:pt x="359961" y="176252"/>
                    <a:pt x="359478" y="175286"/>
                    <a:pt x="358994" y="174388"/>
                  </a:cubicBezTo>
                  <a:cubicBezTo>
                    <a:pt x="358925" y="174250"/>
                    <a:pt x="358856" y="174112"/>
                    <a:pt x="358787" y="173974"/>
                  </a:cubicBezTo>
                  <a:cubicBezTo>
                    <a:pt x="358511" y="173422"/>
                    <a:pt x="358166" y="172939"/>
                    <a:pt x="357890" y="172386"/>
                  </a:cubicBezTo>
                  <a:cubicBezTo>
                    <a:pt x="356095" y="169072"/>
                    <a:pt x="354300" y="165828"/>
                    <a:pt x="352436" y="162652"/>
                  </a:cubicBezTo>
                  <a:cubicBezTo>
                    <a:pt x="352160" y="162169"/>
                    <a:pt x="351883" y="161686"/>
                    <a:pt x="351607" y="161202"/>
                  </a:cubicBezTo>
                  <a:cubicBezTo>
                    <a:pt x="350365" y="159062"/>
                    <a:pt x="349122" y="156991"/>
                    <a:pt x="347810" y="154851"/>
                  </a:cubicBezTo>
                  <a:cubicBezTo>
                    <a:pt x="344566" y="149604"/>
                    <a:pt x="341252" y="144426"/>
                    <a:pt x="337800" y="139386"/>
                  </a:cubicBezTo>
                  <a:cubicBezTo>
                    <a:pt x="337317" y="138696"/>
                    <a:pt x="336833" y="138006"/>
                    <a:pt x="336350" y="137315"/>
                  </a:cubicBezTo>
                  <a:cubicBezTo>
                    <a:pt x="335315" y="135865"/>
                    <a:pt x="334279" y="134416"/>
                    <a:pt x="333312" y="133035"/>
                  </a:cubicBezTo>
                  <a:cubicBezTo>
                    <a:pt x="331656" y="130688"/>
                    <a:pt x="329999" y="128271"/>
                    <a:pt x="328342" y="125993"/>
                  </a:cubicBezTo>
                  <a:cubicBezTo>
                    <a:pt x="326547" y="123646"/>
                    <a:pt x="324752" y="121299"/>
                    <a:pt x="322957" y="118951"/>
                  </a:cubicBezTo>
                  <a:cubicBezTo>
                    <a:pt x="322543" y="118468"/>
                    <a:pt x="322197" y="117916"/>
                    <a:pt x="321783" y="117433"/>
                  </a:cubicBezTo>
                  <a:cubicBezTo>
                    <a:pt x="321507" y="117087"/>
                    <a:pt x="321300" y="116811"/>
                    <a:pt x="321024" y="116466"/>
                  </a:cubicBezTo>
                  <a:cubicBezTo>
                    <a:pt x="318746" y="113566"/>
                    <a:pt x="316467" y="110736"/>
                    <a:pt x="314120" y="107905"/>
                  </a:cubicBezTo>
                  <a:cubicBezTo>
                    <a:pt x="312325" y="105765"/>
                    <a:pt x="310530" y="103694"/>
                    <a:pt x="308735" y="101623"/>
                  </a:cubicBezTo>
                  <a:cubicBezTo>
                    <a:pt x="308390" y="101278"/>
                    <a:pt x="308114" y="100864"/>
                    <a:pt x="307769" y="100518"/>
                  </a:cubicBezTo>
                  <a:cubicBezTo>
                    <a:pt x="307562" y="100242"/>
                    <a:pt x="307354" y="99966"/>
                    <a:pt x="307078" y="99759"/>
                  </a:cubicBezTo>
                  <a:cubicBezTo>
                    <a:pt x="304662" y="96997"/>
                    <a:pt x="302177" y="94236"/>
                    <a:pt x="299691" y="91613"/>
                  </a:cubicBezTo>
                  <a:cubicBezTo>
                    <a:pt x="297896" y="89680"/>
                    <a:pt x="296101" y="87885"/>
                    <a:pt x="294375" y="86021"/>
                  </a:cubicBezTo>
                  <a:cubicBezTo>
                    <a:pt x="293892" y="85468"/>
                    <a:pt x="293340" y="84916"/>
                    <a:pt x="292857" y="84433"/>
                  </a:cubicBezTo>
                  <a:cubicBezTo>
                    <a:pt x="292511" y="84088"/>
                    <a:pt x="292166" y="83673"/>
                    <a:pt x="291752" y="83328"/>
                  </a:cubicBezTo>
                  <a:cubicBezTo>
                    <a:pt x="288921" y="80428"/>
                    <a:pt x="286091" y="77598"/>
                    <a:pt x="283191" y="74906"/>
                  </a:cubicBezTo>
                  <a:cubicBezTo>
                    <a:pt x="281949" y="73732"/>
                    <a:pt x="280706" y="72627"/>
                    <a:pt x="279532" y="71454"/>
                  </a:cubicBezTo>
                  <a:cubicBezTo>
                    <a:pt x="278635" y="70625"/>
                    <a:pt x="277806" y="69797"/>
                    <a:pt x="276909" y="69037"/>
                  </a:cubicBezTo>
                  <a:cubicBezTo>
                    <a:pt x="276011" y="68209"/>
                    <a:pt x="275045" y="67311"/>
                    <a:pt x="274147" y="66483"/>
                  </a:cubicBezTo>
                  <a:cubicBezTo>
                    <a:pt x="271041" y="63652"/>
                    <a:pt x="267865" y="60891"/>
                    <a:pt x="264689" y="58268"/>
                  </a:cubicBezTo>
                  <a:cubicBezTo>
                    <a:pt x="264206" y="57853"/>
                    <a:pt x="263723" y="57508"/>
                    <a:pt x="263240" y="57094"/>
                  </a:cubicBezTo>
                  <a:cubicBezTo>
                    <a:pt x="262480" y="56473"/>
                    <a:pt x="261721" y="55851"/>
                    <a:pt x="260961" y="55230"/>
                  </a:cubicBezTo>
                  <a:cubicBezTo>
                    <a:pt x="259028" y="53642"/>
                    <a:pt x="257026" y="51985"/>
                    <a:pt x="255093" y="50397"/>
                  </a:cubicBezTo>
                  <a:cubicBezTo>
                    <a:pt x="252677" y="48464"/>
                    <a:pt x="250191" y="46600"/>
                    <a:pt x="247775" y="44805"/>
                  </a:cubicBezTo>
                  <a:cubicBezTo>
                    <a:pt x="247292" y="44391"/>
                    <a:pt x="246740" y="43977"/>
                    <a:pt x="246256" y="43632"/>
                  </a:cubicBezTo>
                  <a:cubicBezTo>
                    <a:pt x="246049" y="43425"/>
                    <a:pt x="245773" y="43286"/>
                    <a:pt x="245566" y="43079"/>
                  </a:cubicBezTo>
                  <a:cubicBezTo>
                    <a:pt x="242390" y="40732"/>
                    <a:pt x="239214" y="38454"/>
                    <a:pt x="236039" y="36314"/>
                  </a:cubicBezTo>
                  <a:cubicBezTo>
                    <a:pt x="234244" y="35071"/>
                    <a:pt x="232449" y="33897"/>
                    <a:pt x="230654" y="32724"/>
                  </a:cubicBezTo>
                  <a:cubicBezTo>
                    <a:pt x="229411" y="31895"/>
                    <a:pt x="228238" y="31136"/>
                    <a:pt x="226995" y="30376"/>
                  </a:cubicBezTo>
                  <a:cubicBezTo>
                    <a:pt x="224026" y="28512"/>
                    <a:pt x="221058" y="26648"/>
                    <a:pt x="218020" y="24922"/>
                  </a:cubicBezTo>
                  <a:cubicBezTo>
                    <a:pt x="217330" y="24508"/>
                    <a:pt x="216708" y="24163"/>
                    <a:pt x="216018" y="23749"/>
                  </a:cubicBezTo>
                  <a:cubicBezTo>
                    <a:pt x="213878" y="22506"/>
                    <a:pt x="211738" y="21333"/>
                    <a:pt x="209597" y="20159"/>
                  </a:cubicBezTo>
                  <a:cubicBezTo>
                    <a:pt x="209114" y="19883"/>
                    <a:pt x="208631" y="19676"/>
                    <a:pt x="208148" y="19399"/>
                  </a:cubicBezTo>
                  <a:cubicBezTo>
                    <a:pt x="207043" y="18778"/>
                    <a:pt x="205938" y="18226"/>
                    <a:pt x="204834" y="17674"/>
                  </a:cubicBezTo>
                  <a:cubicBezTo>
                    <a:pt x="203798" y="17121"/>
                    <a:pt x="202763" y="16569"/>
                    <a:pt x="201727" y="16086"/>
                  </a:cubicBezTo>
                  <a:cubicBezTo>
                    <a:pt x="200968" y="15741"/>
                    <a:pt x="200277" y="15395"/>
                    <a:pt x="199518" y="15050"/>
                  </a:cubicBezTo>
                  <a:cubicBezTo>
                    <a:pt x="198482" y="14567"/>
                    <a:pt x="197516" y="14084"/>
                    <a:pt x="196480" y="13600"/>
                  </a:cubicBezTo>
                  <a:cubicBezTo>
                    <a:pt x="195790" y="13255"/>
                    <a:pt x="195031" y="12910"/>
                    <a:pt x="194340" y="12565"/>
                  </a:cubicBezTo>
                  <a:cubicBezTo>
                    <a:pt x="193167" y="12012"/>
                    <a:pt x="191924" y="11529"/>
                    <a:pt x="190750" y="11046"/>
                  </a:cubicBezTo>
                  <a:cubicBezTo>
                    <a:pt x="189922" y="10701"/>
                    <a:pt x="189093" y="10356"/>
                    <a:pt x="188265" y="10010"/>
                  </a:cubicBezTo>
                  <a:cubicBezTo>
                    <a:pt x="187920" y="9872"/>
                    <a:pt x="187575" y="9734"/>
                    <a:pt x="187229" y="9596"/>
                  </a:cubicBezTo>
                  <a:cubicBezTo>
                    <a:pt x="184951" y="8699"/>
                    <a:pt x="182742" y="7870"/>
                    <a:pt x="180464" y="7042"/>
                  </a:cubicBezTo>
                  <a:cubicBezTo>
                    <a:pt x="180395" y="7042"/>
                    <a:pt x="180326" y="7042"/>
                    <a:pt x="180188" y="6973"/>
                  </a:cubicBezTo>
                  <a:cubicBezTo>
                    <a:pt x="179842" y="6835"/>
                    <a:pt x="179497" y="6766"/>
                    <a:pt x="179221" y="6628"/>
                  </a:cubicBezTo>
                  <a:cubicBezTo>
                    <a:pt x="177495" y="6006"/>
                    <a:pt x="175700" y="5454"/>
                    <a:pt x="173974" y="4902"/>
                  </a:cubicBezTo>
                  <a:cubicBezTo>
                    <a:pt x="173422" y="4764"/>
                    <a:pt x="172870" y="4625"/>
                    <a:pt x="172317" y="4418"/>
                  </a:cubicBezTo>
                  <a:cubicBezTo>
                    <a:pt x="171558" y="4211"/>
                    <a:pt x="170798" y="4004"/>
                    <a:pt x="170039" y="3797"/>
                  </a:cubicBezTo>
                  <a:cubicBezTo>
                    <a:pt x="169280" y="3590"/>
                    <a:pt x="168451" y="3314"/>
                    <a:pt x="167692" y="3176"/>
                  </a:cubicBezTo>
                  <a:cubicBezTo>
                    <a:pt x="166449" y="2831"/>
                    <a:pt x="165137" y="2623"/>
                    <a:pt x="163895" y="2347"/>
                  </a:cubicBezTo>
                  <a:cubicBezTo>
                    <a:pt x="163342" y="2209"/>
                    <a:pt x="162790" y="2071"/>
                    <a:pt x="162169" y="2002"/>
                  </a:cubicBezTo>
                  <a:cubicBezTo>
                    <a:pt x="161962" y="2002"/>
                    <a:pt x="161686" y="1864"/>
                    <a:pt x="161478" y="1864"/>
                  </a:cubicBezTo>
                  <a:cubicBezTo>
                    <a:pt x="159407" y="1450"/>
                    <a:pt x="157405" y="1105"/>
                    <a:pt x="155334" y="828"/>
                  </a:cubicBezTo>
                  <a:cubicBezTo>
                    <a:pt x="155127" y="828"/>
                    <a:pt x="154851" y="828"/>
                    <a:pt x="154644" y="759"/>
                  </a:cubicBezTo>
                  <a:cubicBezTo>
                    <a:pt x="154022" y="690"/>
                    <a:pt x="153470" y="621"/>
                    <a:pt x="152849" y="552"/>
                  </a:cubicBezTo>
                  <a:cubicBezTo>
                    <a:pt x="151606" y="414"/>
                    <a:pt x="150432" y="276"/>
                    <a:pt x="149190" y="207"/>
                  </a:cubicBezTo>
                  <a:cubicBezTo>
                    <a:pt x="148085" y="138"/>
                    <a:pt x="146912" y="69"/>
                    <a:pt x="145807" y="0"/>
                  </a:cubicBezTo>
                  <a:cubicBezTo>
                    <a:pt x="144840" y="0"/>
                    <a:pt x="143874" y="0"/>
                    <a:pt x="142838" y="0"/>
                  </a:cubicBezTo>
                  <a:cubicBezTo>
                    <a:pt x="140560" y="0"/>
                    <a:pt x="138351" y="138"/>
                    <a:pt x="136142" y="276"/>
                  </a:cubicBezTo>
                  <a:cubicBezTo>
                    <a:pt x="136004" y="276"/>
                    <a:pt x="135866" y="276"/>
                    <a:pt x="135658" y="276"/>
                  </a:cubicBezTo>
                  <a:cubicBezTo>
                    <a:pt x="135106" y="276"/>
                    <a:pt x="134554" y="414"/>
                    <a:pt x="134002" y="483"/>
                  </a:cubicBezTo>
                  <a:cubicBezTo>
                    <a:pt x="132138" y="690"/>
                    <a:pt x="130343" y="897"/>
                    <a:pt x="128548" y="1243"/>
                  </a:cubicBezTo>
                  <a:cubicBezTo>
                    <a:pt x="127995" y="1381"/>
                    <a:pt x="127512" y="1519"/>
                    <a:pt x="127029" y="1657"/>
                  </a:cubicBezTo>
                  <a:cubicBezTo>
                    <a:pt x="125372" y="2002"/>
                    <a:pt x="123853" y="2485"/>
                    <a:pt x="122265" y="2969"/>
                  </a:cubicBezTo>
                  <a:cubicBezTo>
                    <a:pt x="121230" y="3314"/>
                    <a:pt x="120056" y="3452"/>
                    <a:pt x="119020" y="3866"/>
                  </a:cubicBezTo>
                  <a:cubicBezTo>
                    <a:pt x="118399" y="4073"/>
                    <a:pt x="117778" y="4418"/>
                    <a:pt x="117087" y="4625"/>
                  </a:cubicBezTo>
                  <a:cubicBezTo>
                    <a:pt x="116397" y="4902"/>
                    <a:pt x="115776" y="5109"/>
                    <a:pt x="115154" y="5385"/>
                  </a:cubicBezTo>
                  <a:cubicBezTo>
                    <a:pt x="112531" y="6489"/>
                    <a:pt x="109908" y="7732"/>
                    <a:pt x="107422" y="9182"/>
                  </a:cubicBezTo>
                  <a:lnTo>
                    <a:pt x="0" y="71592"/>
                  </a:lnTo>
                  <a:cubicBezTo>
                    <a:pt x="2485" y="70142"/>
                    <a:pt x="5040" y="68968"/>
                    <a:pt x="7732" y="67795"/>
                  </a:cubicBezTo>
                  <a:cubicBezTo>
                    <a:pt x="8354" y="67519"/>
                    <a:pt x="9044" y="67242"/>
                    <a:pt x="9665" y="67035"/>
                  </a:cubicBezTo>
                  <a:cubicBezTo>
                    <a:pt x="11322" y="66414"/>
                    <a:pt x="13048" y="65931"/>
                    <a:pt x="14774" y="65378"/>
                  </a:cubicBezTo>
                  <a:cubicBezTo>
                    <a:pt x="16362" y="64895"/>
                    <a:pt x="17950" y="64412"/>
                    <a:pt x="19538" y="64067"/>
                  </a:cubicBezTo>
                  <a:cubicBezTo>
                    <a:pt x="21816" y="63583"/>
                    <a:pt x="24163" y="63169"/>
                    <a:pt x="26510" y="62893"/>
                  </a:cubicBezTo>
                  <a:cubicBezTo>
                    <a:pt x="27063" y="62893"/>
                    <a:pt x="27615" y="62686"/>
                    <a:pt x="28167" y="62686"/>
                  </a:cubicBezTo>
                  <a:cubicBezTo>
                    <a:pt x="31481" y="62341"/>
                    <a:pt x="34795" y="62272"/>
                    <a:pt x="38247" y="62341"/>
                  </a:cubicBezTo>
                  <a:cubicBezTo>
                    <a:pt x="40525" y="62410"/>
                    <a:pt x="42941" y="62617"/>
                    <a:pt x="45289" y="62893"/>
                  </a:cubicBezTo>
                  <a:cubicBezTo>
                    <a:pt x="45910" y="62893"/>
                    <a:pt x="46462" y="63031"/>
                    <a:pt x="47014" y="63100"/>
                  </a:cubicBezTo>
                  <a:cubicBezTo>
                    <a:pt x="49500" y="63445"/>
                    <a:pt x="51985" y="63860"/>
                    <a:pt x="54540" y="64343"/>
                  </a:cubicBezTo>
                  <a:cubicBezTo>
                    <a:pt x="55092" y="64481"/>
                    <a:pt x="55644" y="64619"/>
                    <a:pt x="56196" y="64688"/>
                  </a:cubicBezTo>
                  <a:cubicBezTo>
                    <a:pt x="58268" y="65102"/>
                    <a:pt x="60270" y="65655"/>
                    <a:pt x="62341" y="66207"/>
                  </a:cubicBezTo>
                  <a:cubicBezTo>
                    <a:pt x="63100" y="66414"/>
                    <a:pt x="63860" y="66621"/>
                    <a:pt x="64619" y="66828"/>
                  </a:cubicBezTo>
                  <a:cubicBezTo>
                    <a:pt x="66897" y="67519"/>
                    <a:pt x="69244" y="68209"/>
                    <a:pt x="71523" y="69037"/>
                  </a:cubicBezTo>
                  <a:cubicBezTo>
                    <a:pt x="71868" y="69175"/>
                    <a:pt x="72213" y="69244"/>
                    <a:pt x="72489" y="69383"/>
                  </a:cubicBezTo>
                  <a:cubicBezTo>
                    <a:pt x="75113" y="70280"/>
                    <a:pt x="77805" y="71316"/>
                    <a:pt x="80498" y="72420"/>
                  </a:cubicBezTo>
                  <a:cubicBezTo>
                    <a:pt x="81326" y="72765"/>
                    <a:pt x="82154" y="73111"/>
                    <a:pt x="82983" y="73456"/>
                  </a:cubicBezTo>
                  <a:cubicBezTo>
                    <a:pt x="84916" y="74284"/>
                    <a:pt x="86849" y="75113"/>
                    <a:pt x="88713" y="76010"/>
                  </a:cubicBezTo>
                  <a:cubicBezTo>
                    <a:pt x="89749" y="76493"/>
                    <a:pt x="90784" y="76977"/>
                    <a:pt x="91751" y="77460"/>
                  </a:cubicBezTo>
                  <a:cubicBezTo>
                    <a:pt x="93546" y="78288"/>
                    <a:pt x="95272" y="79186"/>
                    <a:pt x="97067" y="80083"/>
                  </a:cubicBezTo>
                  <a:cubicBezTo>
                    <a:pt x="98171" y="80636"/>
                    <a:pt x="99276" y="81188"/>
                    <a:pt x="100380" y="81809"/>
                  </a:cubicBezTo>
                  <a:cubicBezTo>
                    <a:pt x="103004" y="83190"/>
                    <a:pt x="105627" y="84640"/>
                    <a:pt x="108182" y="86159"/>
                  </a:cubicBezTo>
                  <a:cubicBezTo>
                    <a:pt x="113083" y="88989"/>
                    <a:pt x="117916" y="92027"/>
                    <a:pt x="122817" y="95203"/>
                  </a:cubicBezTo>
                  <a:cubicBezTo>
                    <a:pt x="128064" y="98654"/>
                    <a:pt x="133242" y="102313"/>
                    <a:pt x="138420" y="106110"/>
                  </a:cubicBezTo>
                  <a:cubicBezTo>
                    <a:pt x="138903" y="106525"/>
                    <a:pt x="139456" y="106870"/>
                    <a:pt x="139939" y="107284"/>
                  </a:cubicBezTo>
                  <a:cubicBezTo>
                    <a:pt x="144357" y="110598"/>
                    <a:pt x="148776" y="114119"/>
                    <a:pt x="153194" y="117709"/>
                  </a:cubicBezTo>
                  <a:cubicBezTo>
                    <a:pt x="153953" y="118330"/>
                    <a:pt x="154713" y="118951"/>
                    <a:pt x="155472" y="119573"/>
                  </a:cubicBezTo>
                  <a:cubicBezTo>
                    <a:pt x="160029" y="123439"/>
                    <a:pt x="164585" y="127443"/>
                    <a:pt x="169142" y="131516"/>
                  </a:cubicBezTo>
                  <a:cubicBezTo>
                    <a:pt x="170039" y="132345"/>
                    <a:pt x="170868" y="133173"/>
                    <a:pt x="171765" y="133932"/>
                  </a:cubicBezTo>
                  <a:cubicBezTo>
                    <a:pt x="176252" y="138144"/>
                    <a:pt x="180740" y="142424"/>
                    <a:pt x="185089" y="146981"/>
                  </a:cubicBezTo>
                  <a:cubicBezTo>
                    <a:pt x="185572" y="147533"/>
                    <a:pt x="186125" y="148016"/>
                    <a:pt x="186608" y="148568"/>
                  </a:cubicBezTo>
                  <a:cubicBezTo>
                    <a:pt x="191164" y="153263"/>
                    <a:pt x="195652" y="158165"/>
                    <a:pt x="200001" y="163135"/>
                  </a:cubicBezTo>
                  <a:cubicBezTo>
                    <a:pt x="200346" y="163480"/>
                    <a:pt x="200623" y="163895"/>
                    <a:pt x="200968" y="164240"/>
                  </a:cubicBezTo>
                  <a:cubicBezTo>
                    <a:pt x="205386" y="169349"/>
                    <a:pt x="209736" y="174595"/>
                    <a:pt x="214016" y="180049"/>
                  </a:cubicBezTo>
                  <a:cubicBezTo>
                    <a:pt x="214430" y="180533"/>
                    <a:pt x="214775" y="181085"/>
                    <a:pt x="215190" y="181568"/>
                  </a:cubicBezTo>
                  <a:cubicBezTo>
                    <a:pt x="218710" y="186125"/>
                    <a:pt x="222162" y="190888"/>
                    <a:pt x="225545" y="195652"/>
                  </a:cubicBezTo>
                  <a:cubicBezTo>
                    <a:pt x="226581" y="197102"/>
                    <a:pt x="227616" y="198482"/>
                    <a:pt x="228583" y="199932"/>
                  </a:cubicBezTo>
                  <a:cubicBezTo>
                    <a:pt x="232518" y="205662"/>
                    <a:pt x="236384" y="211530"/>
                    <a:pt x="240043" y="217468"/>
                  </a:cubicBezTo>
                  <a:cubicBezTo>
                    <a:pt x="241631" y="220022"/>
                    <a:pt x="243150" y="222646"/>
                    <a:pt x="244599" y="225269"/>
                  </a:cubicBezTo>
                  <a:cubicBezTo>
                    <a:pt x="246463" y="228514"/>
                    <a:pt x="248258" y="231758"/>
                    <a:pt x="250053" y="235072"/>
                  </a:cubicBezTo>
                  <a:cubicBezTo>
                    <a:pt x="250399" y="235763"/>
                    <a:pt x="250813" y="236384"/>
                    <a:pt x="251158" y="237074"/>
                  </a:cubicBezTo>
                  <a:cubicBezTo>
                    <a:pt x="251641" y="237972"/>
                    <a:pt x="252124" y="238938"/>
                    <a:pt x="252608" y="239836"/>
                  </a:cubicBezTo>
                  <a:cubicBezTo>
                    <a:pt x="253850" y="242183"/>
                    <a:pt x="255024" y="244530"/>
                    <a:pt x="256198" y="246878"/>
                  </a:cubicBezTo>
                  <a:cubicBezTo>
                    <a:pt x="256681" y="247775"/>
                    <a:pt x="257095" y="248742"/>
                    <a:pt x="257578" y="249708"/>
                  </a:cubicBezTo>
                  <a:cubicBezTo>
                    <a:pt x="258683" y="251986"/>
                    <a:pt x="259788" y="254334"/>
                    <a:pt x="260823" y="256612"/>
                  </a:cubicBezTo>
                  <a:cubicBezTo>
                    <a:pt x="261237" y="257578"/>
                    <a:pt x="261721" y="258545"/>
                    <a:pt x="262135" y="259442"/>
                  </a:cubicBezTo>
                  <a:cubicBezTo>
                    <a:pt x="263378" y="262204"/>
                    <a:pt x="264551" y="264965"/>
                    <a:pt x="265725" y="267727"/>
                  </a:cubicBezTo>
                  <a:cubicBezTo>
                    <a:pt x="265863" y="268141"/>
                    <a:pt x="266070" y="268486"/>
                    <a:pt x="266208" y="268901"/>
                  </a:cubicBezTo>
                  <a:cubicBezTo>
                    <a:pt x="267520" y="272076"/>
                    <a:pt x="268762" y="275183"/>
                    <a:pt x="270005" y="278359"/>
                  </a:cubicBezTo>
                  <a:cubicBezTo>
                    <a:pt x="270350" y="279256"/>
                    <a:pt x="270696" y="280154"/>
                    <a:pt x="270972" y="280982"/>
                  </a:cubicBezTo>
                  <a:cubicBezTo>
                    <a:pt x="271869" y="283398"/>
                    <a:pt x="272767" y="285746"/>
                    <a:pt x="273595" y="288162"/>
                  </a:cubicBezTo>
                  <a:cubicBezTo>
                    <a:pt x="273940" y="289129"/>
                    <a:pt x="274285" y="290095"/>
                    <a:pt x="274631" y="291062"/>
                  </a:cubicBezTo>
                  <a:cubicBezTo>
                    <a:pt x="275666" y="294099"/>
                    <a:pt x="276633" y="297068"/>
                    <a:pt x="277599" y="300105"/>
                  </a:cubicBezTo>
                  <a:cubicBezTo>
                    <a:pt x="277599" y="300313"/>
                    <a:pt x="277737" y="300520"/>
                    <a:pt x="277806" y="300727"/>
                  </a:cubicBezTo>
                  <a:cubicBezTo>
                    <a:pt x="278773" y="303903"/>
                    <a:pt x="279670" y="307078"/>
                    <a:pt x="280568" y="310323"/>
                  </a:cubicBezTo>
                  <a:cubicBezTo>
                    <a:pt x="280844" y="311220"/>
                    <a:pt x="281051" y="312118"/>
                    <a:pt x="281258" y="313015"/>
                  </a:cubicBezTo>
                  <a:cubicBezTo>
                    <a:pt x="281880" y="315363"/>
                    <a:pt x="282501" y="317779"/>
                    <a:pt x="283053" y="320126"/>
                  </a:cubicBezTo>
                  <a:cubicBezTo>
                    <a:pt x="283260" y="321024"/>
                    <a:pt x="283467" y="321921"/>
                    <a:pt x="283675" y="322819"/>
                  </a:cubicBezTo>
                  <a:cubicBezTo>
                    <a:pt x="284365" y="325925"/>
                    <a:pt x="284986" y="328963"/>
                    <a:pt x="285608" y="332001"/>
                  </a:cubicBezTo>
                  <a:cubicBezTo>
                    <a:pt x="285608" y="332139"/>
                    <a:pt x="285608" y="332346"/>
                    <a:pt x="285677" y="332484"/>
                  </a:cubicBezTo>
                  <a:cubicBezTo>
                    <a:pt x="286229" y="335384"/>
                    <a:pt x="286643" y="338283"/>
                    <a:pt x="287126" y="341114"/>
                  </a:cubicBezTo>
                  <a:cubicBezTo>
                    <a:pt x="287265" y="341873"/>
                    <a:pt x="287334" y="342563"/>
                    <a:pt x="287472" y="343323"/>
                  </a:cubicBezTo>
                  <a:cubicBezTo>
                    <a:pt x="287886" y="346291"/>
                    <a:pt x="288231" y="349191"/>
                    <a:pt x="288507" y="352091"/>
                  </a:cubicBezTo>
                  <a:cubicBezTo>
                    <a:pt x="288507" y="352298"/>
                    <a:pt x="288507" y="352505"/>
                    <a:pt x="288507" y="352712"/>
                  </a:cubicBezTo>
                  <a:cubicBezTo>
                    <a:pt x="288783" y="355473"/>
                    <a:pt x="288921" y="358235"/>
                    <a:pt x="289059" y="360927"/>
                  </a:cubicBezTo>
                  <a:cubicBezTo>
                    <a:pt x="289059" y="361480"/>
                    <a:pt x="289059" y="361963"/>
                    <a:pt x="289129" y="362515"/>
                  </a:cubicBezTo>
                  <a:cubicBezTo>
                    <a:pt x="289198" y="365277"/>
                    <a:pt x="289267" y="367969"/>
                    <a:pt x="289198" y="370662"/>
                  </a:cubicBezTo>
                  <a:cubicBezTo>
                    <a:pt x="289198" y="371145"/>
                    <a:pt x="289198" y="371697"/>
                    <a:pt x="289198" y="372180"/>
                  </a:cubicBezTo>
                  <a:cubicBezTo>
                    <a:pt x="289198" y="374942"/>
                    <a:pt x="288990" y="377703"/>
                    <a:pt x="288783" y="380327"/>
                  </a:cubicBezTo>
                  <a:lnTo>
                    <a:pt x="396206" y="317917"/>
                  </a:lnTo>
                  <a:cubicBezTo>
                    <a:pt x="396206" y="317917"/>
                    <a:pt x="396206" y="317779"/>
                    <a:pt x="396206" y="317641"/>
                  </a:cubicBezTo>
                  <a:cubicBezTo>
                    <a:pt x="396344" y="315915"/>
                    <a:pt x="396482" y="314120"/>
                    <a:pt x="396551" y="312325"/>
                  </a:cubicBezTo>
                  <a:cubicBezTo>
                    <a:pt x="396551" y="311428"/>
                    <a:pt x="396551" y="310599"/>
                    <a:pt x="396551" y="309702"/>
                  </a:cubicBezTo>
                  <a:cubicBezTo>
                    <a:pt x="396551" y="309218"/>
                    <a:pt x="396551" y="308735"/>
                    <a:pt x="396551" y="3081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83"/>
            <p:cNvSpPr/>
            <p:nvPr/>
          </p:nvSpPr>
          <p:spPr>
            <a:xfrm>
              <a:off x="6107743" y="70258"/>
              <a:ext cx="443734" cy="399024"/>
            </a:xfrm>
            <a:custGeom>
              <a:rect b="b" l="l" r="r" t="t"/>
              <a:pathLst>
                <a:path extrusionOk="0" h="606881" w="674881">
                  <a:moveTo>
                    <a:pt x="317398" y="23723"/>
                  </a:moveTo>
                  <a:cubicBezTo>
                    <a:pt x="322300" y="26553"/>
                    <a:pt x="327132" y="29591"/>
                    <a:pt x="332034" y="32766"/>
                  </a:cubicBezTo>
                  <a:cubicBezTo>
                    <a:pt x="374975" y="60934"/>
                    <a:pt x="417640" y="103392"/>
                    <a:pt x="449328" y="155170"/>
                  </a:cubicBezTo>
                  <a:cubicBezTo>
                    <a:pt x="480948" y="206879"/>
                    <a:pt x="501935" y="270807"/>
                    <a:pt x="498000" y="317891"/>
                  </a:cubicBezTo>
                  <a:cubicBezTo>
                    <a:pt x="502901" y="319133"/>
                    <a:pt x="507941" y="321343"/>
                    <a:pt x="512981" y="324242"/>
                  </a:cubicBezTo>
                  <a:cubicBezTo>
                    <a:pt x="526512" y="332044"/>
                    <a:pt x="540113" y="345299"/>
                    <a:pt x="550468" y="361384"/>
                  </a:cubicBezTo>
                  <a:cubicBezTo>
                    <a:pt x="564621" y="383338"/>
                    <a:pt x="576150" y="410815"/>
                    <a:pt x="574286" y="431043"/>
                  </a:cubicBezTo>
                  <a:cubicBezTo>
                    <a:pt x="577117" y="432355"/>
                    <a:pt x="579947" y="433805"/>
                    <a:pt x="582709" y="435461"/>
                  </a:cubicBezTo>
                  <a:cubicBezTo>
                    <a:pt x="606734" y="449338"/>
                    <a:pt x="630759" y="474330"/>
                    <a:pt x="647811" y="503670"/>
                  </a:cubicBezTo>
                  <a:cubicBezTo>
                    <a:pt x="666865" y="536532"/>
                    <a:pt x="676945" y="577402"/>
                    <a:pt x="674528" y="606881"/>
                  </a:cubicBezTo>
                  <a:lnTo>
                    <a:pt x="3899" y="219720"/>
                  </a:lnTo>
                  <a:cubicBezTo>
                    <a:pt x="-5835" y="187203"/>
                    <a:pt x="-726" y="120720"/>
                    <a:pt x="58853" y="121618"/>
                  </a:cubicBezTo>
                  <a:cubicBezTo>
                    <a:pt x="69140" y="121756"/>
                    <a:pt x="80393" y="125553"/>
                    <a:pt x="91715" y="132111"/>
                  </a:cubicBezTo>
                  <a:cubicBezTo>
                    <a:pt x="99723" y="136737"/>
                    <a:pt x="107801" y="142743"/>
                    <a:pt x="115533" y="149716"/>
                  </a:cubicBezTo>
                  <a:cubicBezTo>
                    <a:pt x="115533" y="135356"/>
                    <a:pt x="122851" y="125415"/>
                    <a:pt x="133828" y="124793"/>
                  </a:cubicBezTo>
                  <a:cubicBezTo>
                    <a:pt x="138729" y="124448"/>
                    <a:pt x="144390" y="126243"/>
                    <a:pt x="150120" y="129557"/>
                  </a:cubicBezTo>
                  <a:cubicBezTo>
                    <a:pt x="157093" y="133561"/>
                    <a:pt x="164135" y="139912"/>
                    <a:pt x="170003" y="147507"/>
                  </a:cubicBezTo>
                  <a:cubicBezTo>
                    <a:pt x="163099" y="106360"/>
                    <a:pt x="166206" y="68321"/>
                    <a:pt x="179737" y="41396"/>
                  </a:cubicBezTo>
                  <a:cubicBezTo>
                    <a:pt x="193338" y="14541"/>
                    <a:pt x="217432" y="-924"/>
                    <a:pt x="247394" y="43"/>
                  </a:cubicBezTo>
                  <a:cubicBezTo>
                    <a:pt x="269141" y="733"/>
                    <a:pt x="293373" y="9846"/>
                    <a:pt x="317467" y="2379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84"/>
          <p:cNvSpPr txBox="1"/>
          <p:nvPr>
            <p:ph type="title"/>
          </p:nvPr>
        </p:nvSpPr>
        <p:spPr>
          <a:xfrm>
            <a:off x="825350" y="311400"/>
            <a:ext cx="7704000" cy="6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Discussion</a:t>
            </a:r>
            <a:endParaRPr sz="3100"/>
          </a:p>
        </p:txBody>
      </p:sp>
      <p:sp>
        <p:nvSpPr>
          <p:cNvPr id="2152" name="Google Shape;2152;p84"/>
          <p:cNvSpPr txBox="1"/>
          <p:nvPr/>
        </p:nvSpPr>
        <p:spPr>
          <a:xfrm>
            <a:off x="825350" y="1125950"/>
            <a:ext cx="3326700" cy="3714300"/>
          </a:xfrm>
          <a:prstGeom prst="rect">
            <a:avLst/>
          </a:prstGeom>
          <a:solidFill>
            <a:srgbClr val="D7ECFF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57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"/>
              <a:buChar char="●"/>
            </a:pPr>
            <a:r>
              <a:rPr lang="en" sz="1800">
                <a:latin typeface="Plus Jakarta Sans"/>
                <a:ea typeface="Plus Jakarta Sans"/>
                <a:cs typeface="Plus Jakarta Sans"/>
                <a:sym typeface="Plus Jakarta Sans"/>
              </a:rPr>
              <a:t>What were some things that stuck out from the day?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5740" lvl="0" marL="18288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lus Jakarta Sans"/>
              <a:buChar char="●"/>
            </a:pPr>
            <a:r>
              <a:rPr lang="en" sz="1800">
                <a:latin typeface="Plus Jakarta Sans"/>
                <a:ea typeface="Plus Jakarta Sans"/>
                <a:cs typeface="Plus Jakarta Sans"/>
                <a:sym typeface="Plus Jakarta Sans"/>
              </a:rPr>
              <a:t>What was easy?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5740" lvl="0" marL="18288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Plus Jakarta Sans"/>
              <a:buChar char="●"/>
            </a:pPr>
            <a:r>
              <a:rPr lang="en" sz="1800">
                <a:latin typeface="Plus Jakarta Sans"/>
                <a:ea typeface="Plus Jakarta Sans"/>
                <a:cs typeface="Plus Jakarta Sans"/>
                <a:sym typeface="Plus Jakarta Sans"/>
              </a:rPr>
              <a:t>What was difficult? 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05740" lvl="0" marL="18288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ts val="1800"/>
              <a:buFont typeface="Plus Jakarta Sans"/>
              <a:buChar char="●"/>
            </a:pPr>
            <a:r>
              <a:rPr lang="en" sz="1800">
                <a:latin typeface="Plus Jakarta Sans"/>
                <a:ea typeface="Plus Jakarta Sans"/>
                <a:cs typeface="Plus Jakarta Sans"/>
                <a:sym typeface="Plus Jakarta Sans"/>
              </a:rPr>
              <a:t>What would you do if you were to do this again?</a:t>
            </a:r>
            <a:endParaRPr sz="18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53" name="Google Shape;215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100" y="625350"/>
            <a:ext cx="3892800" cy="38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85"/>
          <p:cNvSpPr txBox="1"/>
          <p:nvPr>
            <p:ph type="title"/>
          </p:nvPr>
        </p:nvSpPr>
        <p:spPr>
          <a:xfrm>
            <a:off x="523825" y="-64650"/>
            <a:ext cx="8211600" cy="10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 Data from Wilmington, NC</a:t>
            </a:r>
            <a:endParaRPr sz="3100"/>
          </a:p>
        </p:txBody>
      </p:sp>
      <p:cxnSp>
        <p:nvCxnSpPr>
          <p:cNvPr id="2159" name="Google Shape;2159;p85"/>
          <p:cNvCxnSpPr/>
          <p:nvPr/>
        </p:nvCxnSpPr>
        <p:spPr>
          <a:xfrm>
            <a:off x="3119100" y="897750"/>
            <a:ext cx="29058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0" name="Google Shape;2160;p85"/>
          <p:cNvSpPr txBox="1"/>
          <p:nvPr/>
        </p:nvSpPr>
        <p:spPr>
          <a:xfrm>
            <a:off x="1559875" y="1277900"/>
            <a:ext cx="3451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61" name="Google Shape;2161;p85"/>
          <p:cNvSpPr txBox="1"/>
          <p:nvPr/>
        </p:nvSpPr>
        <p:spPr>
          <a:xfrm>
            <a:off x="4463650" y="4345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https://wl.cormp.org/</a:t>
            </a:r>
            <a:endParaRPr/>
          </a:p>
        </p:txBody>
      </p:sp>
      <p:pic>
        <p:nvPicPr>
          <p:cNvPr id="2162" name="Google Shape;216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3650" y="1277900"/>
            <a:ext cx="3987974" cy="306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3" name="Google Shape;2163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9875" y="1277900"/>
            <a:ext cx="2301374" cy="3067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85"/>
          <p:cNvSpPr/>
          <p:nvPr/>
        </p:nvSpPr>
        <p:spPr>
          <a:xfrm>
            <a:off x="7463650" y="3694623"/>
            <a:ext cx="1591812" cy="1130976"/>
          </a:xfrm>
          <a:prstGeom prst="cloud">
            <a:avLst/>
          </a:prstGeom>
          <a:solidFill>
            <a:srgbClr val="FFCC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Let’s Explore!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65" name="Google Shape;2165;p85"/>
          <p:cNvSpPr/>
          <p:nvPr/>
        </p:nvSpPr>
        <p:spPr>
          <a:xfrm rot="-5700165">
            <a:off x="6774735" y="4106523"/>
            <a:ext cx="202973" cy="797443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CCB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86"/>
          <p:cNvSpPr txBox="1"/>
          <p:nvPr>
            <p:ph type="title"/>
          </p:nvPr>
        </p:nvSpPr>
        <p:spPr>
          <a:xfrm>
            <a:off x="1064550" y="270275"/>
            <a:ext cx="7014900" cy="77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Explore Data</a:t>
            </a:r>
            <a:endParaRPr sz="4400"/>
          </a:p>
        </p:txBody>
      </p:sp>
      <p:sp>
        <p:nvSpPr>
          <p:cNvPr id="2171" name="Google Shape;2171;p86"/>
          <p:cNvSpPr txBox="1"/>
          <p:nvPr/>
        </p:nvSpPr>
        <p:spPr>
          <a:xfrm>
            <a:off x="1522825" y="1045175"/>
            <a:ext cx="68085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1: BMC-RAND-WL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2: Love Grove Bridge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3: SMC-KERR-WL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Group 4: CMSDOCK_WL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72" name="Google Shape;2172;p86"/>
          <p:cNvSpPr txBox="1"/>
          <p:nvPr/>
        </p:nvSpPr>
        <p:spPr>
          <a:xfrm>
            <a:off x="1522825" y="2469425"/>
            <a:ext cx="6279600" cy="18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Choosing a 1-3  month period explore…</a:t>
            </a:r>
            <a:endParaRPr i="1"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is the highest and lowest water level you see (in cm)?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are some trends you see, what could be causing them?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lus Jakarta Sans"/>
              <a:buAutoNum type="arabicPeriod"/>
            </a:pPr>
            <a:r>
              <a:rPr lang="en"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 there any large precipitation events within your time frame?</a:t>
            </a:r>
            <a:endParaRPr sz="19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87"/>
          <p:cNvSpPr txBox="1"/>
          <p:nvPr>
            <p:ph type="title"/>
          </p:nvPr>
        </p:nvSpPr>
        <p:spPr>
          <a:xfrm>
            <a:off x="1064550" y="477975"/>
            <a:ext cx="7014900" cy="12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Next Class!</a:t>
            </a:r>
            <a:endParaRPr sz="4400"/>
          </a:p>
        </p:txBody>
      </p:sp>
      <p:sp>
        <p:nvSpPr>
          <p:cNvPr id="2178" name="Google Shape;2178;p87"/>
          <p:cNvSpPr txBox="1"/>
          <p:nvPr/>
        </p:nvSpPr>
        <p:spPr>
          <a:xfrm>
            <a:off x="1787450" y="1808300"/>
            <a:ext cx="6291900" cy="3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us Jakarta Sans"/>
              <a:buAutoNum type="arabicPeriod"/>
            </a:pPr>
            <a:r>
              <a:rPr lang="en" sz="2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Deployment! </a:t>
            </a:r>
            <a:endParaRPr sz="2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us Jakarta Sans"/>
              <a:buAutoNum type="arabicPeriod"/>
            </a:pPr>
            <a:r>
              <a:rPr lang="en" sz="2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Stormwater Control Evaluation </a:t>
            </a:r>
            <a:endParaRPr sz="2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us Jakarta Sans"/>
              <a:buAutoNum type="arabicPeriod"/>
            </a:pPr>
            <a:r>
              <a:rPr lang="en" sz="27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poster discussion</a:t>
            </a:r>
            <a:endParaRPr sz="27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atershed Management by Slidesgo">
  <a:themeElements>
    <a:clrScheme name="Simple Light">
      <a:dk1>
        <a:srgbClr val="2B3A30"/>
      </a:dk1>
      <a:lt1>
        <a:srgbClr val="F7F4EA"/>
      </a:lt1>
      <a:dk2>
        <a:srgbClr val="A9C4D4"/>
      </a:dk2>
      <a:lt2>
        <a:srgbClr val="497EAD"/>
      </a:lt2>
      <a:accent1>
        <a:srgbClr val="35597E"/>
      </a:accent1>
      <a:accent2>
        <a:srgbClr val="477D70"/>
      </a:accent2>
      <a:accent3>
        <a:srgbClr val="26594B"/>
      </a:accent3>
      <a:accent4>
        <a:srgbClr val="DA9524"/>
      </a:accent4>
      <a:accent5>
        <a:srgbClr val="A44913"/>
      </a:accent5>
      <a:accent6>
        <a:srgbClr val="632506"/>
      </a:accent6>
      <a:hlink>
        <a:srgbClr val="2B3A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atershed Management by Slidesgo">
  <a:themeElements>
    <a:clrScheme name="Simple Light">
      <a:dk1>
        <a:srgbClr val="2B3A30"/>
      </a:dk1>
      <a:lt1>
        <a:srgbClr val="F7F4EA"/>
      </a:lt1>
      <a:dk2>
        <a:srgbClr val="A9C4D4"/>
      </a:dk2>
      <a:lt2>
        <a:srgbClr val="497EAD"/>
      </a:lt2>
      <a:accent1>
        <a:srgbClr val="35597E"/>
      </a:accent1>
      <a:accent2>
        <a:srgbClr val="477D70"/>
      </a:accent2>
      <a:accent3>
        <a:srgbClr val="26594B"/>
      </a:accent3>
      <a:accent4>
        <a:srgbClr val="DA9524"/>
      </a:accent4>
      <a:accent5>
        <a:srgbClr val="A44913"/>
      </a:accent5>
      <a:accent6>
        <a:srgbClr val="632506"/>
      </a:accent6>
      <a:hlink>
        <a:srgbClr val="2B3A3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