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221E8F0C.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6" r:id="rId5"/>
  </p:sldIdLst>
  <p:sldSz cx="42062400" cy="3108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3F0877-CF4E-8B52-D522-27A8044C1290}" name="Settin, Bentley Fielding" initials="BS" userId="S::bfs7357@uncw.edu::ed05de93-eacd-4776-ad12-62bf05894762" providerId="AD"/>
  <p188:author id="{8A2040D5-E15A-5B35-04E9-E0BDBFB1B2F2}" name="Bresnahan, Philip  J." initials="BP" userId="S::bresnahanp@uncw.edu::3c9c43df-f33c-4d09-be87-9aa5776ba22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9EE"/>
    <a:srgbClr val="CDE2E8"/>
    <a:srgbClr val="DCEA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7B3037-9FB9-45AD-B691-83D2FF9811CD}" v="63" dt="2026-01-27T17:29:38.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25" autoAdjust="0"/>
    <p:restoredTop sz="86467" autoAdjust="0"/>
  </p:normalViewPr>
  <p:slideViewPr>
    <p:cSldViewPr snapToGrid="0">
      <p:cViewPr>
        <p:scale>
          <a:sx n="20" d="100"/>
          <a:sy n="20" d="100"/>
        </p:scale>
        <p:origin x="8" y="-12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ttin, Bentley Fielding" userId="ed05de93-eacd-4776-ad12-62bf05894762" providerId="ADAL" clId="{C018DE0E-A2EF-4C7B-AFF6-B4611175536B}"/>
    <pc:docChg chg="custSel modSld">
      <pc:chgData name="Settin, Bentley Fielding" userId="ed05de93-eacd-4776-ad12-62bf05894762" providerId="ADAL" clId="{C018DE0E-A2EF-4C7B-AFF6-B4611175536B}" dt="2026-01-27T18:05:47.989" v="4923" actId="20577"/>
      <pc:docMkLst>
        <pc:docMk/>
      </pc:docMkLst>
      <pc:sldChg chg="addSp delSp modSp mod modCm">
        <pc:chgData name="Settin, Bentley Fielding" userId="ed05de93-eacd-4776-ad12-62bf05894762" providerId="ADAL" clId="{C018DE0E-A2EF-4C7B-AFF6-B4611175536B}" dt="2026-01-27T18:05:47.989" v="4923" actId="20577"/>
        <pc:sldMkLst>
          <pc:docMk/>
          <pc:sldMk cId="572428044" sldId="256"/>
        </pc:sldMkLst>
        <pc:spChg chg="mod">
          <ac:chgData name="Settin, Bentley Fielding" userId="ed05de93-eacd-4776-ad12-62bf05894762" providerId="ADAL" clId="{C018DE0E-A2EF-4C7B-AFF6-B4611175536B}" dt="2026-01-27T17:07:29.440" v="2922" actId="1076"/>
          <ac:spMkLst>
            <pc:docMk/>
            <pc:sldMk cId="572428044" sldId="256"/>
            <ac:spMk id="2" creationId="{F30CC531-45AF-3771-5F4E-AE58D488A569}"/>
          </ac:spMkLst>
        </pc:spChg>
        <pc:spChg chg="mod">
          <ac:chgData name="Settin, Bentley Fielding" userId="ed05de93-eacd-4776-ad12-62bf05894762" providerId="ADAL" clId="{C018DE0E-A2EF-4C7B-AFF6-B4611175536B}" dt="2026-01-27T18:05:47.989" v="4923" actId="20577"/>
          <ac:spMkLst>
            <pc:docMk/>
            <pc:sldMk cId="572428044" sldId="256"/>
            <ac:spMk id="3" creationId="{00DE74BF-CFB1-A9D9-7186-286072329907}"/>
          </ac:spMkLst>
        </pc:spChg>
        <pc:spChg chg="add mod">
          <ac:chgData name="Settin, Bentley Fielding" userId="ed05de93-eacd-4776-ad12-62bf05894762" providerId="ADAL" clId="{C018DE0E-A2EF-4C7B-AFF6-B4611175536B}" dt="2026-01-27T16:33:41.833" v="1346" actId="14100"/>
          <ac:spMkLst>
            <pc:docMk/>
            <pc:sldMk cId="572428044" sldId="256"/>
            <ac:spMk id="4" creationId="{062B1555-1CBF-1E2F-4CCB-33E5A62D6DCC}"/>
          </ac:spMkLst>
        </pc:spChg>
        <pc:spChg chg="mod">
          <ac:chgData name="Settin, Bentley Fielding" userId="ed05de93-eacd-4776-ad12-62bf05894762" providerId="ADAL" clId="{C018DE0E-A2EF-4C7B-AFF6-B4611175536B}" dt="2026-01-27T17:27:08.556" v="4742" actId="1076"/>
          <ac:spMkLst>
            <pc:docMk/>
            <pc:sldMk cId="572428044" sldId="256"/>
            <ac:spMk id="5" creationId="{7D5CB7A7-C3A5-B400-2EC5-0A0D23A88619}"/>
          </ac:spMkLst>
        </pc:spChg>
        <pc:spChg chg="mod">
          <ac:chgData name="Settin, Bentley Fielding" userId="ed05de93-eacd-4776-ad12-62bf05894762" providerId="ADAL" clId="{C018DE0E-A2EF-4C7B-AFF6-B4611175536B}" dt="2026-01-27T16:25:44.515" v="330" actId="20577"/>
          <ac:spMkLst>
            <pc:docMk/>
            <pc:sldMk cId="572428044" sldId="256"/>
            <ac:spMk id="6" creationId="{003277C1-EEAE-4CE8-D5FB-006AA1BAB8BE}"/>
          </ac:spMkLst>
        </pc:spChg>
        <pc:spChg chg="mod">
          <ac:chgData name="Settin, Bentley Fielding" userId="ed05de93-eacd-4776-ad12-62bf05894762" providerId="ADAL" clId="{C018DE0E-A2EF-4C7B-AFF6-B4611175536B}" dt="2026-01-27T16:56:57.242" v="1734" actId="20577"/>
          <ac:spMkLst>
            <pc:docMk/>
            <pc:sldMk cId="572428044" sldId="256"/>
            <ac:spMk id="7" creationId="{4651A6D3-B008-A551-615F-4F59F54AEA4A}"/>
          </ac:spMkLst>
        </pc:spChg>
        <pc:spChg chg="mod">
          <ac:chgData name="Settin, Bentley Fielding" userId="ed05de93-eacd-4776-ad12-62bf05894762" providerId="ADAL" clId="{C018DE0E-A2EF-4C7B-AFF6-B4611175536B}" dt="2026-01-27T17:27:21.209" v="4746" actId="20577"/>
          <ac:spMkLst>
            <pc:docMk/>
            <pc:sldMk cId="572428044" sldId="256"/>
            <ac:spMk id="8" creationId="{8BB7E596-1211-5B0E-943F-E684FA66DA90}"/>
          </ac:spMkLst>
        </pc:spChg>
        <pc:spChg chg="mod">
          <ac:chgData name="Settin, Bentley Fielding" userId="ed05de93-eacd-4776-ad12-62bf05894762" providerId="ADAL" clId="{C018DE0E-A2EF-4C7B-AFF6-B4611175536B}" dt="2026-01-27T16:30:08.081" v="810" actId="20577"/>
          <ac:spMkLst>
            <pc:docMk/>
            <pc:sldMk cId="572428044" sldId="256"/>
            <ac:spMk id="9" creationId="{010AC223-9D58-6CA8-429B-79B52EDBF9BD}"/>
          </ac:spMkLst>
        </pc:spChg>
        <pc:spChg chg="del">
          <ac:chgData name="Settin, Bentley Fielding" userId="ed05de93-eacd-4776-ad12-62bf05894762" providerId="ADAL" clId="{C018DE0E-A2EF-4C7B-AFF6-B4611175536B}" dt="2026-01-27T16:57:08.445" v="1738" actId="478"/>
          <ac:spMkLst>
            <pc:docMk/>
            <pc:sldMk cId="572428044" sldId="256"/>
            <ac:spMk id="10" creationId="{54363D88-6386-37F9-B4AC-33A49BB393CB}"/>
          </ac:spMkLst>
        </pc:spChg>
        <pc:spChg chg="mod">
          <ac:chgData name="Settin, Bentley Fielding" userId="ed05de93-eacd-4776-ad12-62bf05894762" providerId="ADAL" clId="{C018DE0E-A2EF-4C7B-AFF6-B4611175536B}" dt="2026-01-27T17:01:27.705" v="2199" actId="403"/>
          <ac:spMkLst>
            <pc:docMk/>
            <pc:sldMk cId="572428044" sldId="256"/>
            <ac:spMk id="11" creationId="{497ACCD9-2FF7-E52E-C80D-59792FB8A2C6}"/>
          </ac:spMkLst>
        </pc:spChg>
        <pc:spChg chg="mod">
          <ac:chgData name="Settin, Bentley Fielding" userId="ed05de93-eacd-4776-ad12-62bf05894762" providerId="ADAL" clId="{C018DE0E-A2EF-4C7B-AFF6-B4611175536B}" dt="2026-01-27T17:01:14.917" v="2196" actId="255"/>
          <ac:spMkLst>
            <pc:docMk/>
            <pc:sldMk cId="572428044" sldId="256"/>
            <ac:spMk id="12" creationId="{91591712-35C4-C342-B2B8-790C4AF4E5BF}"/>
          </ac:spMkLst>
        </pc:spChg>
        <pc:spChg chg="mod">
          <ac:chgData name="Settin, Bentley Fielding" userId="ed05de93-eacd-4776-ad12-62bf05894762" providerId="ADAL" clId="{C018DE0E-A2EF-4C7B-AFF6-B4611175536B}" dt="2026-01-27T17:10:06.741" v="3004" actId="1076"/>
          <ac:spMkLst>
            <pc:docMk/>
            <pc:sldMk cId="572428044" sldId="256"/>
            <ac:spMk id="19" creationId="{D7A9F3AC-48E3-04EA-C688-C45A78E7B8C4}"/>
          </ac:spMkLst>
        </pc:spChg>
        <pc:spChg chg="add mod">
          <ac:chgData name="Settin, Bentley Fielding" userId="ed05de93-eacd-4776-ad12-62bf05894762" providerId="ADAL" clId="{C018DE0E-A2EF-4C7B-AFF6-B4611175536B}" dt="2026-01-27T17:02:38.546" v="2414" actId="121"/>
          <ac:spMkLst>
            <pc:docMk/>
            <pc:sldMk cId="572428044" sldId="256"/>
            <ac:spMk id="20" creationId="{C86C24D2-064D-7617-3B79-2DD8C106A3BA}"/>
          </ac:spMkLst>
        </pc:spChg>
        <pc:spChg chg="del">
          <ac:chgData name="Settin, Bentley Fielding" userId="ed05de93-eacd-4776-ad12-62bf05894762" providerId="ADAL" clId="{C018DE0E-A2EF-4C7B-AFF6-B4611175536B}" dt="2026-01-27T16:57:16.059" v="1742" actId="478"/>
          <ac:spMkLst>
            <pc:docMk/>
            <pc:sldMk cId="572428044" sldId="256"/>
            <ac:spMk id="23" creationId="{F46F94BA-B2E6-4AD5-5767-FDFC8C2D3350}"/>
          </ac:spMkLst>
        </pc:spChg>
        <pc:spChg chg="del">
          <ac:chgData name="Settin, Bentley Fielding" userId="ed05de93-eacd-4776-ad12-62bf05894762" providerId="ADAL" clId="{C018DE0E-A2EF-4C7B-AFF6-B4611175536B}" dt="2026-01-27T16:57:27.292" v="1745" actId="478"/>
          <ac:spMkLst>
            <pc:docMk/>
            <pc:sldMk cId="572428044" sldId="256"/>
            <ac:spMk id="25" creationId="{79EF9C9F-B96D-DFA9-0A5B-7B32E4BC564B}"/>
          </ac:spMkLst>
        </pc:spChg>
        <pc:spChg chg="mod">
          <ac:chgData name="Settin, Bentley Fielding" userId="ed05de93-eacd-4776-ad12-62bf05894762" providerId="ADAL" clId="{C018DE0E-A2EF-4C7B-AFF6-B4611175536B}" dt="2026-01-27T17:25:51.658" v="4680" actId="1076"/>
          <ac:spMkLst>
            <pc:docMk/>
            <pc:sldMk cId="572428044" sldId="256"/>
            <ac:spMk id="26" creationId="{B8C24CDF-0F28-9077-EDED-52CD6304FF91}"/>
          </ac:spMkLst>
        </pc:spChg>
        <pc:spChg chg="mod">
          <ac:chgData name="Settin, Bentley Fielding" userId="ed05de93-eacd-4776-ad12-62bf05894762" providerId="ADAL" clId="{C018DE0E-A2EF-4C7B-AFF6-B4611175536B}" dt="2026-01-27T17:15:20.958" v="3734" actId="14100"/>
          <ac:spMkLst>
            <pc:docMk/>
            <pc:sldMk cId="572428044" sldId="256"/>
            <ac:spMk id="28" creationId="{A834F56C-8CFE-C19B-9E2C-6B0E1D576B61}"/>
          </ac:spMkLst>
        </pc:spChg>
        <pc:spChg chg="del mod">
          <ac:chgData name="Settin, Bentley Fielding" userId="ed05de93-eacd-4776-ad12-62bf05894762" providerId="ADAL" clId="{C018DE0E-A2EF-4C7B-AFF6-B4611175536B}" dt="2026-01-27T16:26:27.372" v="388"/>
          <ac:spMkLst>
            <pc:docMk/>
            <pc:sldMk cId="572428044" sldId="256"/>
            <ac:spMk id="29" creationId="{59F36F8B-B4FA-EC4C-636A-694F19C4E6C7}"/>
          </ac:spMkLst>
        </pc:spChg>
        <pc:spChg chg="del">
          <ac:chgData name="Settin, Bentley Fielding" userId="ed05de93-eacd-4776-ad12-62bf05894762" providerId="ADAL" clId="{C018DE0E-A2EF-4C7B-AFF6-B4611175536B}" dt="2026-01-27T17:18:30.874" v="4368" actId="478"/>
          <ac:spMkLst>
            <pc:docMk/>
            <pc:sldMk cId="572428044" sldId="256"/>
            <ac:spMk id="30" creationId="{BB3264D7-930A-4375-BA98-05F84E80216E}"/>
          </ac:spMkLst>
        </pc:spChg>
        <pc:spChg chg="mod">
          <ac:chgData name="Settin, Bentley Fielding" userId="ed05de93-eacd-4776-ad12-62bf05894762" providerId="ADAL" clId="{C018DE0E-A2EF-4C7B-AFF6-B4611175536B}" dt="2026-01-27T17:15:16.505" v="3733" actId="5793"/>
          <ac:spMkLst>
            <pc:docMk/>
            <pc:sldMk cId="572428044" sldId="256"/>
            <ac:spMk id="31" creationId="{7098EC19-E342-4BEA-38D1-C5618EB8439D}"/>
          </ac:spMkLst>
        </pc:spChg>
        <pc:spChg chg="mod">
          <ac:chgData name="Settin, Bentley Fielding" userId="ed05de93-eacd-4776-ad12-62bf05894762" providerId="ADAL" clId="{C018DE0E-A2EF-4C7B-AFF6-B4611175536B}" dt="2026-01-27T17:26:22.496" v="4702" actId="20577"/>
          <ac:spMkLst>
            <pc:docMk/>
            <pc:sldMk cId="572428044" sldId="256"/>
            <ac:spMk id="32" creationId="{93B0AC2D-AE35-361C-D478-3C75472D4D8B}"/>
          </ac:spMkLst>
        </pc:spChg>
        <pc:spChg chg="mod">
          <ac:chgData name="Settin, Bentley Fielding" userId="ed05de93-eacd-4776-ad12-62bf05894762" providerId="ADAL" clId="{C018DE0E-A2EF-4C7B-AFF6-B4611175536B}" dt="2026-01-27T17:18:24.603" v="4362" actId="14100"/>
          <ac:spMkLst>
            <pc:docMk/>
            <pc:sldMk cId="572428044" sldId="256"/>
            <ac:spMk id="34" creationId="{DDE6746F-281B-8BFD-E9AD-7AEAA9A1E75E}"/>
          </ac:spMkLst>
        </pc:spChg>
        <pc:spChg chg="mod">
          <ac:chgData name="Settin, Bentley Fielding" userId="ed05de93-eacd-4776-ad12-62bf05894762" providerId="ADAL" clId="{C018DE0E-A2EF-4C7B-AFF6-B4611175536B}" dt="2026-01-27T17:29:43.534" v="4896" actId="1076"/>
          <ac:spMkLst>
            <pc:docMk/>
            <pc:sldMk cId="572428044" sldId="256"/>
            <ac:spMk id="36" creationId="{FAE9DA09-3B5E-44EB-B00A-E1FE7EAF49A2}"/>
          </ac:spMkLst>
        </pc:spChg>
        <pc:spChg chg="mod">
          <ac:chgData name="Settin, Bentley Fielding" userId="ed05de93-eacd-4776-ad12-62bf05894762" providerId="ADAL" clId="{C018DE0E-A2EF-4C7B-AFF6-B4611175536B}" dt="2026-01-27T16:33:36.038" v="1344" actId="1076"/>
          <ac:spMkLst>
            <pc:docMk/>
            <pc:sldMk cId="572428044" sldId="256"/>
            <ac:spMk id="39" creationId="{972BD386-C4F8-8D04-AB94-F8DF285AF4B4}"/>
          </ac:spMkLst>
        </pc:spChg>
        <pc:spChg chg="mod">
          <ac:chgData name="Settin, Bentley Fielding" userId="ed05de93-eacd-4776-ad12-62bf05894762" providerId="ADAL" clId="{C018DE0E-A2EF-4C7B-AFF6-B4611175536B}" dt="2026-01-27T17:15:38.016" v="3756" actId="20577"/>
          <ac:spMkLst>
            <pc:docMk/>
            <pc:sldMk cId="572428044" sldId="256"/>
            <ac:spMk id="41" creationId="{C8A81B6A-47D0-0F0A-E525-48240A8F663D}"/>
          </ac:spMkLst>
        </pc:spChg>
        <pc:spChg chg="del">
          <ac:chgData name="Settin, Bentley Fielding" userId="ed05de93-eacd-4776-ad12-62bf05894762" providerId="ADAL" clId="{C018DE0E-A2EF-4C7B-AFF6-B4611175536B}" dt="2026-01-27T16:57:14.426" v="1741" actId="478"/>
          <ac:spMkLst>
            <pc:docMk/>
            <pc:sldMk cId="572428044" sldId="256"/>
            <ac:spMk id="42" creationId="{EBCF1C5A-E2D0-422C-5DB0-ACC8B8526EFE}"/>
          </ac:spMkLst>
        </pc:spChg>
        <pc:spChg chg="del">
          <ac:chgData name="Settin, Bentley Fielding" userId="ed05de93-eacd-4776-ad12-62bf05894762" providerId="ADAL" clId="{C018DE0E-A2EF-4C7B-AFF6-B4611175536B}" dt="2026-01-27T16:57:18.586" v="1743" actId="478"/>
          <ac:spMkLst>
            <pc:docMk/>
            <pc:sldMk cId="572428044" sldId="256"/>
            <ac:spMk id="44" creationId="{E60C8976-5094-29E6-8A98-65316D81BEB6}"/>
          </ac:spMkLst>
        </pc:spChg>
        <pc:spChg chg="mod">
          <ac:chgData name="Settin, Bentley Fielding" userId="ed05de93-eacd-4776-ad12-62bf05894762" providerId="ADAL" clId="{C018DE0E-A2EF-4C7B-AFF6-B4611175536B}" dt="2026-01-27T17:27:12.046" v="4745" actId="403"/>
          <ac:spMkLst>
            <pc:docMk/>
            <pc:sldMk cId="572428044" sldId="256"/>
            <ac:spMk id="45" creationId="{41B5A1FE-9260-A75F-D23D-DE74B3591737}"/>
          </ac:spMkLst>
        </pc:spChg>
        <pc:spChg chg="mod">
          <ac:chgData name="Settin, Bentley Fielding" userId="ed05de93-eacd-4776-ad12-62bf05894762" providerId="ADAL" clId="{C018DE0E-A2EF-4C7B-AFF6-B4611175536B}" dt="2026-01-27T17:18:19.915" v="4361" actId="20577"/>
          <ac:spMkLst>
            <pc:docMk/>
            <pc:sldMk cId="572428044" sldId="256"/>
            <ac:spMk id="46" creationId="{9578B1C1-B6E2-CF51-6F34-B3549B21A4A5}"/>
          </ac:spMkLst>
        </pc:spChg>
        <pc:spChg chg="del">
          <ac:chgData name="Settin, Bentley Fielding" userId="ed05de93-eacd-4776-ad12-62bf05894762" providerId="ADAL" clId="{C018DE0E-A2EF-4C7B-AFF6-B4611175536B}" dt="2026-01-27T17:18:29.313" v="4366" actId="478"/>
          <ac:spMkLst>
            <pc:docMk/>
            <pc:sldMk cId="572428044" sldId="256"/>
            <ac:spMk id="48" creationId="{57B77A11-956A-DD3E-2926-9C6619B2627E}"/>
          </ac:spMkLst>
        </pc:spChg>
        <pc:spChg chg="mod">
          <ac:chgData name="Settin, Bentley Fielding" userId="ed05de93-eacd-4776-ad12-62bf05894762" providerId="ADAL" clId="{C018DE0E-A2EF-4C7B-AFF6-B4611175536B}" dt="2026-01-27T17:24:26.809" v="4670" actId="1076"/>
          <ac:spMkLst>
            <pc:docMk/>
            <pc:sldMk cId="572428044" sldId="256"/>
            <ac:spMk id="52" creationId="{F981DFCA-77B5-AA8B-692B-59A56D9DFBFE}"/>
          </ac:spMkLst>
        </pc:spChg>
        <pc:spChg chg="del">
          <ac:chgData name="Settin, Bentley Fielding" userId="ed05de93-eacd-4776-ad12-62bf05894762" providerId="ADAL" clId="{C018DE0E-A2EF-4C7B-AFF6-B4611175536B}" dt="2026-01-27T16:57:11.759" v="1739" actId="478"/>
          <ac:spMkLst>
            <pc:docMk/>
            <pc:sldMk cId="572428044" sldId="256"/>
            <ac:spMk id="56" creationId="{A0588D27-6A32-7D55-F392-40EF57E72B53}"/>
          </ac:spMkLst>
        </pc:spChg>
        <pc:spChg chg="add mod">
          <ac:chgData name="Settin, Bentley Fielding" userId="ed05de93-eacd-4776-ad12-62bf05894762" providerId="ADAL" clId="{C018DE0E-A2EF-4C7B-AFF6-B4611175536B}" dt="2026-01-27T17:09:34.590" v="2969" actId="20577"/>
          <ac:spMkLst>
            <pc:docMk/>
            <pc:sldMk cId="572428044" sldId="256"/>
            <ac:spMk id="60" creationId="{95DBDB05-498E-06CC-1199-22DB3FD8A716}"/>
          </ac:spMkLst>
        </pc:spChg>
        <pc:spChg chg="add mod">
          <ac:chgData name="Settin, Bentley Fielding" userId="ed05de93-eacd-4776-ad12-62bf05894762" providerId="ADAL" clId="{C018DE0E-A2EF-4C7B-AFF6-B4611175536B}" dt="2026-01-27T17:09:48.890" v="3000" actId="20577"/>
          <ac:spMkLst>
            <pc:docMk/>
            <pc:sldMk cId="572428044" sldId="256"/>
            <ac:spMk id="61" creationId="{49237159-4311-ADCB-2094-EB4F97C1F33A}"/>
          </ac:spMkLst>
        </pc:spChg>
        <pc:spChg chg="add mod">
          <ac:chgData name="Settin, Bentley Fielding" userId="ed05de93-eacd-4776-ad12-62bf05894762" providerId="ADAL" clId="{C018DE0E-A2EF-4C7B-AFF6-B4611175536B}" dt="2026-01-27T17:18:53.630" v="4371" actId="14100"/>
          <ac:spMkLst>
            <pc:docMk/>
            <pc:sldMk cId="572428044" sldId="256"/>
            <ac:spMk id="1025" creationId="{69CD7273-7C66-54FB-F600-D586BDF871DB}"/>
          </ac:spMkLst>
        </pc:spChg>
        <pc:spChg chg="add mod">
          <ac:chgData name="Settin, Bentley Fielding" userId="ed05de93-eacd-4776-ad12-62bf05894762" providerId="ADAL" clId="{C018DE0E-A2EF-4C7B-AFF6-B4611175536B}" dt="2026-01-27T17:19:15.615" v="4398" actId="20577"/>
          <ac:spMkLst>
            <pc:docMk/>
            <pc:sldMk cId="572428044" sldId="256"/>
            <ac:spMk id="1027" creationId="{23D0E71D-5682-8F15-33F5-0EA94BA8AE0D}"/>
          </ac:spMkLst>
        </pc:spChg>
        <pc:spChg chg="add mod">
          <ac:chgData name="Settin, Bentley Fielding" userId="ed05de93-eacd-4776-ad12-62bf05894762" providerId="ADAL" clId="{C018DE0E-A2EF-4C7B-AFF6-B4611175536B}" dt="2026-01-27T17:24:07.497" v="4669" actId="20577"/>
          <ac:spMkLst>
            <pc:docMk/>
            <pc:sldMk cId="572428044" sldId="256"/>
            <ac:spMk id="1029" creationId="{0AAD289B-F811-F0CD-BD23-EF4C031E23EA}"/>
          </ac:spMkLst>
        </pc:spChg>
        <pc:spChg chg="add del">
          <ac:chgData name="Settin, Bentley Fielding" userId="ed05de93-eacd-4776-ad12-62bf05894762" providerId="ADAL" clId="{C018DE0E-A2EF-4C7B-AFF6-B4611175536B}" dt="2026-01-27T17:25:27.449" v="4672" actId="478"/>
          <ac:spMkLst>
            <pc:docMk/>
            <pc:sldMk cId="572428044" sldId="256"/>
            <ac:spMk id="1032" creationId="{4B8169EE-BCF6-F65A-C496-FE7D576D633F}"/>
          </ac:spMkLst>
        </pc:spChg>
        <pc:spChg chg="add mod">
          <ac:chgData name="Settin, Bentley Fielding" userId="ed05de93-eacd-4776-ad12-62bf05894762" providerId="ADAL" clId="{C018DE0E-A2EF-4C7B-AFF6-B4611175536B}" dt="2026-01-27T17:26:10.288" v="4700" actId="1076"/>
          <ac:spMkLst>
            <pc:docMk/>
            <pc:sldMk cId="572428044" sldId="256"/>
            <ac:spMk id="1034" creationId="{F2372333-2AA7-AF8D-92C9-E7860FB503FF}"/>
          </ac:spMkLst>
        </pc:spChg>
        <pc:spChg chg="add mod">
          <ac:chgData name="Settin, Bentley Fielding" userId="ed05de93-eacd-4776-ad12-62bf05894762" providerId="ADAL" clId="{C018DE0E-A2EF-4C7B-AFF6-B4611175536B}" dt="2026-01-27T17:27:45.858" v="4772" actId="1076"/>
          <ac:spMkLst>
            <pc:docMk/>
            <pc:sldMk cId="572428044" sldId="256"/>
            <ac:spMk id="1035" creationId="{CB388760-741E-1287-4796-C3704F038206}"/>
          </ac:spMkLst>
        </pc:spChg>
        <pc:spChg chg="add mod">
          <ac:chgData name="Settin, Bentley Fielding" userId="ed05de93-eacd-4776-ad12-62bf05894762" providerId="ADAL" clId="{C018DE0E-A2EF-4C7B-AFF6-B4611175536B}" dt="2026-01-27T17:28:20.695" v="4803" actId="1076"/>
          <ac:spMkLst>
            <pc:docMk/>
            <pc:sldMk cId="572428044" sldId="256"/>
            <ac:spMk id="1036" creationId="{A392CE3C-2469-83BF-C98C-992D68818156}"/>
          </ac:spMkLst>
        </pc:spChg>
        <pc:spChg chg="add mod">
          <ac:chgData name="Settin, Bentley Fielding" userId="ed05de93-eacd-4776-ad12-62bf05894762" providerId="ADAL" clId="{C018DE0E-A2EF-4C7B-AFF6-B4611175536B}" dt="2026-01-27T17:28:30.598" v="4808" actId="20577"/>
          <ac:spMkLst>
            <pc:docMk/>
            <pc:sldMk cId="572428044" sldId="256"/>
            <ac:spMk id="1037" creationId="{93D7F8D7-96D7-144D-F1FF-4AD9C507E911}"/>
          </ac:spMkLst>
        </pc:spChg>
        <pc:spChg chg="add mod">
          <ac:chgData name="Settin, Bentley Fielding" userId="ed05de93-eacd-4776-ad12-62bf05894762" providerId="ADAL" clId="{C018DE0E-A2EF-4C7B-AFF6-B4611175536B}" dt="2026-01-27T17:29:10.360" v="4890" actId="14100"/>
          <ac:spMkLst>
            <pc:docMk/>
            <pc:sldMk cId="572428044" sldId="256"/>
            <ac:spMk id="1038" creationId="{84EF405C-98F7-21E9-5EBD-4CAB4CB8ED60}"/>
          </ac:spMkLst>
        </pc:spChg>
        <pc:spChg chg="add mod">
          <ac:chgData name="Settin, Bentley Fielding" userId="ed05de93-eacd-4776-ad12-62bf05894762" providerId="ADAL" clId="{C018DE0E-A2EF-4C7B-AFF6-B4611175536B}" dt="2026-01-27T17:29:30.304" v="4893" actId="1076"/>
          <ac:spMkLst>
            <pc:docMk/>
            <pc:sldMk cId="572428044" sldId="256"/>
            <ac:spMk id="1039" creationId="{EDFB8727-B695-0FB4-F7CA-F77E933CE1B9}"/>
          </ac:spMkLst>
        </pc:spChg>
        <pc:picChg chg="mod modCrop">
          <ac:chgData name="Settin, Bentley Fielding" userId="ed05de93-eacd-4776-ad12-62bf05894762" providerId="ADAL" clId="{C018DE0E-A2EF-4C7B-AFF6-B4611175536B}" dt="2026-01-27T16:33:58.436" v="1347" actId="732"/>
          <ac:picMkLst>
            <pc:docMk/>
            <pc:sldMk cId="572428044" sldId="256"/>
            <ac:picMk id="14" creationId="{00267DBF-4D25-A27D-2F66-27C62D65CFB3}"/>
          </ac:picMkLst>
        </pc:picChg>
        <pc:picChg chg="add mod">
          <ac:chgData name="Settin, Bentley Fielding" userId="ed05de93-eacd-4776-ad12-62bf05894762" providerId="ADAL" clId="{C018DE0E-A2EF-4C7B-AFF6-B4611175536B}" dt="2026-01-27T16:59:13.536" v="2064" actId="1076"/>
          <ac:picMkLst>
            <pc:docMk/>
            <pc:sldMk cId="572428044" sldId="256"/>
            <ac:picMk id="17" creationId="{5FAEBBFA-5998-488B-FFE7-7348C0FD9C92}"/>
          </ac:picMkLst>
        </pc:picChg>
        <pc:picChg chg="del">
          <ac:chgData name="Settin, Bentley Fielding" userId="ed05de93-eacd-4776-ad12-62bf05894762" providerId="ADAL" clId="{C018DE0E-A2EF-4C7B-AFF6-B4611175536B}" dt="2026-01-27T16:57:01.878" v="1735" actId="478"/>
          <ac:picMkLst>
            <pc:docMk/>
            <pc:sldMk cId="572428044" sldId="256"/>
            <ac:picMk id="18" creationId="{B6552CFF-3D2E-D27F-20DF-49344164A0FB}"/>
          </ac:picMkLst>
        </pc:picChg>
        <pc:picChg chg="del">
          <ac:chgData name="Settin, Bentley Fielding" userId="ed05de93-eacd-4776-ad12-62bf05894762" providerId="ADAL" clId="{C018DE0E-A2EF-4C7B-AFF6-B4611175536B}" dt="2026-01-27T17:18:30.002" v="4367" actId="478"/>
          <ac:picMkLst>
            <pc:docMk/>
            <pc:sldMk cId="572428044" sldId="256"/>
            <ac:picMk id="21" creationId="{07B6EA49-752C-57FE-A589-3E59EB6BFB54}"/>
          </ac:picMkLst>
        </pc:picChg>
        <pc:picChg chg="del">
          <ac:chgData name="Settin, Bentley Fielding" userId="ed05de93-eacd-4776-ad12-62bf05894762" providerId="ADAL" clId="{C018DE0E-A2EF-4C7B-AFF6-B4611175536B}" dt="2026-01-27T17:18:28.272" v="4365" actId="478"/>
          <ac:picMkLst>
            <pc:docMk/>
            <pc:sldMk cId="572428044" sldId="256"/>
            <ac:picMk id="22" creationId="{7D9D1CD9-29EB-1BF7-D781-9DB31A02DA0B}"/>
          </ac:picMkLst>
        </pc:picChg>
        <pc:picChg chg="del">
          <ac:chgData name="Settin, Bentley Fielding" userId="ed05de93-eacd-4776-ad12-62bf05894762" providerId="ADAL" clId="{C018DE0E-A2EF-4C7B-AFF6-B4611175536B}" dt="2026-01-27T16:57:12.443" v="1740" actId="478"/>
          <ac:picMkLst>
            <pc:docMk/>
            <pc:sldMk cId="572428044" sldId="256"/>
            <ac:picMk id="24" creationId="{79010C41-992C-0EE1-D8B5-9A3A3CD80454}"/>
          </ac:picMkLst>
        </pc:picChg>
        <pc:picChg chg="del mod">
          <ac:chgData name="Settin, Bentley Fielding" userId="ed05de93-eacd-4776-ad12-62bf05894762" providerId="ADAL" clId="{C018DE0E-A2EF-4C7B-AFF6-B4611175536B}" dt="2026-01-27T16:58:48.460" v="2061" actId="478"/>
          <ac:picMkLst>
            <pc:docMk/>
            <pc:sldMk cId="572428044" sldId="256"/>
            <ac:picMk id="33" creationId="{C2421A9C-D8CF-3578-EA42-BFC5B93079F6}"/>
          </ac:picMkLst>
        </pc:picChg>
        <pc:picChg chg="del">
          <ac:chgData name="Settin, Bentley Fielding" userId="ed05de93-eacd-4776-ad12-62bf05894762" providerId="ADAL" clId="{C018DE0E-A2EF-4C7B-AFF6-B4611175536B}" dt="2026-01-27T16:57:23.689" v="1744" actId="478"/>
          <ac:picMkLst>
            <pc:docMk/>
            <pc:sldMk cId="572428044" sldId="256"/>
            <ac:picMk id="35" creationId="{5C249DDF-4267-7478-C9B6-C7C268B0B3C1}"/>
          </ac:picMkLst>
        </pc:picChg>
        <pc:picChg chg="add mod modCrop">
          <ac:chgData name="Settin, Bentley Fielding" userId="ed05de93-eacd-4776-ad12-62bf05894762" providerId="ADAL" clId="{C018DE0E-A2EF-4C7B-AFF6-B4611175536B}" dt="2026-01-27T17:12:12.489" v="3267" actId="1076"/>
          <ac:picMkLst>
            <pc:docMk/>
            <pc:sldMk cId="572428044" sldId="256"/>
            <ac:picMk id="38" creationId="{9481BD03-4189-F6B2-26FB-8DAEED2D6EF5}"/>
          </ac:picMkLst>
        </pc:picChg>
        <pc:picChg chg="del">
          <ac:chgData name="Settin, Bentley Fielding" userId="ed05de93-eacd-4776-ad12-62bf05894762" providerId="ADAL" clId="{C018DE0E-A2EF-4C7B-AFF6-B4611175536B}" dt="2026-01-27T16:57:02.525" v="1736" actId="478"/>
          <ac:picMkLst>
            <pc:docMk/>
            <pc:sldMk cId="572428044" sldId="256"/>
            <ac:picMk id="40" creationId="{6BD74204-EC53-D72F-ADFA-AB293CF0D8EB}"/>
          </ac:picMkLst>
        </pc:picChg>
        <pc:picChg chg="mod">
          <ac:chgData name="Settin, Bentley Fielding" userId="ed05de93-eacd-4776-ad12-62bf05894762" providerId="ADAL" clId="{C018DE0E-A2EF-4C7B-AFF6-B4611175536B}" dt="2026-01-27T17:10:03.912" v="3003" actId="1076"/>
          <ac:picMkLst>
            <pc:docMk/>
            <pc:sldMk cId="572428044" sldId="256"/>
            <ac:picMk id="43" creationId="{CA5D997C-60D1-0ECB-0B98-158CC63C505B}"/>
          </ac:picMkLst>
        </pc:picChg>
        <pc:picChg chg="mod">
          <ac:chgData name="Settin, Bentley Fielding" userId="ed05de93-eacd-4776-ad12-62bf05894762" providerId="ADAL" clId="{C018DE0E-A2EF-4C7B-AFF6-B4611175536B}" dt="2026-01-27T17:01:17.803" v="2197" actId="1076"/>
          <ac:picMkLst>
            <pc:docMk/>
            <pc:sldMk cId="572428044" sldId="256"/>
            <ac:picMk id="47" creationId="{3964C0B2-A08E-A429-E86F-44CF44F56DC3}"/>
          </ac:picMkLst>
        </pc:picChg>
        <pc:picChg chg="del">
          <ac:chgData name="Settin, Bentley Fielding" userId="ed05de93-eacd-4776-ad12-62bf05894762" providerId="ADAL" clId="{C018DE0E-A2EF-4C7B-AFF6-B4611175536B}" dt="2026-01-27T17:05:18.942" v="2609" actId="478"/>
          <ac:picMkLst>
            <pc:docMk/>
            <pc:sldMk cId="572428044" sldId="256"/>
            <ac:picMk id="51" creationId="{D5AF1139-8864-3C88-C96E-831E7940F50E}"/>
          </ac:picMkLst>
        </pc:picChg>
        <pc:picChg chg="del">
          <ac:chgData name="Settin, Bentley Fielding" userId="ed05de93-eacd-4776-ad12-62bf05894762" providerId="ADAL" clId="{C018DE0E-A2EF-4C7B-AFF6-B4611175536B}" dt="2026-01-27T16:57:04.622" v="1737" actId="478"/>
          <ac:picMkLst>
            <pc:docMk/>
            <pc:sldMk cId="572428044" sldId="256"/>
            <ac:picMk id="54" creationId="{9A179B5F-C0B6-3033-8E54-79937C118888}"/>
          </ac:picMkLst>
        </pc:picChg>
        <pc:picChg chg="del">
          <ac:chgData name="Settin, Bentley Fielding" userId="ed05de93-eacd-4776-ad12-62bf05894762" providerId="ADAL" clId="{C018DE0E-A2EF-4C7B-AFF6-B4611175536B}" dt="2026-01-27T17:05:20.411" v="2611" actId="478"/>
          <ac:picMkLst>
            <pc:docMk/>
            <pc:sldMk cId="572428044" sldId="256"/>
            <ac:picMk id="55" creationId="{E0C08A39-F4CF-2DB9-C1F5-797A5AD56E24}"/>
          </ac:picMkLst>
        </pc:picChg>
        <pc:picChg chg="add mod">
          <ac:chgData name="Settin, Bentley Fielding" userId="ed05de93-eacd-4776-ad12-62bf05894762" providerId="ADAL" clId="{C018DE0E-A2EF-4C7B-AFF6-B4611175536B}" dt="2026-01-27T17:09:11.773" v="2932" actId="1076"/>
          <ac:picMkLst>
            <pc:docMk/>
            <pc:sldMk cId="572428044" sldId="256"/>
            <ac:picMk id="57" creationId="{4B57FDAE-1608-A2FE-6FD3-47A23F70B9EC}"/>
          </ac:picMkLst>
        </pc:picChg>
        <pc:picChg chg="add mod">
          <ac:chgData name="Settin, Bentley Fielding" userId="ed05de93-eacd-4776-ad12-62bf05894762" providerId="ADAL" clId="{C018DE0E-A2EF-4C7B-AFF6-B4611175536B}" dt="2026-01-27T17:09:37.536" v="2970" actId="1076"/>
          <ac:picMkLst>
            <pc:docMk/>
            <pc:sldMk cId="572428044" sldId="256"/>
            <ac:picMk id="58" creationId="{577A7C05-64B5-2AFD-3F82-5BCA17E7DDEC}"/>
          </ac:picMkLst>
        </pc:picChg>
        <pc:picChg chg="del">
          <ac:chgData name="Settin, Bentley Fielding" userId="ed05de93-eacd-4776-ad12-62bf05894762" providerId="ADAL" clId="{C018DE0E-A2EF-4C7B-AFF6-B4611175536B}" dt="2026-01-27T17:05:19.781" v="2610" actId="478"/>
          <ac:picMkLst>
            <pc:docMk/>
            <pc:sldMk cId="572428044" sldId="256"/>
            <ac:picMk id="59" creationId="{8AE019EE-A811-3403-1DDB-7BCC7F53A9D8}"/>
          </ac:picMkLst>
        </pc:picChg>
        <pc:picChg chg="add mod">
          <ac:chgData name="Settin, Bentley Fielding" userId="ed05de93-eacd-4776-ad12-62bf05894762" providerId="ADAL" clId="{C018DE0E-A2EF-4C7B-AFF6-B4611175536B}" dt="2026-01-27T17:27:24.415" v="4747" actId="1076"/>
          <ac:picMkLst>
            <pc:docMk/>
            <pc:sldMk cId="572428044" sldId="256"/>
            <ac:picMk id="63" creationId="{DA0A045C-346E-D52A-4CF9-3A99BFAE3C5D}"/>
          </ac:picMkLst>
        </pc:picChg>
        <pc:picChg chg="add mod">
          <ac:chgData name="Settin, Bentley Fielding" userId="ed05de93-eacd-4776-ad12-62bf05894762" providerId="ADAL" clId="{C018DE0E-A2EF-4C7B-AFF6-B4611175536B}" dt="2026-01-27T17:27:25.899" v="4748" actId="1076"/>
          <ac:picMkLst>
            <pc:docMk/>
            <pc:sldMk cId="572428044" sldId="256"/>
            <ac:picMk id="1024" creationId="{B9D64D07-B997-76D1-9A35-EDC504AD02E3}"/>
          </ac:picMkLst>
        </pc:picChg>
        <pc:picChg chg="mod">
          <ac:chgData name="Settin, Bentley Fielding" userId="ed05de93-eacd-4776-ad12-62bf05894762" providerId="ADAL" clId="{C018DE0E-A2EF-4C7B-AFF6-B4611175536B}" dt="2026-01-27T17:29:38.459" v="4894" actId="1076"/>
          <ac:picMkLst>
            <pc:docMk/>
            <pc:sldMk cId="572428044" sldId="256"/>
            <ac:picMk id="1026" creationId="{CEDEE9E1-DD86-3D45-7E7E-F270BA81A1C0}"/>
          </ac:picMkLst>
        </pc:picChg>
        <pc:picChg chg="del">
          <ac:chgData name="Settin, Bentley Fielding" userId="ed05de93-eacd-4776-ad12-62bf05894762" providerId="ADAL" clId="{C018DE0E-A2EF-4C7B-AFF6-B4611175536B}" dt="2026-01-27T17:18:26.586" v="4363" actId="478"/>
          <ac:picMkLst>
            <pc:docMk/>
            <pc:sldMk cId="572428044" sldId="256"/>
            <ac:picMk id="1028" creationId="{C61AAA7D-EF13-ED67-A0BA-06F398782347}"/>
          </ac:picMkLst>
        </pc:picChg>
        <pc:picChg chg="del">
          <ac:chgData name="Settin, Bentley Fielding" userId="ed05de93-eacd-4776-ad12-62bf05894762" providerId="ADAL" clId="{C018DE0E-A2EF-4C7B-AFF6-B4611175536B}" dt="2026-01-27T17:18:27.466" v="4364" actId="478"/>
          <ac:picMkLst>
            <pc:docMk/>
            <pc:sldMk cId="572428044" sldId="256"/>
            <ac:picMk id="1030" creationId="{47CD7CC1-104F-1059-2130-867C406DB287}"/>
          </ac:picMkLst>
        </pc:picChg>
        <pc:picChg chg="add mod">
          <ac:chgData name="Settin, Bentley Fielding" userId="ed05de93-eacd-4776-ad12-62bf05894762" providerId="ADAL" clId="{C018DE0E-A2EF-4C7B-AFF6-B4611175536B}" dt="2026-01-27T17:25:50.821" v="4679" actId="1076"/>
          <ac:picMkLst>
            <pc:docMk/>
            <pc:sldMk cId="572428044" sldId="256"/>
            <ac:picMk id="1033" creationId="{673EE7F3-60B7-2DA7-1A19-9F7BCC943616}"/>
          </ac:picMkLst>
        </pc:picChg>
        <pc:extLst>
          <p:ext xmlns:p="http://schemas.openxmlformats.org/presentationml/2006/main" uri="{D6D511B9-2390-475A-947B-AFAB55BFBCF1}">
            <pc226:cmChg xmlns:pc226="http://schemas.microsoft.com/office/powerpoint/2022/06/main/command" chg="mod">
              <pc226:chgData name="Settin, Bentley Fielding" userId="ed05de93-eacd-4776-ad12-62bf05894762" providerId="ADAL" clId="{C018DE0E-A2EF-4C7B-AFF6-B4611175536B}" dt="2026-01-27T16:30:08.081" v="810" actId="20577"/>
              <pc2:cmMkLst xmlns:pc2="http://schemas.microsoft.com/office/powerpoint/2019/9/main/command">
                <pc:docMk/>
                <pc:sldMk cId="572428044" sldId="256"/>
                <pc2:cmMk id="{DAAE951D-FD3F-4179-84E5-F1595FB6B6ED}"/>
              </pc2:cmMkLst>
            </pc226:cmChg>
            <pc226:cmChg xmlns:pc226="http://schemas.microsoft.com/office/powerpoint/2022/06/main/command" chg="mod">
              <pc226:chgData name="Settin, Bentley Fielding" userId="ed05de93-eacd-4776-ad12-62bf05894762" providerId="ADAL" clId="{C018DE0E-A2EF-4C7B-AFF6-B4611175536B}" dt="2026-01-27T17:07:10.100" v="2917" actId="20577"/>
              <pc2:cmMkLst xmlns:pc2="http://schemas.microsoft.com/office/powerpoint/2019/9/main/command">
                <pc:docMk/>
                <pc:sldMk cId="572428044" sldId="256"/>
                <pc2:cmMk id="{D828EBB9-4C25-4D0F-A991-D7E8A34E3C83}"/>
              </pc2:cmMkLst>
            </pc226:cmChg>
            <pc226:cmChg xmlns:pc226="http://schemas.microsoft.com/office/powerpoint/2022/06/main/command" chg="mod">
              <pc226:chgData name="Settin, Bentley Fielding" userId="ed05de93-eacd-4776-ad12-62bf05894762" providerId="ADAL" clId="{C018DE0E-A2EF-4C7B-AFF6-B4611175536B}" dt="2026-01-27T16:26:26.426" v="386" actId="20577"/>
              <pc2:cmMkLst xmlns:pc2="http://schemas.microsoft.com/office/powerpoint/2019/9/main/command">
                <pc:docMk/>
                <pc:sldMk cId="572428044" sldId="256"/>
                <pc2:cmMk id="{04D169D0-6872-104B-A549-284929A2D214}"/>
              </pc2:cmMkLst>
            </pc226:cmChg>
          </p:ext>
        </pc:extLst>
      </pc:sldChg>
    </pc:docChg>
  </pc:docChgLst>
</pc:chgInfo>
</file>

<file path=ppt/comments/modernComment_100_221E8F0C.xml><?xml version="1.0" encoding="utf-8"?>
<p188:cmLst xmlns:a="http://schemas.openxmlformats.org/drawingml/2006/main" xmlns:r="http://schemas.openxmlformats.org/officeDocument/2006/relationships" xmlns:p188="http://schemas.microsoft.com/office/powerpoint/2018/8/main">
  <p188:cm id="{D828EBB9-4C25-4D0F-A991-D7E8A34E3C83}" authorId="{AB3F0877-CF4E-8B52-D522-27A8044C1290}" status="resolved" created="2025-07-09T22:04:00.708" complete="100000">
    <ac:txMkLst xmlns:ac="http://schemas.microsoft.com/office/drawing/2013/main/command">
      <pc:docMk xmlns:pc="http://schemas.microsoft.com/office/powerpoint/2013/main/command"/>
      <pc:sldMk xmlns:pc="http://schemas.microsoft.com/office/powerpoint/2013/main/command" cId="572428044" sldId="256"/>
      <ac:spMk id="2" creationId="{F30CC531-45AF-3771-5F4E-AE58D488A569}"/>
      <ac:txMk cp="27">
        <ac:context len="254" hash="2031773243"/>
      </ac:txMk>
    </ac:txMkLst>
    <p188:pos x="7350604" y="6956971"/>
    <p188:txBody>
      <a:bodyPr/>
      <a:lstStyle/>
      <a:p>
        <a:r>
          <a:rPr lang="en-US"/>
          <a:t>Changed goals to reflect future ideas for classroom engagement. </a:t>
        </a:r>
      </a:p>
    </p188:txBody>
  </p188:cm>
  <p188:cm id="{DAAE951D-FD3F-4179-84E5-F1595FB6B6ED}" authorId="{8A2040D5-E15A-5B35-04E9-E0BDBFB1B2F2}" status="resolved" created="2025-07-10T18:37:34.411" complete="100000">
    <ac:txMkLst xmlns:ac="http://schemas.microsoft.com/office/drawing/2013/main/command">
      <pc:docMk xmlns:pc="http://schemas.microsoft.com/office/powerpoint/2013/main/command"/>
      <pc:sldMk xmlns:pc="http://schemas.microsoft.com/office/powerpoint/2013/main/command" cId="572428044" sldId="256"/>
      <ac:spMk id="9" creationId="{010AC223-9D58-6CA8-429B-79B52EDBF9BD}"/>
      <ac:txMk cp="257">
        <ac:context len="286" hash="3300898945"/>
      </ac:txMk>
    </ac:txMkLst>
    <p188:pos x="10773623" y="2462542"/>
    <p188:txBody>
      <a:bodyPr/>
      <a:lstStyle/>
      <a:p>
        <a:r>
          <a:rPr lang="en-US"/>
          <a:t>Do you need "and" here?</a:t>
        </a:r>
      </a:p>
    </p188:txBody>
  </p188:cm>
  <p188:cm id="{E82F1F7F-673B-474A-A085-037F1C338E1D}" authorId="{8A2040D5-E15A-5B35-04E9-E0BDBFB1B2F2}" status="resolved" created="2025-07-10T18:40:05.442" complete="100000">
    <ac:txMkLst xmlns:ac="http://schemas.microsoft.com/office/drawing/2013/main/command">
      <pc:docMk xmlns:pc="http://schemas.microsoft.com/office/powerpoint/2013/main/command"/>
      <pc:sldMk xmlns:pc="http://schemas.microsoft.com/office/powerpoint/2013/main/command" cId="572428044" sldId="256"/>
      <ac:spMk id="9" creationId="{010AC223-9D58-6CA8-429B-79B52EDBF9BD}"/>
      <ac:txMk cp="929">
        <ac:context len="935" hash="2977631412"/>
      </ac:txMk>
    </ac:txMkLst>
    <p188:pos x="9288855" y="16169489"/>
    <p188:replyLst>
      <p188:reply id="{73FE2DFE-DD45-4A1E-BD2E-54F01ACFC14A}" authorId="{AB3F0877-CF4E-8B52-D522-27A8044C1290}" created="2025-07-10T20:59:48.328">
        <p188:txBody>
          <a:bodyPr/>
          <a:lstStyle/>
          <a:p>
            <a:r>
              <a:rPr lang="en-US"/>
              <a:t>Very good to know, thank you!</a:t>
            </a:r>
          </a:p>
        </p188:txBody>
      </p188:reply>
      <p188:reply id="{763D38AF-57C1-4347-914C-02FD84A6D821}" authorId="{AB3F0877-CF4E-8B52-D522-27A8044C1290}" created="2025-07-14T13:25:42.036">
        <p188:txBody>
          <a:bodyPr/>
          <a:lstStyle/>
          <a:p>
            <a:r>
              <a:rPr lang="en-US"/>
              <a:t>“The Justice40 program aimed to direct 40% of the benefits from certain federal investments, particularly in climate and infrastructure, to disadvantaged communities. “ </a:t>
            </a:r>
          </a:p>
        </p188:txBody>
      </p188:reply>
    </p188:replyLst>
    <p188:txBody>
      <a:bodyPr/>
      <a:lstStyle/>
      <a:p>
        <a:r>
          <a:rPr lang="en-US"/>
          <a:t>I just added this. Forget if we've discussed this previously, but we had in the original docs referenced the Justice40 program, but the change in administration led to a cancelation of that program. https://eelp.law.harvard.edu/tracker/rollback-trump-rescinded-bidens-executive-order-14008-that-established-justice40-initiative/. Just good to be aware of in case people ask questions about the area.</a:t>
        </a:r>
      </a:p>
    </p188:txBody>
  </p188:cm>
  <p188:cm id="{D2EA08FC-2245-43B4-80B2-B4CDFEF3E857}" authorId="{8A2040D5-E15A-5B35-04E9-E0BDBFB1B2F2}" status="resolved" created="2025-07-10T18:41:04.192" complete="100000">
    <ac:txMkLst xmlns:ac="http://schemas.microsoft.com/office/drawing/2013/main/command">
      <pc:docMk xmlns:pc="http://schemas.microsoft.com/office/powerpoint/2013/main/command"/>
      <pc:sldMk xmlns:pc="http://schemas.microsoft.com/office/powerpoint/2013/main/command" cId="572428044" sldId="256"/>
      <ac:spMk id="15" creationId="{455824A8-1E2D-FCFC-044D-563537765262}"/>
      <ac:txMk cp="0">
        <ac:context len="31" hash="150324846"/>
      </ac:txMk>
    </ac:txMkLst>
    <p188:pos x="8441814" y="18722196"/>
    <p188:txBody>
      <a:bodyPr/>
      <a:lstStyle/>
      <a:p>
        <a:r>
          <a:rPr lang="en-US"/>
          <a:t>I think this is true, but it's also vague. What sort of spatial flooding data do you mean?</a:t>
        </a:r>
      </a:p>
    </p188:txBody>
  </p188:cm>
  <p188:cm id="{BE810A6D-FDC2-485C-89FD-B08926F48FE2}" authorId="{8A2040D5-E15A-5B35-04E9-E0BDBFB1B2F2}" status="resolved" created="2025-07-10T18:42:25.629" complete="100000">
    <ac:txMkLst xmlns:ac="http://schemas.microsoft.com/office/drawing/2013/main/command">
      <pc:docMk xmlns:pc="http://schemas.microsoft.com/office/powerpoint/2013/main/command"/>
      <pc:sldMk xmlns:pc="http://schemas.microsoft.com/office/powerpoint/2013/main/command" cId="572428044" sldId="256"/>
      <ac:spMk id="52" creationId="{41B5A1FE-9260-A75F-D23D-DE74B3591737}"/>
      <ac:txMk cp="0" len="256">
        <ac:context len="257" hash="1700016601"/>
      </ac:txMk>
    </ac:txMkLst>
    <p188:pos x="19311872" y="993954"/>
    <p188:replyLst>
      <p188:reply id="{465ED58B-BE42-418C-A478-BCF917439EEF}" authorId="{8A2040D5-E15A-5B35-04E9-E0BDBFB1B2F2}" created="2025-07-10T18:43:28.176">
        <p188:txBody>
          <a:bodyPr/>
          <a:lstStyle/>
          <a:p>
            <a:r>
              <a:rPr lang="en-US"/>
              <a:t>Bentley Settin, Phil Bresnahan, Craig Harris, Erin Moran, Mariko Polk, Meredith Hovis, Troy Frensley, Joanne Halls, Lynn Leonard, Jennifer Dorton, Cotie Alsbrooks, Dave Wells, Aidimar Abraham, Chris O'Connor, Steven Anderson, Jordan Davidson, Chelsea Kasney​</a:t>
            </a:r>
          </a:p>
        </p188:txBody>
      </p188:reply>
      <p188:reply id="{9EDCD910-2F75-4729-9305-154294FC62D9}" authorId="{8A2040D5-E15A-5B35-04E9-E0BDBFB1B2F2}" created="2025-07-10T18:43:40.645">
        <p188:txBody>
          <a:bodyPr/>
          <a:lstStyle/>
          <a:p>
            <a:r>
              <a:rPr lang="en-US"/>
              <a:t>Note "H" in "Hovis" too</a:t>
            </a:r>
          </a:p>
        </p188:txBody>
      </p188:reply>
      <p188:reply id="{9F743D86-A27C-4AF2-9FA2-DB153CA0B3EE}" authorId="{8A2040D5-E15A-5B35-04E9-E0BDBFB1B2F2}" created="2025-07-10T18:48:43.113">
        <p188:txBody>
          <a:bodyPr/>
          <a:lstStyle/>
          <a:p>
            <a:r>
              <a:rPr lang="en-US"/>
              <a:t>I removed Cothron who didn't engage later in the project and mostly listened in in the beginning, and I added Wells and O'Connor who were central to the work. Anyone else for this list or acknowledgments?</a:t>
            </a:r>
          </a:p>
        </p188:txBody>
      </p188:reply>
    </p188:replyLst>
    <p188:txBody>
      <a:bodyPr/>
      <a:lstStyle/>
      <a:p>
        <a:r>
          <a:rPr lang="en-US"/>
          <a:t>Let's rearrange a little</a:t>
        </a:r>
      </a:p>
    </p188:txBody>
  </p188:cm>
  <p188:cm id="{6B661C6A-FA35-4A31-8184-246A697B64C8}" authorId="{8A2040D5-E15A-5B35-04E9-E0BDBFB1B2F2}" status="resolved" created="2025-07-10T18:46:25.175" complete="100000">
    <ac:txMkLst xmlns:ac="http://schemas.microsoft.com/office/drawing/2013/main/command">
      <pc:docMk xmlns:pc="http://schemas.microsoft.com/office/powerpoint/2013/main/command"/>
      <pc:sldMk xmlns:pc="http://schemas.microsoft.com/office/powerpoint/2013/main/command" cId="572428044" sldId="256"/>
      <ac:spMk id="34" creationId="{67FA1B79-EB38-4B3F-C6D9-0140B598C660}"/>
      <ac:txMk cp="348">
        <ac:context len="352" hash="1564321173"/>
      </ac:txMk>
    </ac:txMkLst>
    <p188:pos x="6437290" y="10705381"/>
    <p188:txBody>
      <a:bodyPr/>
      <a:lstStyle/>
      <a:p>
        <a:r>
          <a:rPr lang="en-US"/>
          <a:t>How are these measured? (Hint: that's a question you'll get at CERF, if not YCSECA. Doesn't need to be answered in text here, but be ready for it!) Also, maybe add "Increase *and evaluate* coastal...</a:t>
        </a:r>
      </a:p>
    </p188:txBody>
  </p188:cm>
  <p188:cm id="{04D169D0-6872-104B-A549-284929A2D214}" authorId="{8A2040D5-E15A-5B35-04E9-E0BDBFB1B2F2}" created="2025-10-30T14:24:09.208">
    <ac:txMkLst xmlns:ac="http://schemas.microsoft.com/office/drawing/2013/main/command">
      <pc:docMk xmlns:pc="http://schemas.microsoft.com/office/powerpoint/2013/main/command"/>
      <pc:sldMk xmlns:pc="http://schemas.microsoft.com/office/powerpoint/2013/main/command" cId="572428044" sldId="256"/>
      <ac:spMk id="29" creationId="{59F36F8B-B4FA-EC4C-636A-694F19C4E6C7}"/>
      <ac:txMk cp="0">
        <ac:context len="1" hash="13"/>
      </ac:txMk>
    </ac:txMkLst>
    <p188:txBody>
      <a:bodyPr/>
      <a:lstStyle/>
      <a:p>
        <a:r>
          <a:rPr lang="en-US"/>
          <a:t>"mobilizing youth" is a common term as is "youth education" but not sure about "mobilizing youth education"</a:t>
        </a:r>
      </a:p>
    </p188:txBody>
  </p188:cm>
  <p188:cm id="{FE7FAD7A-8AE3-FA49-BC0F-5ED7F31680D8}" authorId="{8A2040D5-E15A-5B35-04E9-E0BDBFB1B2F2}" created="2025-10-30T14:26:30.098">
    <ac:deMkLst xmlns:ac="http://schemas.microsoft.com/office/drawing/2013/main/command">
      <pc:docMk xmlns:pc="http://schemas.microsoft.com/office/powerpoint/2013/main/command"/>
      <pc:sldMk xmlns:pc="http://schemas.microsoft.com/office/powerpoint/2013/main/command" cId="572428044" sldId="256"/>
      <ac:picMk id="20" creationId="{2C67A18E-FDA9-E6BA-8A21-061D0FC18FB6}"/>
    </ac:deMkLst>
    <p188:txBody>
      <a:bodyPr/>
      <a:lstStyle/>
      <a:p>
        <a:r>
          <a:rPr lang="en-US"/>
          <a:t>Looks blurry... can you get a full-res one?</a:t>
        </a:r>
      </a:p>
    </p188:txBody>
  </p188:cm>
  <p188:cm id="{4C2CA363-FD69-A348-A710-8FAF10707535}" authorId="{8A2040D5-E15A-5B35-04E9-E0BDBFB1B2F2}" created="2025-10-30T14:28:28.587">
    <ac:deMkLst xmlns:ac="http://schemas.microsoft.com/office/drawing/2013/main/command">
      <pc:docMk xmlns:pc="http://schemas.microsoft.com/office/powerpoint/2013/main/command"/>
      <pc:sldMk xmlns:pc="http://schemas.microsoft.com/office/powerpoint/2013/main/command" cId="572428044" sldId="256"/>
      <ac:spMk id="31" creationId="{7098EC19-E342-4BEA-38D1-C5618EB8439D}"/>
    </ac:deMkLst>
    <p188:txBody>
      <a:bodyPr/>
      <a:lstStyle/>
      <a:p>
        <a:r>
          <a:rPr lang="en-US"/>
          <a:t>Update figure to show a long time-series now that we have &gt; 1 yr at many sites. Maybe pick a chunk with reliable cell service.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D1016C-779F-4190-80AE-6645727220AD}" type="datetimeFigureOut">
              <a:rPr lang="en-US" smtClean="0"/>
              <a:t>1/27/2026</a:t>
            </a:fld>
            <a:endParaRPr lang="en-US"/>
          </a:p>
        </p:txBody>
      </p:sp>
      <p:sp>
        <p:nvSpPr>
          <p:cNvPr id="4" name="Slide Image Placeholder 3"/>
          <p:cNvSpPr>
            <a:spLocks noGrp="1" noRot="1" noChangeAspect="1"/>
          </p:cNvSpPr>
          <p:nvPr>
            <p:ph type="sldImg" idx="2"/>
          </p:nvPr>
        </p:nvSpPr>
        <p:spPr>
          <a:xfrm>
            <a:off x="1341438" y="1143000"/>
            <a:ext cx="4175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1CBE0-E346-4AED-8648-65C9F6425E21}" type="slidenum">
              <a:rPr lang="en-US" smtClean="0"/>
              <a:t>‹#›</a:t>
            </a:fld>
            <a:endParaRPr lang="en-US"/>
          </a:p>
        </p:txBody>
      </p:sp>
    </p:spTree>
    <p:extLst>
      <p:ext uri="{BB962C8B-B14F-4D97-AF65-F5344CB8AC3E}">
        <p14:creationId xmlns:p14="http://schemas.microsoft.com/office/powerpoint/2010/main" val="2756828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lesson plans, maybe include QR code, </a:t>
            </a:r>
          </a:p>
          <a:p>
            <a:r>
              <a:rPr lang="en-US" dirty="0"/>
              <a:t>Maybe include photo or testimonial of Governor School, Emma.</a:t>
            </a:r>
          </a:p>
          <a:p>
            <a:endParaRPr lang="en-US" dirty="0"/>
          </a:p>
          <a:p>
            <a:r>
              <a:rPr lang="en-US" dirty="0"/>
              <a:t>Poster:</a:t>
            </a:r>
            <a:br>
              <a:rPr lang="en-US" dirty="0"/>
            </a:br>
            <a:r>
              <a:rPr lang="en-US" dirty="0"/>
              <a:t>- thematic title instead of just background</a:t>
            </a:r>
          </a:p>
          <a:p>
            <a:pPr marL="171450" indent="-171450">
              <a:buFontTx/>
              <a:buChar char="-"/>
            </a:pPr>
            <a:r>
              <a:rPr lang="en-US" dirty="0"/>
              <a:t>Look for places to streamline </a:t>
            </a:r>
          </a:p>
          <a:p>
            <a:pPr marL="171450" indent="-171450">
              <a:buFontTx/>
              <a:buChar char="-"/>
            </a:pPr>
            <a:r>
              <a:rPr lang="en-US" dirty="0"/>
              <a:t>Maybe too many points? Bigger arrows please</a:t>
            </a:r>
          </a:p>
          <a:p>
            <a:pPr marL="628650" lvl="1" indent="-171450">
              <a:buFontTx/>
              <a:buChar char="-"/>
            </a:pPr>
            <a:r>
              <a:rPr lang="en-US" dirty="0"/>
              <a:t>To address the challenges above…You will see an overview of our two-pronged approach instead of a whole paragraph. Maybe just this is what we do! </a:t>
            </a:r>
          </a:p>
          <a:p>
            <a:pPr marL="628650" lvl="1" indent="-171450">
              <a:buFontTx/>
              <a:buChar char="-"/>
            </a:pPr>
            <a:r>
              <a:rPr lang="en-US" dirty="0"/>
              <a:t>Can add a picture of a kid. </a:t>
            </a:r>
          </a:p>
          <a:p>
            <a:pPr marL="628650" lvl="1" indent="-171450">
              <a:buFontTx/>
              <a:buChar char="-"/>
            </a:pPr>
            <a:endParaRPr lang="en-US" dirty="0"/>
          </a:p>
          <a:p>
            <a:pPr marL="457200" lvl="1" indent="0">
              <a:buFontTx/>
              <a:buNone/>
            </a:pPr>
            <a:endParaRPr lang="en-US" dirty="0"/>
          </a:p>
          <a:p>
            <a:pPr marL="171450" indent="-171450">
              <a:buFontTx/>
              <a:buChar char="-"/>
            </a:pPr>
            <a:r>
              <a:rPr lang="en-US" dirty="0"/>
              <a:t>Put into text how Hino figure ties to. </a:t>
            </a:r>
          </a:p>
          <a:p>
            <a:pPr marL="171450" indent="-171450">
              <a:buFontTx/>
              <a:buChar char="-"/>
            </a:pPr>
            <a:r>
              <a:rPr lang="en-US" dirty="0"/>
              <a:t>Deployment for one will be at retention ponds at school and a test field site for validation purposes. </a:t>
            </a:r>
          </a:p>
          <a:p>
            <a:pPr marL="171450" indent="-171450">
              <a:buFontTx/>
              <a:buChar char="-"/>
            </a:pPr>
            <a:r>
              <a:rPr lang="en-US" dirty="0"/>
              <a:t>May need to say why retention ponds… stormwater and ease of access</a:t>
            </a:r>
          </a:p>
          <a:p>
            <a:pPr marL="171450" indent="-171450">
              <a:buFontTx/>
              <a:buChar char="-"/>
            </a:pPr>
            <a:r>
              <a:rPr lang="en-US" dirty="0"/>
              <a:t>“Purpose section”</a:t>
            </a:r>
          </a:p>
          <a:p>
            <a:pPr marL="628650" lvl="1" indent="-171450">
              <a:buFontTx/>
              <a:buChar char="-"/>
            </a:pPr>
            <a:r>
              <a:rPr lang="en-US" dirty="0"/>
              <a:t>Maybe label limitations or challenges or assumptions where I lay bare some of the challenges associated with building sensor. Same for education side, limitations are can only work with one group, this is a draft so would need more people. What questions can other people help me answer.</a:t>
            </a:r>
          </a:p>
          <a:p>
            <a:pPr marL="628650" lvl="1" indent="-171450">
              <a:buFontTx/>
              <a:buChar char="-"/>
            </a:pPr>
            <a:r>
              <a:rPr lang="en-US" dirty="0"/>
              <a:t>Put EMAIL SOMEWHERE. May need to add affiliations. </a:t>
            </a:r>
          </a:p>
          <a:p>
            <a:pPr marL="171450" indent="-171450">
              <a:buFontTx/>
              <a:buChar char="-"/>
            </a:pPr>
            <a:r>
              <a:rPr lang="en-US" dirty="0"/>
              <a:t>Our approach to building coastal resiliency instead of “Coastal Literacy” </a:t>
            </a:r>
          </a:p>
          <a:p>
            <a:pPr marL="628650" lvl="1" indent="-171450">
              <a:buFontTx/>
              <a:buChar char="-"/>
            </a:pPr>
            <a:r>
              <a:rPr lang="en-US" dirty="0"/>
              <a:t>Maybe have numbers within this section that correlate to plan</a:t>
            </a:r>
          </a:p>
          <a:p>
            <a:pPr marL="628650" lvl="1" indent="-171450">
              <a:buFontTx/>
              <a:buChar char="-"/>
            </a:pPr>
            <a:r>
              <a:rPr lang="en-US" dirty="0"/>
              <a:t>Might consider having educational background. </a:t>
            </a:r>
          </a:p>
          <a:p>
            <a:pPr marL="628650" lvl="1" indent="-171450">
              <a:buFontTx/>
              <a:buChar char="-"/>
            </a:pPr>
            <a:r>
              <a:rPr lang="en-US" dirty="0"/>
              <a:t>Maybe instead of Purpose… Looking Ahead, Future Directions, Anticipated Project Outcomes</a:t>
            </a:r>
          </a:p>
          <a:p>
            <a:pPr marL="628650" lvl="1" indent="-171450">
              <a:buFontTx/>
              <a:buChar char="-"/>
            </a:pPr>
            <a:r>
              <a:rPr lang="en-US" dirty="0"/>
              <a:t>Consider how framing stuff. </a:t>
            </a:r>
          </a:p>
          <a:p>
            <a:pPr marL="628650" lvl="1" indent="-171450">
              <a:buFontTx/>
              <a:buChar char="-"/>
            </a:pPr>
            <a:r>
              <a:rPr lang="en-US" dirty="0"/>
              <a:t>Lesson plan</a:t>
            </a:r>
          </a:p>
          <a:p>
            <a:pPr marL="1085850" lvl="2" indent="-171450">
              <a:buFontTx/>
              <a:buChar char="-"/>
            </a:pPr>
            <a:r>
              <a:rPr lang="en-US" dirty="0"/>
              <a:t>Say who I am working with, just age </a:t>
            </a:r>
          </a:p>
          <a:p>
            <a:pPr marL="1085850" lvl="2" indent="-171450">
              <a:buFontTx/>
              <a:buChar char="-"/>
            </a:pPr>
            <a:r>
              <a:rPr lang="en-US" dirty="0"/>
              <a:t>What they will participate in</a:t>
            </a:r>
          </a:p>
          <a:p>
            <a:pPr marL="1085850" lvl="2" indent="-171450">
              <a:buFontTx/>
              <a:buChar char="-"/>
            </a:pPr>
            <a:r>
              <a:rPr lang="en-US" dirty="0"/>
              <a:t>List out lessons with general theme and activities</a:t>
            </a:r>
          </a:p>
          <a:p>
            <a:pPr marL="1543050" lvl="3" indent="-171450">
              <a:buFontTx/>
              <a:buChar char="-"/>
            </a:pPr>
            <a:r>
              <a:rPr lang="en-US" dirty="0"/>
              <a:t>With lesson 4 say (4 weeks later)</a:t>
            </a:r>
          </a:p>
          <a:p>
            <a:pPr marL="1543050" lvl="3" indent="-171450">
              <a:buFontTx/>
              <a:buChar char="-"/>
            </a:pPr>
            <a:r>
              <a:rPr lang="en-US" dirty="0"/>
              <a:t>Included Anticipated outcomes</a:t>
            </a:r>
          </a:p>
          <a:p>
            <a:pPr marL="1543050" lvl="3" indent="-171450">
              <a:buFontTx/>
              <a:buChar char="-"/>
            </a:pPr>
            <a:r>
              <a:rPr lang="en-US" dirty="0"/>
              <a:t>Pre experience and </a:t>
            </a:r>
            <a:r>
              <a:rPr lang="en-US" dirty="0" err="1"/>
              <a:t>psot</a:t>
            </a:r>
            <a:r>
              <a:rPr lang="en-US" dirty="0"/>
              <a:t> experience survey</a:t>
            </a:r>
          </a:p>
          <a:p>
            <a:pPr marL="1543050" lvl="3" indent="-171450">
              <a:buFontTx/>
              <a:buChar char="-"/>
            </a:pPr>
            <a:r>
              <a:rPr lang="en-US" dirty="0"/>
              <a:t>Embedded evaluation approach (poster) and teacher survey</a:t>
            </a:r>
          </a:p>
          <a:p>
            <a:pPr marL="628650" lvl="1" indent="-171450">
              <a:buFontTx/>
              <a:buChar char="-"/>
            </a:pPr>
            <a:endParaRPr lang="en-US" dirty="0"/>
          </a:p>
          <a:p>
            <a:pPr marL="457200" lvl="1" indent="0">
              <a:buFontTx/>
              <a:buNone/>
            </a:pPr>
            <a:endParaRPr lang="en-US" dirty="0"/>
          </a:p>
          <a:p>
            <a:pPr marL="628650" lvl="1" indent="-171450">
              <a:buFontTx/>
              <a:buChar char="-"/>
            </a:pPr>
            <a:endParaRPr lang="en-US" dirty="0"/>
          </a:p>
          <a:p>
            <a:pPr marL="457200" lvl="1" indent="0">
              <a:buFontTx/>
              <a:buNone/>
            </a:pPr>
            <a:endParaRPr lang="en-US" dirty="0"/>
          </a:p>
          <a:p>
            <a:r>
              <a:rPr lang="en-US" dirty="0"/>
              <a:t> </a:t>
            </a:r>
          </a:p>
        </p:txBody>
      </p:sp>
      <p:sp>
        <p:nvSpPr>
          <p:cNvPr id="4" name="Slide Number Placeholder 3"/>
          <p:cNvSpPr>
            <a:spLocks noGrp="1"/>
          </p:cNvSpPr>
          <p:nvPr>
            <p:ph type="sldNum" sz="quarter" idx="5"/>
          </p:nvPr>
        </p:nvSpPr>
        <p:spPr/>
        <p:txBody>
          <a:bodyPr/>
          <a:lstStyle/>
          <a:p>
            <a:fld id="{44C1CBE0-E346-4AED-8648-65C9F6425E21}" type="slidenum">
              <a:rPr lang="en-US" smtClean="0"/>
              <a:t>1</a:t>
            </a:fld>
            <a:endParaRPr lang="en-US"/>
          </a:p>
        </p:txBody>
      </p:sp>
    </p:spTree>
    <p:extLst>
      <p:ext uri="{BB962C8B-B14F-4D97-AF65-F5344CB8AC3E}">
        <p14:creationId xmlns:p14="http://schemas.microsoft.com/office/powerpoint/2010/main" val="3376670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5088045"/>
            <a:ext cx="35753040" cy="10823787"/>
          </a:xfrm>
        </p:spPr>
        <p:txBody>
          <a:bodyPr anchor="b"/>
          <a:lstStyle>
            <a:lvl1pPr algn="ctr">
              <a:defRPr sz="27200"/>
            </a:lvl1pPr>
          </a:lstStyle>
          <a:p>
            <a:r>
              <a:rPr lang="en-US"/>
              <a:t>Click to edit Master title style</a:t>
            </a:r>
          </a:p>
        </p:txBody>
      </p:sp>
      <p:sp>
        <p:nvSpPr>
          <p:cNvPr id="3" name="Subtitle 2"/>
          <p:cNvSpPr>
            <a:spLocks noGrp="1"/>
          </p:cNvSpPr>
          <p:nvPr>
            <p:ph type="subTitle" idx="1"/>
          </p:nvPr>
        </p:nvSpPr>
        <p:spPr>
          <a:xfrm>
            <a:off x="5257800" y="16329239"/>
            <a:ext cx="31546800" cy="7506121"/>
          </a:xfrm>
        </p:spPr>
        <p:txBody>
          <a:bodyPr/>
          <a:lstStyle>
            <a:lvl1pPr marL="0" indent="0" algn="ctr">
              <a:buNone/>
              <a:defRPr sz="10880"/>
            </a:lvl1pPr>
            <a:lvl2pPr marL="2072625" indent="0" algn="ctr">
              <a:buNone/>
              <a:defRPr sz="9067"/>
            </a:lvl2pPr>
            <a:lvl3pPr marL="4145250" indent="0" algn="ctr">
              <a:buNone/>
              <a:defRPr sz="8160"/>
            </a:lvl3pPr>
            <a:lvl4pPr marL="6217874" indent="0" algn="ctr">
              <a:buNone/>
              <a:defRPr sz="7253"/>
            </a:lvl4pPr>
            <a:lvl5pPr marL="8290499" indent="0" algn="ctr">
              <a:buNone/>
              <a:defRPr sz="7253"/>
            </a:lvl5pPr>
            <a:lvl6pPr marL="10363124" indent="0" algn="ctr">
              <a:buNone/>
              <a:defRPr sz="7253"/>
            </a:lvl6pPr>
            <a:lvl7pPr marL="12435749" indent="0" algn="ctr">
              <a:buNone/>
              <a:defRPr sz="7253"/>
            </a:lvl7pPr>
            <a:lvl8pPr marL="14508373" indent="0" algn="ctr">
              <a:buNone/>
              <a:defRPr sz="7253"/>
            </a:lvl8pPr>
            <a:lvl9pPr marL="16580998" indent="0" algn="ctr">
              <a:buNone/>
              <a:defRPr sz="7253"/>
            </a:lvl9pPr>
          </a:lstStyle>
          <a:p>
            <a:r>
              <a:rPr lang="en-US"/>
              <a:t>Click to edit Master subtitle style</a:t>
            </a:r>
          </a:p>
        </p:txBody>
      </p:sp>
      <p:sp>
        <p:nvSpPr>
          <p:cNvPr id="4" name="Date Placeholder 3"/>
          <p:cNvSpPr>
            <a:spLocks noGrp="1"/>
          </p:cNvSpPr>
          <p:nvPr>
            <p:ph type="dt" sz="half" idx="10"/>
          </p:nvPr>
        </p:nvSpPr>
        <p:spPr/>
        <p:txBody>
          <a:bodyPr/>
          <a:lstStyle/>
          <a:p>
            <a:fld id="{20D7BB9D-962D-425E-B6BC-6237EF19CFB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3902318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D7BB9D-962D-425E-B6BC-6237EF19CFB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3067086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869885" y="7750819"/>
            <a:ext cx="36278820" cy="12932408"/>
          </a:xfrm>
        </p:spPr>
        <p:txBody>
          <a:bodyPr anchor="b"/>
          <a:lstStyle>
            <a:lvl1pPr>
              <a:defRPr sz="27200"/>
            </a:lvl1pPr>
          </a:lstStyle>
          <a:p>
            <a:r>
              <a:rPr lang="en-US"/>
              <a:t>Click to edit Master title style</a:t>
            </a:r>
          </a:p>
        </p:txBody>
      </p:sp>
      <p:sp>
        <p:nvSpPr>
          <p:cNvPr id="3" name="Text Placeholder 2"/>
          <p:cNvSpPr>
            <a:spLocks noGrp="1"/>
          </p:cNvSpPr>
          <p:nvPr>
            <p:ph type="body" idx="1"/>
          </p:nvPr>
        </p:nvSpPr>
        <p:spPr>
          <a:xfrm>
            <a:off x="2869885" y="20805572"/>
            <a:ext cx="36278820" cy="6800848"/>
          </a:xfrm>
        </p:spPr>
        <p:txBody>
          <a:bodyPr/>
          <a:lstStyle>
            <a:lvl1pPr marL="0" indent="0">
              <a:buNone/>
              <a:defRPr sz="10880">
                <a:solidFill>
                  <a:schemeClr val="tx1">
                    <a:tint val="82000"/>
                  </a:schemeClr>
                </a:solidFill>
              </a:defRPr>
            </a:lvl1pPr>
            <a:lvl2pPr marL="2072625" indent="0">
              <a:buNone/>
              <a:defRPr sz="9067">
                <a:solidFill>
                  <a:schemeClr val="tx1">
                    <a:tint val="82000"/>
                  </a:schemeClr>
                </a:solidFill>
              </a:defRPr>
            </a:lvl2pPr>
            <a:lvl3pPr marL="4145250" indent="0">
              <a:buNone/>
              <a:defRPr sz="8160">
                <a:solidFill>
                  <a:schemeClr val="tx1">
                    <a:tint val="82000"/>
                  </a:schemeClr>
                </a:solidFill>
              </a:defRPr>
            </a:lvl3pPr>
            <a:lvl4pPr marL="6217874" indent="0">
              <a:buNone/>
              <a:defRPr sz="7253">
                <a:solidFill>
                  <a:schemeClr val="tx1">
                    <a:tint val="82000"/>
                  </a:schemeClr>
                </a:solidFill>
              </a:defRPr>
            </a:lvl4pPr>
            <a:lvl5pPr marL="8290499" indent="0">
              <a:buNone/>
              <a:defRPr sz="7253">
                <a:solidFill>
                  <a:schemeClr val="tx1">
                    <a:tint val="82000"/>
                  </a:schemeClr>
                </a:solidFill>
              </a:defRPr>
            </a:lvl5pPr>
            <a:lvl6pPr marL="10363124" indent="0">
              <a:buNone/>
              <a:defRPr sz="7253">
                <a:solidFill>
                  <a:schemeClr val="tx1">
                    <a:tint val="82000"/>
                  </a:schemeClr>
                </a:solidFill>
              </a:defRPr>
            </a:lvl6pPr>
            <a:lvl7pPr marL="12435749" indent="0">
              <a:buNone/>
              <a:defRPr sz="7253">
                <a:solidFill>
                  <a:schemeClr val="tx1">
                    <a:tint val="82000"/>
                  </a:schemeClr>
                </a:solidFill>
              </a:defRPr>
            </a:lvl7pPr>
            <a:lvl8pPr marL="14508373" indent="0">
              <a:buNone/>
              <a:defRPr sz="7253">
                <a:solidFill>
                  <a:schemeClr val="tx1">
                    <a:tint val="82000"/>
                  </a:schemeClr>
                </a:solidFill>
              </a:defRPr>
            </a:lvl8pPr>
            <a:lvl9pPr marL="16580998" indent="0">
              <a:buNone/>
              <a:defRPr sz="725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D7BB9D-962D-425E-B6BC-6237EF19CFB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2075009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891790" y="8276166"/>
            <a:ext cx="1787652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294090" y="8276166"/>
            <a:ext cx="1787652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0D7BB9D-962D-425E-B6BC-6237EF19CFBD}"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114812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7269" y="1655240"/>
            <a:ext cx="36278820" cy="6009219"/>
          </a:xfrm>
        </p:spPr>
        <p:txBody>
          <a:bodyPr/>
          <a:lstStyle/>
          <a:p>
            <a:r>
              <a:rPr lang="en-US"/>
              <a:t>Click to edit Master title style</a:t>
            </a:r>
          </a:p>
        </p:txBody>
      </p:sp>
      <p:sp>
        <p:nvSpPr>
          <p:cNvPr id="3" name="Text Placeholder 2"/>
          <p:cNvSpPr>
            <a:spLocks noGrp="1"/>
          </p:cNvSpPr>
          <p:nvPr>
            <p:ph type="body" idx="1"/>
          </p:nvPr>
        </p:nvSpPr>
        <p:spPr>
          <a:xfrm>
            <a:off x="2897273" y="7621272"/>
            <a:ext cx="17794364" cy="3735068"/>
          </a:xfrm>
        </p:spPr>
        <p:txBody>
          <a:bodyPr anchor="b"/>
          <a:lstStyle>
            <a:lvl1pPr marL="0" indent="0">
              <a:buNone/>
              <a:defRPr sz="10880" b="1"/>
            </a:lvl1pPr>
            <a:lvl2pPr marL="2072625" indent="0">
              <a:buNone/>
              <a:defRPr sz="9067" b="1"/>
            </a:lvl2pPr>
            <a:lvl3pPr marL="4145250" indent="0">
              <a:buNone/>
              <a:defRPr sz="8160" b="1"/>
            </a:lvl3pPr>
            <a:lvl4pPr marL="6217874" indent="0">
              <a:buNone/>
              <a:defRPr sz="7253" b="1"/>
            </a:lvl4pPr>
            <a:lvl5pPr marL="8290499" indent="0">
              <a:buNone/>
              <a:defRPr sz="7253" b="1"/>
            </a:lvl5pPr>
            <a:lvl6pPr marL="10363124" indent="0">
              <a:buNone/>
              <a:defRPr sz="7253" b="1"/>
            </a:lvl6pPr>
            <a:lvl7pPr marL="12435749" indent="0">
              <a:buNone/>
              <a:defRPr sz="7253" b="1"/>
            </a:lvl7pPr>
            <a:lvl8pPr marL="14508373" indent="0">
              <a:buNone/>
              <a:defRPr sz="7253" b="1"/>
            </a:lvl8pPr>
            <a:lvl9pPr marL="16580998" indent="0">
              <a:buNone/>
              <a:defRPr sz="7253" b="1"/>
            </a:lvl9pPr>
          </a:lstStyle>
          <a:p>
            <a:pPr lvl="0"/>
            <a:r>
              <a:rPr lang="en-US"/>
              <a:t>Click to edit Master text styles</a:t>
            </a:r>
          </a:p>
        </p:txBody>
      </p:sp>
      <p:sp>
        <p:nvSpPr>
          <p:cNvPr id="4" name="Content Placeholder 3"/>
          <p:cNvSpPr>
            <a:spLocks noGrp="1"/>
          </p:cNvSpPr>
          <p:nvPr>
            <p:ph sz="half" idx="2"/>
          </p:nvPr>
        </p:nvSpPr>
        <p:spPr>
          <a:xfrm>
            <a:off x="2897273" y="11356340"/>
            <a:ext cx="17794364"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294092" y="7621272"/>
            <a:ext cx="17881999" cy="3735068"/>
          </a:xfrm>
        </p:spPr>
        <p:txBody>
          <a:bodyPr anchor="b"/>
          <a:lstStyle>
            <a:lvl1pPr marL="0" indent="0">
              <a:buNone/>
              <a:defRPr sz="10880" b="1"/>
            </a:lvl1pPr>
            <a:lvl2pPr marL="2072625" indent="0">
              <a:buNone/>
              <a:defRPr sz="9067" b="1"/>
            </a:lvl2pPr>
            <a:lvl3pPr marL="4145250" indent="0">
              <a:buNone/>
              <a:defRPr sz="8160" b="1"/>
            </a:lvl3pPr>
            <a:lvl4pPr marL="6217874" indent="0">
              <a:buNone/>
              <a:defRPr sz="7253" b="1"/>
            </a:lvl4pPr>
            <a:lvl5pPr marL="8290499" indent="0">
              <a:buNone/>
              <a:defRPr sz="7253" b="1"/>
            </a:lvl5pPr>
            <a:lvl6pPr marL="10363124" indent="0">
              <a:buNone/>
              <a:defRPr sz="7253" b="1"/>
            </a:lvl6pPr>
            <a:lvl7pPr marL="12435749" indent="0">
              <a:buNone/>
              <a:defRPr sz="7253" b="1"/>
            </a:lvl7pPr>
            <a:lvl8pPr marL="14508373" indent="0">
              <a:buNone/>
              <a:defRPr sz="7253" b="1"/>
            </a:lvl8pPr>
            <a:lvl9pPr marL="16580998" indent="0">
              <a:buNone/>
              <a:defRPr sz="7253" b="1"/>
            </a:lvl9pPr>
          </a:lstStyle>
          <a:p>
            <a:pPr lvl="0"/>
            <a:r>
              <a:rPr lang="en-US"/>
              <a:t>Click to edit Master text styles</a:t>
            </a:r>
          </a:p>
        </p:txBody>
      </p:sp>
      <p:sp>
        <p:nvSpPr>
          <p:cNvPr id="6" name="Content Placeholder 5"/>
          <p:cNvSpPr>
            <a:spLocks noGrp="1"/>
          </p:cNvSpPr>
          <p:nvPr>
            <p:ph sz="quarter" idx="4"/>
          </p:nvPr>
        </p:nvSpPr>
        <p:spPr>
          <a:xfrm>
            <a:off x="21294092" y="11356340"/>
            <a:ext cx="17881999"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D7BB9D-962D-425E-B6BC-6237EF19CFBD}"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2396837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D7BB9D-962D-425E-B6BC-6237EF19CFBD}"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1453228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D7BB9D-962D-425E-B6BC-6237EF19CFBD}"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216345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072640"/>
            <a:ext cx="13566219" cy="7254240"/>
          </a:xfrm>
        </p:spPr>
        <p:txBody>
          <a:bodyPr anchor="b"/>
          <a:lstStyle>
            <a:lvl1pPr>
              <a:defRPr sz="14507"/>
            </a:lvl1pPr>
          </a:lstStyle>
          <a:p>
            <a:r>
              <a:rPr lang="en-US"/>
              <a:t>Click to edit Master title style</a:t>
            </a:r>
          </a:p>
        </p:txBody>
      </p:sp>
      <p:sp>
        <p:nvSpPr>
          <p:cNvPr id="3" name="Content Placeholder 2"/>
          <p:cNvSpPr>
            <a:spLocks noGrp="1"/>
          </p:cNvSpPr>
          <p:nvPr>
            <p:ph idx="1"/>
          </p:nvPr>
        </p:nvSpPr>
        <p:spPr>
          <a:xfrm>
            <a:off x="17881999" y="4476333"/>
            <a:ext cx="21294090" cy="22093767"/>
          </a:xfrm>
        </p:spPr>
        <p:txBody>
          <a:bodyPr/>
          <a:lstStyle>
            <a:lvl1pPr>
              <a:defRPr sz="14507"/>
            </a:lvl1pPr>
            <a:lvl2pPr>
              <a:defRPr sz="12693"/>
            </a:lvl2pPr>
            <a:lvl3pPr>
              <a:defRPr sz="10880"/>
            </a:lvl3pPr>
            <a:lvl4pPr>
              <a:defRPr sz="9067"/>
            </a:lvl4pPr>
            <a:lvl5pPr>
              <a:defRPr sz="9067"/>
            </a:lvl5pPr>
            <a:lvl6pPr>
              <a:defRPr sz="9067"/>
            </a:lvl6pPr>
            <a:lvl7pPr>
              <a:defRPr sz="9067"/>
            </a:lvl7pPr>
            <a:lvl8pPr>
              <a:defRPr sz="9067"/>
            </a:lvl8pPr>
            <a:lvl9pPr>
              <a:defRPr sz="9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897269" y="9326880"/>
            <a:ext cx="13566219" cy="17279199"/>
          </a:xfrm>
        </p:spPr>
        <p:txBody>
          <a:bodyPr/>
          <a:lstStyle>
            <a:lvl1pPr marL="0" indent="0">
              <a:buNone/>
              <a:defRPr sz="7253"/>
            </a:lvl1pPr>
            <a:lvl2pPr marL="2072625" indent="0">
              <a:buNone/>
              <a:defRPr sz="6347"/>
            </a:lvl2pPr>
            <a:lvl3pPr marL="4145250" indent="0">
              <a:buNone/>
              <a:defRPr sz="5440"/>
            </a:lvl3pPr>
            <a:lvl4pPr marL="6217874" indent="0">
              <a:buNone/>
              <a:defRPr sz="4533"/>
            </a:lvl4pPr>
            <a:lvl5pPr marL="8290499" indent="0">
              <a:buNone/>
              <a:defRPr sz="4533"/>
            </a:lvl5pPr>
            <a:lvl6pPr marL="10363124" indent="0">
              <a:buNone/>
              <a:defRPr sz="4533"/>
            </a:lvl6pPr>
            <a:lvl7pPr marL="12435749" indent="0">
              <a:buNone/>
              <a:defRPr sz="4533"/>
            </a:lvl7pPr>
            <a:lvl8pPr marL="14508373" indent="0">
              <a:buNone/>
              <a:defRPr sz="4533"/>
            </a:lvl8pPr>
            <a:lvl9pPr marL="16580998" indent="0">
              <a:buNone/>
              <a:defRPr sz="4533"/>
            </a:lvl9pPr>
          </a:lstStyle>
          <a:p>
            <a:pPr lvl="0"/>
            <a:r>
              <a:rPr lang="en-US"/>
              <a:t>Click to edit Master text styles</a:t>
            </a:r>
          </a:p>
        </p:txBody>
      </p:sp>
      <p:sp>
        <p:nvSpPr>
          <p:cNvPr id="5" name="Date Placeholder 4"/>
          <p:cNvSpPr>
            <a:spLocks noGrp="1"/>
          </p:cNvSpPr>
          <p:nvPr>
            <p:ph type="dt" sz="half" idx="10"/>
          </p:nvPr>
        </p:nvSpPr>
        <p:spPr/>
        <p:txBody>
          <a:bodyPr/>
          <a:lstStyle/>
          <a:p>
            <a:fld id="{20D7BB9D-962D-425E-B6BC-6237EF19CFBD}"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329696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072640"/>
            <a:ext cx="13566219" cy="7254240"/>
          </a:xfrm>
        </p:spPr>
        <p:txBody>
          <a:bodyPr anchor="b"/>
          <a:lstStyle>
            <a:lvl1pPr>
              <a:defRPr sz="14507"/>
            </a:lvl1pPr>
          </a:lstStyle>
          <a:p>
            <a:r>
              <a:rPr lang="en-US"/>
              <a:t>Click to edit Master title style</a:t>
            </a:r>
          </a:p>
        </p:txBody>
      </p:sp>
      <p:sp>
        <p:nvSpPr>
          <p:cNvPr id="3" name="Picture Placeholder 2"/>
          <p:cNvSpPr>
            <a:spLocks noGrp="1" noChangeAspect="1"/>
          </p:cNvSpPr>
          <p:nvPr>
            <p:ph type="pic" idx="1"/>
          </p:nvPr>
        </p:nvSpPr>
        <p:spPr>
          <a:xfrm>
            <a:off x="17881999" y="4476333"/>
            <a:ext cx="21294090" cy="22093767"/>
          </a:xfrm>
        </p:spPr>
        <p:txBody>
          <a:bodyPr anchor="t"/>
          <a:lstStyle>
            <a:lvl1pPr marL="0" indent="0">
              <a:buNone/>
              <a:defRPr sz="14507"/>
            </a:lvl1pPr>
            <a:lvl2pPr marL="2072625" indent="0">
              <a:buNone/>
              <a:defRPr sz="12693"/>
            </a:lvl2pPr>
            <a:lvl3pPr marL="4145250" indent="0">
              <a:buNone/>
              <a:defRPr sz="10880"/>
            </a:lvl3pPr>
            <a:lvl4pPr marL="6217874" indent="0">
              <a:buNone/>
              <a:defRPr sz="9067"/>
            </a:lvl4pPr>
            <a:lvl5pPr marL="8290499" indent="0">
              <a:buNone/>
              <a:defRPr sz="9067"/>
            </a:lvl5pPr>
            <a:lvl6pPr marL="10363124" indent="0">
              <a:buNone/>
              <a:defRPr sz="9067"/>
            </a:lvl6pPr>
            <a:lvl7pPr marL="12435749" indent="0">
              <a:buNone/>
              <a:defRPr sz="9067"/>
            </a:lvl7pPr>
            <a:lvl8pPr marL="14508373" indent="0">
              <a:buNone/>
              <a:defRPr sz="9067"/>
            </a:lvl8pPr>
            <a:lvl9pPr marL="16580998" indent="0">
              <a:buNone/>
              <a:defRPr sz="9067"/>
            </a:lvl9pPr>
          </a:lstStyle>
          <a:p>
            <a:r>
              <a:rPr lang="en-US"/>
              <a:t>Click icon to add picture</a:t>
            </a:r>
          </a:p>
        </p:txBody>
      </p:sp>
      <p:sp>
        <p:nvSpPr>
          <p:cNvPr id="4" name="Text Placeholder 3"/>
          <p:cNvSpPr>
            <a:spLocks noGrp="1"/>
          </p:cNvSpPr>
          <p:nvPr>
            <p:ph type="body" sz="half" idx="2"/>
          </p:nvPr>
        </p:nvSpPr>
        <p:spPr>
          <a:xfrm>
            <a:off x="2897269" y="9326880"/>
            <a:ext cx="13566219" cy="17279199"/>
          </a:xfrm>
        </p:spPr>
        <p:txBody>
          <a:bodyPr/>
          <a:lstStyle>
            <a:lvl1pPr marL="0" indent="0">
              <a:buNone/>
              <a:defRPr sz="7253"/>
            </a:lvl1pPr>
            <a:lvl2pPr marL="2072625" indent="0">
              <a:buNone/>
              <a:defRPr sz="6347"/>
            </a:lvl2pPr>
            <a:lvl3pPr marL="4145250" indent="0">
              <a:buNone/>
              <a:defRPr sz="5440"/>
            </a:lvl3pPr>
            <a:lvl4pPr marL="6217874" indent="0">
              <a:buNone/>
              <a:defRPr sz="4533"/>
            </a:lvl4pPr>
            <a:lvl5pPr marL="8290499" indent="0">
              <a:buNone/>
              <a:defRPr sz="4533"/>
            </a:lvl5pPr>
            <a:lvl6pPr marL="10363124" indent="0">
              <a:buNone/>
              <a:defRPr sz="4533"/>
            </a:lvl6pPr>
            <a:lvl7pPr marL="12435749" indent="0">
              <a:buNone/>
              <a:defRPr sz="4533"/>
            </a:lvl7pPr>
            <a:lvl8pPr marL="14508373" indent="0">
              <a:buNone/>
              <a:defRPr sz="4533"/>
            </a:lvl8pPr>
            <a:lvl9pPr marL="16580998" indent="0">
              <a:buNone/>
              <a:defRPr sz="4533"/>
            </a:lvl9pPr>
          </a:lstStyle>
          <a:p>
            <a:pPr lvl="0"/>
            <a:r>
              <a:rPr lang="en-US"/>
              <a:t>Click to edit Master text styles</a:t>
            </a:r>
          </a:p>
        </p:txBody>
      </p:sp>
      <p:sp>
        <p:nvSpPr>
          <p:cNvPr id="5" name="Date Placeholder 4"/>
          <p:cNvSpPr>
            <a:spLocks noGrp="1"/>
          </p:cNvSpPr>
          <p:nvPr>
            <p:ph type="dt" sz="half" idx="10"/>
          </p:nvPr>
        </p:nvSpPr>
        <p:spPr/>
        <p:txBody>
          <a:bodyPr/>
          <a:lstStyle/>
          <a:p>
            <a:fld id="{20D7BB9D-962D-425E-B6BC-6237EF19CFBD}"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194562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D7BB9D-962D-425E-B6BC-6237EF19CFB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39461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100907" y="1655233"/>
            <a:ext cx="9069705" cy="2634699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891792" y="1655233"/>
            <a:ext cx="26683335" cy="26346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D7BB9D-962D-425E-B6BC-6237EF19CFBD}"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47F44-8823-4A4C-869E-0FBC7D45E89F}" type="slidenum">
              <a:rPr lang="en-US" smtClean="0"/>
              <a:t>‹#›</a:t>
            </a:fld>
            <a:endParaRPr lang="en-US"/>
          </a:p>
        </p:txBody>
      </p:sp>
    </p:spTree>
    <p:extLst>
      <p:ext uri="{BB962C8B-B14F-4D97-AF65-F5344CB8AC3E}">
        <p14:creationId xmlns:p14="http://schemas.microsoft.com/office/powerpoint/2010/main" val="4188764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91790" y="1655240"/>
            <a:ext cx="36278820" cy="600921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891790" y="8276166"/>
            <a:ext cx="36278820" cy="19726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891790" y="28815460"/>
            <a:ext cx="9464040" cy="1655233"/>
          </a:xfrm>
          <a:prstGeom prst="rect">
            <a:avLst/>
          </a:prstGeom>
        </p:spPr>
        <p:txBody>
          <a:bodyPr vert="horz" lIns="91440" tIns="45720" rIns="91440" bIns="45720" rtlCol="0" anchor="ctr"/>
          <a:lstStyle>
            <a:lvl1pPr algn="l">
              <a:defRPr sz="5440">
                <a:solidFill>
                  <a:schemeClr val="tx1">
                    <a:tint val="82000"/>
                  </a:schemeClr>
                </a:solidFill>
              </a:defRPr>
            </a:lvl1pPr>
          </a:lstStyle>
          <a:p>
            <a:fld id="{20D7BB9D-962D-425E-B6BC-6237EF19CFBD}" type="datetimeFigureOut">
              <a:rPr lang="en-US" smtClean="0"/>
              <a:t>1/27/2026</a:t>
            </a:fld>
            <a:endParaRPr lang="en-US"/>
          </a:p>
        </p:txBody>
      </p:sp>
      <p:sp>
        <p:nvSpPr>
          <p:cNvPr id="5" name="Footer Placeholder 4"/>
          <p:cNvSpPr>
            <a:spLocks noGrp="1"/>
          </p:cNvSpPr>
          <p:nvPr>
            <p:ph type="ftr" sz="quarter" idx="3"/>
          </p:nvPr>
        </p:nvSpPr>
        <p:spPr>
          <a:xfrm>
            <a:off x="13933170" y="28815460"/>
            <a:ext cx="14196060" cy="1655233"/>
          </a:xfrm>
          <a:prstGeom prst="rect">
            <a:avLst/>
          </a:prstGeom>
        </p:spPr>
        <p:txBody>
          <a:bodyPr vert="horz" lIns="91440" tIns="45720" rIns="91440" bIns="45720" rtlCol="0" anchor="ctr"/>
          <a:lstStyle>
            <a:lvl1pPr algn="ctr">
              <a:defRPr sz="54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9706570" y="28815460"/>
            <a:ext cx="9464040" cy="1655233"/>
          </a:xfrm>
          <a:prstGeom prst="rect">
            <a:avLst/>
          </a:prstGeom>
        </p:spPr>
        <p:txBody>
          <a:bodyPr vert="horz" lIns="91440" tIns="45720" rIns="91440" bIns="45720" rtlCol="0" anchor="ctr"/>
          <a:lstStyle>
            <a:lvl1pPr algn="r">
              <a:defRPr sz="5440">
                <a:solidFill>
                  <a:schemeClr val="tx1">
                    <a:tint val="82000"/>
                  </a:schemeClr>
                </a:solidFill>
              </a:defRPr>
            </a:lvl1pPr>
          </a:lstStyle>
          <a:p>
            <a:fld id="{00A47F44-8823-4A4C-869E-0FBC7D45E89F}" type="slidenum">
              <a:rPr lang="en-US" smtClean="0"/>
              <a:t>‹#›</a:t>
            </a:fld>
            <a:endParaRPr lang="en-US"/>
          </a:p>
        </p:txBody>
      </p:sp>
    </p:spTree>
    <p:extLst>
      <p:ext uri="{BB962C8B-B14F-4D97-AF65-F5344CB8AC3E}">
        <p14:creationId xmlns:p14="http://schemas.microsoft.com/office/powerpoint/2010/main" val="1913039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145250" rtl="0" eaLnBrk="1" latinLnBrk="0" hangingPunct="1">
        <a:lnSpc>
          <a:spcPct val="90000"/>
        </a:lnSpc>
        <a:spcBef>
          <a:spcPct val="0"/>
        </a:spcBef>
        <a:buNone/>
        <a:defRPr sz="19947" kern="1200">
          <a:solidFill>
            <a:schemeClr val="tx1"/>
          </a:solidFill>
          <a:latin typeface="+mj-lt"/>
          <a:ea typeface="+mj-ea"/>
          <a:cs typeface="+mj-cs"/>
        </a:defRPr>
      </a:lvl1pPr>
    </p:titleStyle>
    <p:bodyStyle>
      <a:lvl1pPr marL="1036312" indent="-1036312" algn="l" defTabSz="4145250" rtl="0" eaLnBrk="1" latinLnBrk="0" hangingPunct="1">
        <a:lnSpc>
          <a:spcPct val="90000"/>
        </a:lnSpc>
        <a:spcBef>
          <a:spcPts val="4533"/>
        </a:spcBef>
        <a:buFont typeface="Arial" panose="020B0604020202020204" pitchFamily="34" charset="0"/>
        <a:buChar char="•"/>
        <a:defRPr sz="12693" kern="1200">
          <a:solidFill>
            <a:schemeClr val="tx1"/>
          </a:solidFill>
          <a:latin typeface="+mn-lt"/>
          <a:ea typeface="+mn-ea"/>
          <a:cs typeface="+mn-cs"/>
        </a:defRPr>
      </a:lvl1pPr>
      <a:lvl2pPr marL="3108937" indent="-1036312" algn="l" defTabSz="4145250" rtl="0" eaLnBrk="1" latinLnBrk="0" hangingPunct="1">
        <a:lnSpc>
          <a:spcPct val="90000"/>
        </a:lnSpc>
        <a:spcBef>
          <a:spcPts val="2267"/>
        </a:spcBef>
        <a:buFont typeface="Arial" panose="020B0604020202020204" pitchFamily="34" charset="0"/>
        <a:buChar char="•"/>
        <a:defRPr sz="10880" kern="1200">
          <a:solidFill>
            <a:schemeClr val="tx1"/>
          </a:solidFill>
          <a:latin typeface="+mn-lt"/>
          <a:ea typeface="+mn-ea"/>
          <a:cs typeface="+mn-cs"/>
        </a:defRPr>
      </a:lvl2pPr>
      <a:lvl3pPr marL="5181562" indent="-1036312" algn="l" defTabSz="4145250" rtl="0" eaLnBrk="1" latinLnBrk="0" hangingPunct="1">
        <a:lnSpc>
          <a:spcPct val="90000"/>
        </a:lnSpc>
        <a:spcBef>
          <a:spcPts val="2267"/>
        </a:spcBef>
        <a:buFont typeface="Arial" panose="020B0604020202020204" pitchFamily="34" charset="0"/>
        <a:buChar char="•"/>
        <a:defRPr sz="9067" kern="1200">
          <a:solidFill>
            <a:schemeClr val="tx1"/>
          </a:solidFill>
          <a:latin typeface="+mn-lt"/>
          <a:ea typeface="+mn-ea"/>
          <a:cs typeface="+mn-cs"/>
        </a:defRPr>
      </a:lvl3pPr>
      <a:lvl4pPr marL="7254187"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4pPr>
      <a:lvl5pPr marL="932681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5pPr>
      <a:lvl6pPr marL="1139943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6pPr>
      <a:lvl7pPr marL="1347206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7pPr>
      <a:lvl8pPr marL="1554468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8pPr>
      <a:lvl9pPr marL="17617310"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9pPr>
    </p:bodyStyle>
    <p:otherStyle>
      <a:defPPr>
        <a:defRPr lang="en-US"/>
      </a:defPPr>
      <a:lvl1pPr marL="0" algn="l" defTabSz="4145250" rtl="0" eaLnBrk="1" latinLnBrk="0" hangingPunct="1">
        <a:defRPr sz="8160" kern="1200">
          <a:solidFill>
            <a:schemeClr val="tx1"/>
          </a:solidFill>
          <a:latin typeface="+mn-lt"/>
          <a:ea typeface="+mn-ea"/>
          <a:cs typeface="+mn-cs"/>
        </a:defRPr>
      </a:lvl1pPr>
      <a:lvl2pPr marL="2072625" algn="l" defTabSz="4145250" rtl="0" eaLnBrk="1" latinLnBrk="0" hangingPunct="1">
        <a:defRPr sz="8160" kern="1200">
          <a:solidFill>
            <a:schemeClr val="tx1"/>
          </a:solidFill>
          <a:latin typeface="+mn-lt"/>
          <a:ea typeface="+mn-ea"/>
          <a:cs typeface="+mn-cs"/>
        </a:defRPr>
      </a:lvl2pPr>
      <a:lvl3pPr marL="4145250" algn="l" defTabSz="4145250" rtl="0" eaLnBrk="1" latinLnBrk="0" hangingPunct="1">
        <a:defRPr sz="8160" kern="1200">
          <a:solidFill>
            <a:schemeClr val="tx1"/>
          </a:solidFill>
          <a:latin typeface="+mn-lt"/>
          <a:ea typeface="+mn-ea"/>
          <a:cs typeface="+mn-cs"/>
        </a:defRPr>
      </a:lvl3pPr>
      <a:lvl4pPr marL="6217874" algn="l" defTabSz="4145250" rtl="0" eaLnBrk="1" latinLnBrk="0" hangingPunct="1">
        <a:defRPr sz="8160" kern="1200">
          <a:solidFill>
            <a:schemeClr val="tx1"/>
          </a:solidFill>
          <a:latin typeface="+mn-lt"/>
          <a:ea typeface="+mn-ea"/>
          <a:cs typeface="+mn-cs"/>
        </a:defRPr>
      </a:lvl4pPr>
      <a:lvl5pPr marL="8290499" algn="l" defTabSz="4145250" rtl="0" eaLnBrk="1" latinLnBrk="0" hangingPunct="1">
        <a:defRPr sz="8160" kern="1200">
          <a:solidFill>
            <a:schemeClr val="tx1"/>
          </a:solidFill>
          <a:latin typeface="+mn-lt"/>
          <a:ea typeface="+mn-ea"/>
          <a:cs typeface="+mn-cs"/>
        </a:defRPr>
      </a:lvl5pPr>
      <a:lvl6pPr marL="10363124" algn="l" defTabSz="4145250" rtl="0" eaLnBrk="1" latinLnBrk="0" hangingPunct="1">
        <a:defRPr sz="8160" kern="1200">
          <a:solidFill>
            <a:schemeClr val="tx1"/>
          </a:solidFill>
          <a:latin typeface="+mn-lt"/>
          <a:ea typeface="+mn-ea"/>
          <a:cs typeface="+mn-cs"/>
        </a:defRPr>
      </a:lvl6pPr>
      <a:lvl7pPr marL="12435749" algn="l" defTabSz="4145250" rtl="0" eaLnBrk="1" latinLnBrk="0" hangingPunct="1">
        <a:defRPr sz="8160" kern="1200">
          <a:solidFill>
            <a:schemeClr val="tx1"/>
          </a:solidFill>
          <a:latin typeface="+mn-lt"/>
          <a:ea typeface="+mn-ea"/>
          <a:cs typeface="+mn-cs"/>
        </a:defRPr>
      </a:lvl7pPr>
      <a:lvl8pPr marL="14508373" algn="l" defTabSz="4145250" rtl="0" eaLnBrk="1" latinLnBrk="0" hangingPunct="1">
        <a:defRPr sz="8160" kern="1200">
          <a:solidFill>
            <a:schemeClr val="tx1"/>
          </a:solidFill>
          <a:latin typeface="+mn-lt"/>
          <a:ea typeface="+mn-ea"/>
          <a:cs typeface="+mn-cs"/>
        </a:defRPr>
      </a:lvl8pPr>
      <a:lvl9pPr marL="16580998" algn="l" defTabSz="4145250" rtl="0" eaLnBrk="1" latinLnBrk="0" hangingPunct="1">
        <a:defRPr sz="8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microsoft.com/office/2018/10/relationships/comments" Target="../comments/modernComment_100_221E8F0C.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6" Type="http://schemas.openxmlformats.org/officeDocument/2006/relationships/image" Target="../media/image13.jpeg"/><Relationship Id="rId1" Type="http://schemas.openxmlformats.org/officeDocument/2006/relationships/slideLayout" Target="../slideLayouts/slideLayout1.xml"/><Relationship Id="rId6" Type="http://schemas.openxmlformats.org/officeDocument/2006/relationships/image" Target="../media/image3.jpe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jpeg"/><Relationship Id="rId10" Type="http://schemas.openxmlformats.org/officeDocument/2006/relationships/image" Target="../media/image7.jpeg"/><Relationship Id="rId4" Type="http://schemas.openxmlformats.org/officeDocument/2006/relationships/image" Target="../media/image1.png"/><Relationship Id="rId9" Type="http://schemas.openxmlformats.org/officeDocument/2006/relationships/image" Target="../media/image6.jpe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CEAF4">
            <a:alpha val="52941"/>
          </a:srgb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5CB7A7-C3A5-B400-2EC5-0A0D23A88619}"/>
              </a:ext>
            </a:extLst>
          </p:cNvPr>
          <p:cNvSpPr txBox="1"/>
          <p:nvPr/>
        </p:nvSpPr>
        <p:spPr>
          <a:xfrm>
            <a:off x="6539480" y="1208202"/>
            <a:ext cx="28246283" cy="2554545"/>
          </a:xfrm>
          <a:prstGeom prst="rect">
            <a:avLst/>
          </a:prstGeom>
          <a:noFill/>
        </p:spPr>
        <p:txBody>
          <a:bodyPr wrap="square" lIns="91440" tIns="45720" rIns="91440" bIns="45720" rtlCol="0" anchor="t">
            <a:spAutoFit/>
          </a:bodyPr>
          <a:lstStyle/>
          <a:p>
            <a:pPr algn="ctr"/>
            <a:r>
              <a:rPr lang="en-US" sz="8000" dirty="0"/>
              <a:t>Research on Two Wilmington Retentions Ponds to Enhance Community Resiliency through Monitoring and Retention Ponds</a:t>
            </a:r>
          </a:p>
        </p:txBody>
      </p:sp>
      <p:sp>
        <p:nvSpPr>
          <p:cNvPr id="6" name="TextBox 5">
            <a:extLst>
              <a:ext uri="{FF2B5EF4-FFF2-40B4-BE49-F238E27FC236}">
                <a16:creationId xmlns:a16="http://schemas.microsoft.com/office/drawing/2014/main" id="{003277C1-EEAE-4CE8-D5FB-006AA1BAB8BE}"/>
              </a:ext>
            </a:extLst>
          </p:cNvPr>
          <p:cNvSpPr txBox="1"/>
          <p:nvPr/>
        </p:nvSpPr>
        <p:spPr>
          <a:xfrm>
            <a:off x="1803524" y="6501993"/>
            <a:ext cx="10123715" cy="677108"/>
          </a:xfrm>
          <a:prstGeom prst="rect">
            <a:avLst/>
          </a:prstGeom>
          <a:noFill/>
        </p:spPr>
        <p:txBody>
          <a:bodyPr wrap="square" lIns="91440" tIns="45720" rIns="91440" bIns="45720" rtlCol="0" anchor="t">
            <a:spAutoFit/>
          </a:bodyPr>
          <a:lstStyle/>
          <a:p>
            <a:pPr algn="ctr"/>
            <a:r>
              <a:rPr lang="en-US" sz="3800" b="1" dirty="0"/>
              <a:t>Flood Drivers in Wilmington</a:t>
            </a:r>
          </a:p>
        </p:txBody>
      </p:sp>
      <p:sp>
        <p:nvSpPr>
          <p:cNvPr id="7" name="TextBox 6">
            <a:extLst>
              <a:ext uri="{FF2B5EF4-FFF2-40B4-BE49-F238E27FC236}">
                <a16:creationId xmlns:a16="http://schemas.microsoft.com/office/drawing/2014/main" id="{4651A6D3-B008-A551-615F-4F59F54AEA4A}"/>
              </a:ext>
            </a:extLst>
          </p:cNvPr>
          <p:cNvSpPr txBox="1"/>
          <p:nvPr/>
        </p:nvSpPr>
        <p:spPr>
          <a:xfrm>
            <a:off x="15970801" y="6422430"/>
            <a:ext cx="10123715" cy="677108"/>
          </a:xfrm>
          <a:prstGeom prst="rect">
            <a:avLst/>
          </a:prstGeom>
          <a:noFill/>
        </p:spPr>
        <p:txBody>
          <a:bodyPr wrap="square" rtlCol="0">
            <a:spAutoFit/>
          </a:bodyPr>
          <a:lstStyle/>
          <a:p>
            <a:pPr algn="ctr"/>
            <a:r>
              <a:rPr lang="en-US" sz="3800" b="1" dirty="0"/>
              <a:t>Retention Pond at Ashley Highschool</a:t>
            </a:r>
          </a:p>
        </p:txBody>
      </p:sp>
      <p:sp>
        <p:nvSpPr>
          <p:cNvPr id="8" name="TextBox 7">
            <a:extLst>
              <a:ext uri="{FF2B5EF4-FFF2-40B4-BE49-F238E27FC236}">
                <a16:creationId xmlns:a16="http://schemas.microsoft.com/office/drawing/2014/main" id="{8BB7E596-1211-5B0E-943F-E684FA66DA90}"/>
              </a:ext>
            </a:extLst>
          </p:cNvPr>
          <p:cNvSpPr txBox="1"/>
          <p:nvPr/>
        </p:nvSpPr>
        <p:spPr>
          <a:xfrm>
            <a:off x="30135161" y="6449189"/>
            <a:ext cx="10123715" cy="677108"/>
          </a:xfrm>
          <a:prstGeom prst="rect">
            <a:avLst/>
          </a:prstGeom>
          <a:noFill/>
        </p:spPr>
        <p:txBody>
          <a:bodyPr wrap="square" rtlCol="0">
            <a:spAutoFit/>
          </a:bodyPr>
          <a:lstStyle/>
          <a:p>
            <a:pPr algn="ctr"/>
            <a:r>
              <a:rPr lang="en-US" sz="3800" b="1" dirty="0"/>
              <a:t>Retention Pond at CMS</a:t>
            </a:r>
          </a:p>
        </p:txBody>
      </p:sp>
      <p:sp>
        <p:nvSpPr>
          <p:cNvPr id="9" name="TextBox 8">
            <a:extLst>
              <a:ext uri="{FF2B5EF4-FFF2-40B4-BE49-F238E27FC236}">
                <a16:creationId xmlns:a16="http://schemas.microsoft.com/office/drawing/2014/main" id="{010AC223-9D58-6CA8-429B-79B52EDBF9BD}"/>
              </a:ext>
            </a:extLst>
          </p:cNvPr>
          <p:cNvSpPr txBox="1"/>
          <p:nvPr/>
        </p:nvSpPr>
        <p:spPr>
          <a:xfrm>
            <a:off x="262434" y="7569689"/>
            <a:ext cx="13758661" cy="10495181"/>
          </a:xfrm>
          <a:prstGeom prst="rect">
            <a:avLst/>
          </a:prstGeom>
          <a:noFill/>
        </p:spPr>
        <p:txBody>
          <a:bodyPr wrap="square" lIns="91440" tIns="45720" rIns="91440" bIns="45720" rtlCol="0" anchor="t">
            <a:spAutoFit/>
          </a:bodyPr>
          <a:lstStyle/>
          <a:p>
            <a:r>
              <a:rPr lang="en-US" sz="3200" b="1" dirty="0">
                <a:cs typeface="Times New Roman"/>
              </a:rPr>
              <a:t>Global and Relative Changes</a:t>
            </a:r>
          </a:p>
          <a:p>
            <a:pPr marL="457200" indent="-457200">
              <a:buFont typeface="Arial" panose="020B0604020202020204" pitchFamily="34" charset="0"/>
              <a:buChar char="•"/>
            </a:pPr>
            <a:r>
              <a:rPr lang="en-US" sz="2800" dirty="0">
                <a:cs typeface="Times New Roman"/>
              </a:rPr>
              <a:t>What are global and relative changes occurring that impact our community?</a:t>
            </a:r>
          </a:p>
          <a:p>
            <a:pPr marL="457200" indent="-457200">
              <a:buFont typeface="Arial" panose="020B0604020202020204" pitchFamily="34" charset="0"/>
              <a:buChar char="•"/>
            </a:pPr>
            <a:r>
              <a:rPr lang="en-US" sz="2800" dirty="0">
                <a:cs typeface="Times New Roman"/>
              </a:rPr>
              <a:t>Make sure define terminology that the public may not know (i.e. Relative sea level rise, thermal expansion, etc.,) </a:t>
            </a:r>
          </a:p>
          <a:p>
            <a:pPr marL="457200" indent="-457200">
              <a:buFont typeface="Arial" panose="020B0604020202020204" pitchFamily="34" charset="0"/>
              <a:buChar char="•"/>
            </a:pPr>
            <a:r>
              <a:rPr lang="en-US" sz="2800" dirty="0">
                <a:cs typeface="Times New Roman"/>
              </a:rPr>
              <a:t>Is there data to support this? If so, what data?</a:t>
            </a: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ea typeface="+mn-lt"/>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pPr marL="457200" indent="-457200">
              <a:buFont typeface="Arial" panose="020B0604020202020204" pitchFamily="34" charset="0"/>
              <a:buChar char="•"/>
            </a:pPr>
            <a:endParaRPr lang="en-US" sz="2800" dirty="0">
              <a:cs typeface="Times New Roman"/>
            </a:endParaRPr>
          </a:p>
          <a:p>
            <a:endParaRPr lang="en-US" sz="2800" dirty="0">
              <a:cs typeface="Times New Roman"/>
            </a:endParaRPr>
          </a:p>
          <a:p>
            <a:pPr marL="857250" indent="-85725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p:txBody>
      </p:sp>
      <p:sp>
        <p:nvSpPr>
          <p:cNvPr id="26" name="Rectangle 25">
            <a:extLst>
              <a:ext uri="{FF2B5EF4-FFF2-40B4-BE49-F238E27FC236}">
                <a16:creationId xmlns:a16="http://schemas.microsoft.com/office/drawing/2014/main" id="{B8C24CDF-0F28-9077-EDED-52CD6304FF91}"/>
              </a:ext>
            </a:extLst>
          </p:cNvPr>
          <p:cNvSpPr/>
          <p:nvPr/>
        </p:nvSpPr>
        <p:spPr>
          <a:xfrm>
            <a:off x="210089" y="6207742"/>
            <a:ext cx="13759710" cy="12218729"/>
          </a:xfrm>
          <a:prstGeom prst="rect">
            <a:avLst/>
          </a:prstGeom>
          <a:noFill/>
          <a:ln>
            <a:solidFill>
              <a:srgbClr val="CD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098EC19-E342-4BEA-38D1-C5618EB8439D}"/>
              </a:ext>
            </a:extLst>
          </p:cNvPr>
          <p:cNvSpPr txBox="1"/>
          <p:nvPr/>
        </p:nvSpPr>
        <p:spPr>
          <a:xfrm>
            <a:off x="28735978" y="7495451"/>
            <a:ext cx="13052425" cy="11295400"/>
          </a:xfrm>
          <a:prstGeom prst="rect">
            <a:avLst/>
          </a:prstGeom>
          <a:noFill/>
        </p:spPr>
        <p:txBody>
          <a:bodyPr wrap="square" lIns="91440" tIns="45720" rIns="91440" bIns="45720" rtlCol="0" anchor="t">
            <a:spAutoFit/>
          </a:bodyPr>
          <a:lstStyle/>
          <a:p>
            <a:pPr marL="514350" lvl="0" indent="-514350" defTabSz="914400" eaLnBrk="0" fontAlgn="base" hangingPunct="0">
              <a:spcBef>
                <a:spcPct val="0"/>
              </a:spcBef>
              <a:spcAft>
                <a:spcPct val="0"/>
              </a:spcAft>
              <a:buFont typeface="+mj-lt"/>
              <a:buAutoNum type="arabicPeriod"/>
            </a:pPr>
            <a:r>
              <a:rPr lang="en-US" altLang="en-US" sz="2800" dirty="0"/>
              <a:t>Where is this pond located? What is around this pond?</a:t>
            </a:r>
          </a:p>
          <a:p>
            <a:pPr lvl="0" defTabSz="914400" eaLnBrk="0" fontAlgn="base" hangingPunct="0">
              <a:spcBef>
                <a:spcPct val="0"/>
              </a:spcBef>
              <a:spcAft>
                <a:spcPct val="0"/>
              </a:spcAft>
            </a:pPr>
            <a:endParaRPr lang="en-US" altLang="en-US" sz="2800" dirty="0"/>
          </a:p>
          <a:p>
            <a:pPr marL="514350" lvl="0" indent="-514350" defTabSz="914400" eaLnBrk="0" fontAlgn="base" hangingPunct="0">
              <a:spcBef>
                <a:spcPct val="0"/>
              </a:spcBef>
              <a:spcAft>
                <a:spcPct val="0"/>
              </a:spcAft>
              <a:buFont typeface="+mj-lt"/>
              <a:buAutoNum type="arabicPeriod"/>
            </a:pPr>
            <a:r>
              <a:rPr lang="en-US" altLang="en-US" sz="2800" dirty="0"/>
              <a:t>Tell us about the recent failure of this pond based on the news report. It may be helpful to include a picture of this too!</a:t>
            </a:r>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r>
              <a:rPr lang="en-US" altLang="en-US" sz="2800" dirty="0"/>
              <a:t>What is the estimated volume this pond can hold? This will be calculated based on the google earth measuring tool and our previous formula from lesson 3. You will assume that your pond is 4 feet deep also. </a:t>
            </a:r>
          </a:p>
          <a:p>
            <a:pPr lvl="0" defTabSz="914400" eaLnBrk="0" fontAlgn="base" hangingPunct="0">
              <a:spcBef>
                <a:spcPct val="0"/>
              </a:spcBef>
              <a:spcAft>
                <a:spcPct val="0"/>
              </a:spcAft>
            </a:pPr>
            <a:endParaRPr lang="en-US" altLang="en-US" sz="2800" dirty="0"/>
          </a:p>
          <a:p>
            <a:pPr marL="514350" lvl="0" indent="-514350" defTabSz="914400" eaLnBrk="0" fontAlgn="base" hangingPunct="0">
              <a:spcBef>
                <a:spcPct val="0"/>
              </a:spcBef>
              <a:spcAft>
                <a:spcPct val="0"/>
              </a:spcAft>
              <a:buFont typeface="+mj-lt"/>
              <a:buAutoNum type="arabicPeriod"/>
            </a:pPr>
            <a:r>
              <a:rPr lang="en-US" altLang="en-US" sz="2800" dirty="0"/>
              <a:t>What influences how much water goes into this pond? For my example I would discuss the large parking lot that causes water to runoff into this pond. The sediment near the trees may also flow into this pond. </a:t>
            </a:r>
          </a:p>
          <a:p>
            <a:pPr marL="514350" lvl="0" indent="-514350" defTabSz="914400" eaLnBrk="0" fontAlgn="base" hangingPunct="0">
              <a:spcBef>
                <a:spcPct val="0"/>
              </a:spcBef>
              <a:spcAft>
                <a:spcPct val="0"/>
              </a:spcAft>
              <a:buFont typeface="+mj-lt"/>
              <a:buAutoNum type="arabicPeriod"/>
            </a:pPr>
            <a:endParaRPr lang="en-US" altLang="en-US" sz="2800" dirty="0"/>
          </a:p>
          <a:p>
            <a:pPr marL="514350" lvl="0" indent="-514350" defTabSz="914400" eaLnBrk="0" fontAlgn="base" hangingPunct="0">
              <a:spcBef>
                <a:spcPct val="0"/>
              </a:spcBef>
              <a:spcAft>
                <a:spcPct val="0"/>
              </a:spcAft>
              <a:buFont typeface="+mj-lt"/>
              <a:buAutoNum type="arabicPeriod"/>
            </a:pPr>
            <a:endParaRPr lang="en-US" altLang="en-US" sz="2800" dirty="0"/>
          </a:p>
          <a:p>
            <a:pPr lvl="0" defTabSz="914400" eaLnBrk="0" fontAlgn="base" hangingPunct="0">
              <a:spcBef>
                <a:spcPct val="0"/>
              </a:spcBef>
              <a:spcAft>
                <a:spcPct val="0"/>
              </a:spcAft>
            </a:pPr>
            <a:endParaRPr lang="en-US" altLang="en-US" sz="2800" dirty="0"/>
          </a:p>
        </p:txBody>
      </p:sp>
      <p:sp>
        <p:nvSpPr>
          <p:cNvPr id="27" name="Rectangle 26">
            <a:extLst>
              <a:ext uri="{FF2B5EF4-FFF2-40B4-BE49-F238E27FC236}">
                <a16:creationId xmlns:a16="http://schemas.microsoft.com/office/drawing/2014/main" id="{4768D926-C0B2-86E1-397B-FFCA4AF6D37E}"/>
              </a:ext>
            </a:extLst>
          </p:cNvPr>
          <p:cNvSpPr/>
          <p:nvPr/>
        </p:nvSpPr>
        <p:spPr>
          <a:xfrm>
            <a:off x="14168089" y="6271796"/>
            <a:ext cx="14097033" cy="24476028"/>
          </a:xfrm>
          <a:prstGeom prst="rect">
            <a:avLst/>
          </a:prstGeom>
          <a:noFill/>
          <a:ln>
            <a:solidFill>
              <a:srgbClr val="CD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834F56C-8CFE-C19B-9E2C-6B0E1D576B61}"/>
              </a:ext>
            </a:extLst>
          </p:cNvPr>
          <p:cNvSpPr/>
          <p:nvPr/>
        </p:nvSpPr>
        <p:spPr>
          <a:xfrm>
            <a:off x="28543238" y="6312300"/>
            <a:ext cx="13385843" cy="11752570"/>
          </a:xfrm>
          <a:prstGeom prst="rect">
            <a:avLst/>
          </a:prstGeom>
          <a:noFill/>
          <a:ln>
            <a:solidFill>
              <a:srgbClr val="CD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descr="A blue and black logo&#10;&#10;Description automatically generated">
            <a:extLst>
              <a:ext uri="{FF2B5EF4-FFF2-40B4-BE49-F238E27FC236}">
                <a16:creationId xmlns:a16="http://schemas.microsoft.com/office/drawing/2014/main" id="{1A2D315E-6E3B-D768-31CA-13090EED192E}"/>
              </a:ext>
            </a:extLst>
          </p:cNvPr>
          <p:cNvPicPr>
            <a:picLocks noChangeAspect="1"/>
          </p:cNvPicPr>
          <p:nvPr/>
        </p:nvPicPr>
        <p:blipFill>
          <a:blip r:embed="rId4"/>
          <a:stretch>
            <a:fillRect/>
          </a:stretch>
        </p:blipFill>
        <p:spPr>
          <a:xfrm>
            <a:off x="938683" y="848610"/>
            <a:ext cx="3927231" cy="4409387"/>
          </a:xfrm>
          <a:prstGeom prst="rect">
            <a:avLst/>
          </a:prstGeom>
        </p:spPr>
      </p:pic>
      <p:sp>
        <p:nvSpPr>
          <p:cNvPr id="11" name="TextBox 10">
            <a:extLst>
              <a:ext uri="{FF2B5EF4-FFF2-40B4-BE49-F238E27FC236}">
                <a16:creationId xmlns:a16="http://schemas.microsoft.com/office/drawing/2014/main" id="{497ACCD9-2FF7-E52E-C80D-59792FB8A2C6}"/>
              </a:ext>
            </a:extLst>
          </p:cNvPr>
          <p:cNvSpPr txBox="1"/>
          <p:nvPr/>
        </p:nvSpPr>
        <p:spPr>
          <a:xfrm>
            <a:off x="14513292" y="7678135"/>
            <a:ext cx="7645668" cy="5755422"/>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3200" b="1" dirty="0">
                <a:cs typeface="Times New Roman"/>
              </a:rPr>
              <a:t>Retention Ponds</a:t>
            </a:r>
          </a:p>
          <a:p>
            <a:pPr marL="914400" lvl="1" indent="-457200">
              <a:buFont typeface="Arial" panose="020B0604020202020204" pitchFamily="34" charset="0"/>
              <a:buChar char="•"/>
            </a:pPr>
            <a:r>
              <a:rPr lang="en-US" sz="2800" dirty="0">
                <a:cs typeface="Times New Roman"/>
              </a:rPr>
              <a:t>What are retention ponds? </a:t>
            </a:r>
          </a:p>
          <a:p>
            <a:pPr marL="914400" lvl="1" indent="-457200">
              <a:buFont typeface="Arial" panose="020B0604020202020204" pitchFamily="34" charset="0"/>
              <a:buChar char="•"/>
            </a:pPr>
            <a:r>
              <a:rPr lang="en-US" sz="2800" dirty="0">
                <a:cs typeface="Times New Roman"/>
              </a:rPr>
              <a:t>What is the purpose of retention ponds? </a:t>
            </a:r>
          </a:p>
          <a:p>
            <a:pPr marL="914400" lvl="1" indent="-457200">
              <a:buFont typeface="Arial" panose="020B0604020202020204" pitchFamily="34" charset="0"/>
              <a:buChar char="•"/>
            </a:pPr>
            <a:r>
              <a:rPr lang="en-US" sz="2800" dirty="0">
                <a:cs typeface="Times New Roman"/>
              </a:rPr>
              <a:t>What impacts the longevity and success of these ponds (size, depth, etc.,)?</a:t>
            </a:r>
          </a:p>
          <a:p>
            <a:pPr marL="914400" lvl="1" indent="-457200">
              <a:buFont typeface="Arial" panose="020B0604020202020204" pitchFamily="34" charset="0"/>
              <a:buChar char="•"/>
            </a:pPr>
            <a:r>
              <a:rPr lang="en-US" sz="2800" dirty="0">
                <a:cs typeface="Times New Roman"/>
              </a:rPr>
              <a:t>What should be considered when using retention ponds for flood control? </a:t>
            </a:r>
          </a:p>
          <a:p>
            <a:pPr marL="914400" lvl="1" indent="-457200">
              <a:buFont typeface="Arial" panose="020B0604020202020204" pitchFamily="34" charset="0"/>
              <a:buChar char="•"/>
            </a:pPr>
            <a:r>
              <a:rPr lang="en-US" sz="2800" dirty="0">
                <a:cs typeface="Times New Roman"/>
              </a:rPr>
              <a:t>It may be helpful to include how many retention ponds we have in Wilmington !</a:t>
            </a:r>
          </a:p>
          <a:p>
            <a:pPr lvl="1"/>
            <a:endParaRPr lang="en-US" sz="2800" dirty="0">
              <a:cs typeface="Times New Roman"/>
            </a:endParaRPr>
          </a:p>
          <a:p>
            <a:pPr lvl="1"/>
            <a:endParaRPr lang="en-US" sz="2800" dirty="0">
              <a:cs typeface="Times New Roman"/>
            </a:endParaRPr>
          </a:p>
          <a:p>
            <a:endParaRPr lang="en-US" sz="2800" b="1" dirty="0">
              <a:cs typeface="Times New Roman"/>
            </a:endParaRPr>
          </a:p>
          <a:p>
            <a:pPr lvl="1"/>
            <a:r>
              <a:rPr lang="en-US" sz="2800" dirty="0">
                <a:cs typeface="Times New Roman"/>
              </a:rPr>
              <a:t>	</a:t>
            </a:r>
            <a:endParaRPr lang="en-US" dirty="0"/>
          </a:p>
        </p:txBody>
      </p:sp>
      <p:sp>
        <p:nvSpPr>
          <p:cNvPr id="13" name="TextBox 12">
            <a:extLst>
              <a:ext uri="{FF2B5EF4-FFF2-40B4-BE49-F238E27FC236}">
                <a16:creationId xmlns:a16="http://schemas.microsoft.com/office/drawing/2014/main" id="{8CD590EA-38E3-98D7-A7BA-100C36B2977A}"/>
              </a:ext>
            </a:extLst>
          </p:cNvPr>
          <p:cNvSpPr txBox="1"/>
          <p:nvPr/>
        </p:nvSpPr>
        <p:spPr>
          <a:xfrm>
            <a:off x="44519247" y="39906234"/>
            <a:ext cx="14011795" cy="584775"/>
          </a:xfrm>
          <a:prstGeom prst="rect">
            <a:avLst/>
          </a:prstGeom>
          <a:noFill/>
        </p:spPr>
        <p:txBody>
          <a:bodyPr wrap="square" lIns="91440" tIns="45720" rIns="91440" bIns="45720" rtlCol="0" anchor="t">
            <a:spAutoFit/>
          </a:bodyPr>
          <a:lstStyle/>
          <a:p>
            <a:r>
              <a:rPr lang="en-US" sz="3200"/>
              <a:t>References</a:t>
            </a:r>
            <a:endParaRPr lang="en-US" sz="3600"/>
          </a:p>
        </p:txBody>
      </p:sp>
      <p:pic>
        <p:nvPicPr>
          <p:cNvPr id="47" name="Picture 46" descr="A map and a diagram&#10;&#10;AI-generated content may be incorrect.">
            <a:extLst>
              <a:ext uri="{FF2B5EF4-FFF2-40B4-BE49-F238E27FC236}">
                <a16:creationId xmlns:a16="http://schemas.microsoft.com/office/drawing/2014/main" id="{3964C0B2-A08E-A429-E86F-44CF44F56DC3}"/>
              </a:ext>
            </a:extLst>
          </p:cNvPr>
          <p:cNvPicPr>
            <a:picLocks noChangeAspect="1"/>
          </p:cNvPicPr>
          <p:nvPr/>
        </p:nvPicPr>
        <p:blipFill>
          <a:blip r:embed="rId5"/>
          <a:stretch>
            <a:fillRect/>
          </a:stretch>
        </p:blipFill>
        <p:spPr>
          <a:xfrm>
            <a:off x="302950" y="23371750"/>
            <a:ext cx="12980525" cy="3759791"/>
          </a:xfrm>
          <a:prstGeom prst="rect">
            <a:avLst/>
          </a:prstGeom>
          <a:ln w="6350">
            <a:solidFill>
              <a:schemeClr val="tx1">
                <a:lumMod val="65000"/>
                <a:lumOff val="35000"/>
              </a:schemeClr>
            </a:solidFill>
          </a:ln>
        </p:spPr>
      </p:pic>
      <p:sp>
        <p:nvSpPr>
          <p:cNvPr id="3" name="TextBox 2">
            <a:extLst>
              <a:ext uri="{FF2B5EF4-FFF2-40B4-BE49-F238E27FC236}">
                <a16:creationId xmlns:a16="http://schemas.microsoft.com/office/drawing/2014/main" id="{00DE74BF-CFB1-A9D9-7186-286072329907}"/>
              </a:ext>
            </a:extLst>
          </p:cNvPr>
          <p:cNvSpPr txBox="1"/>
          <p:nvPr/>
        </p:nvSpPr>
        <p:spPr>
          <a:xfrm>
            <a:off x="302950" y="19219425"/>
            <a:ext cx="13689006" cy="437042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Aptos"/>
              </a:rPr>
              <a:t>Resiliency Strategies in Wilmington</a:t>
            </a:r>
          </a:p>
          <a:p>
            <a:r>
              <a:rPr lang="en-US" sz="2800" dirty="0">
                <a:latin typeface="Aptos"/>
              </a:rPr>
              <a:t>What is resiliency? What is </a:t>
            </a:r>
            <a:r>
              <a:rPr lang="en-US" sz="2800">
                <a:latin typeface="Aptos"/>
              </a:rPr>
              <a:t>coastal resiliency?</a:t>
            </a:r>
            <a:endParaRPr lang="en-US" sz="2800" dirty="0"/>
          </a:p>
          <a:p>
            <a:endParaRPr lang="en-US" sz="2800" dirty="0">
              <a:latin typeface="Aptos"/>
              <a:cs typeface="Times New Roman"/>
            </a:endParaRPr>
          </a:p>
          <a:p>
            <a:endParaRPr lang="en-US" sz="2800" dirty="0">
              <a:latin typeface="Aptos"/>
              <a:cs typeface="Times New Roman"/>
            </a:endParaRPr>
          </a:p>
          <a:p>
            <a:endParaRPr lang="en-US" sz="2800" dirty="0">
              <a:latin typeface="Aptos"/>
              <a:cs typeface="Times New Roman"/>
            </a:endParaRPr>
          </a:p>
          <a:p>
            <a:endParaRPr lang="en-US" sz="2800" dirty="0">
              <a:latin typeface="Aptos"/>
              <a:cs typeface="Times New Roman"/>
            </a:endParaRPr>
          </a:p>
          <a:p>
            <a:endParaRPr lang="en-US" sz="2800" dirty="0">
              <a:latin typeface="Aptos"/>
              <a:cs typeface="Times New Roman"/>
            </a:endParaRPr>
          </a:p>
          <a:p>
            <a:endParaRPr lang="en-US" sz="2800" dirty="0">
              <a:latin typeface="Aptos"/>
              <a:cs typeface="Times New Roman"/>
            </a:endParaRPr>
          </a:p>
          <a:p>
            <a:endParaRPr lang="en-US" sz="2800" dirty="0">
              <a:latin typeface="Aptos"/>
              <a:cs typeface="Times New Roman"/>
            </a:endParaRPr>
          </a:p>
          <a:p>
            <a:pPr algn="ctr"/>
            <a:endParaRPr lang="en-US" dirty="0">
              <a:latin typeface="Aptos"/>
              <a:cs typeface="Arial"/>
            </a:endParaRPr>
          </a:p>
        </p:txBody>
      </p:sp>
      <p:sp>
        <p:nvSpPr>
          <p:cNvPr id="12" name="TextBox 11">
            <a:extLst>
              <a:ext uri="{FF2B5EF4-FFF2-40B4-BE49-F238E27FC236}">
                <a16:creationId xmlns:a16="http://schemas.microsoft.com/office/drawing/2014/main" id="{91591712-35C4-C342-B2B8-790C4AF4E5BF}"/>
              </a:ext>
            </a:extLst>
          </p:cNvPr>
          <p:cNvSpPr txBox="1"/>
          <p:nvPr/>
        </p:nvSpPr>
        <p:spPr>
          <a:xfrm>
            <a:off x="210089" y="20613382"/>
            <a:ext cx="13474156"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en-US" sz="3200" b="1" dirty="0"/>
              <a:t>Monitoring Gaps</a:t>
            </a:r>
            <a:r>
              <a:rPr lang="en-US" sz="3200" dirty="0"/>
              <a:t> </a:t>
            </a:r>
          </a:p>
          <a:p>
            <a:pPr lvl="1"/>
            <a:r>
              <a:rPr lang="en-US" sz="2800" dirty="0"/>
              <a:t>What are the current issues flooding monitoring can address?</a:t>
            </a:r>
          </a:p>
          <a:p>
            <a:pPr marL="914400" lvl="1" indent="-457200">
              <a:buFont typeface="Arial,Sans-Serif"/>
              <a:buChar char="•"/>
            </a:pPr>
            <a:r>
              <a:rPr lang="en-US" sz="2800" dirty="0"/>
              <a:t>There is </a:t>
            </a:r>
            <a:r>
              <a:rPr lang="en-US" sz="2800" b="1" dirty="0"/>
              <a:t>a lack of spatial flooding data</a:t>
            </a:r>
            <a:r>
              <a:rPr lang="en-US" sz="2800" dirty="0"/>
              <a:t> in this area (e.g., extent, frequency). </a:t>
            </a:r>
          </a:p>
          <a:p>
            <a:pPr marL="457200" indent="-457200">
              <a:buFont typeface="Arial,Sans-Serif"/>
              <a:buChar char="•"/>
            </a:pPr>
            <a:r>
              <a:rPr lang="en-US" sz="2800" dirty="0"/>
              <a:t>NOAA and NWS provide standard thresholds that lack spatial resolution (Gold et al., 2022, Hino et al., 2025 (figure below)). </a:t>
            </a:r>
          </a:p>
          <a:p>
            <a:pPr marL="457200" indent="-457200">
              <a:buFont typeface="Arial,Sans-Serif"/>
              <a:buChar char="•"/>
            </a:pPr>
            <a:r>
              <a:rPr lang="en-US" sz="2800" dirty="0"/>
              <a:t>How could closing monitoring gaps and deploying more flood sensors help?</a:t>
            </a:r>
          </a:p>
          <a:p>
            <a:pPr marL="914400" lvl="1" indent="-457200">
              <a:buFont typeface="Arial,Sans-Serif"/>
              <a:buChar char="•"/>
            </a:pPr>
            <a:endParaRPr lang="en-US" sz="2800" dirty="0"/>
          </a:p>
          <a:p>
            <a:endParaRPr lang="en-US" sz="2800" dirty="0"/>
          </a:p>
        </p:txBody>
      </p:sp>
      <p:sp>
        <p:nvSpPr>
          <p:cNvPr id="2" name="TextBox 1">
            <a:extLst>
              <a:ext uri="{FF2B5EF4-FFF2-40B4-BE49-F238E27FC236}">
                <a16:creationId xmlns:a16="http://schemas.microsoft.com/office/drawing/2014/main" id="{F30CC531-45AF-3771-5F4E-AE58D488A569}"/>
              </a:ext>
            </a:extLst>
          </p:cNvPr>
          <p:cNvSpPr txBox="1"/>
          <p:nvPr/>
        </p:nvSpPr>
        <p:spPr>
          <a:xfrm flipH="1">
            <a:off x="14477547" y="18271596"/>
            <a:ext cx="9726619" cy="51398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Aptos"/>
              </a:rPr>
              <a:t>Sensor Deployment and Data</a:t>
            </a:r>
          </a:p>
          <a:p>
            <a:endParaRPr lang="en-US" sz="3200" dirty="0">
              <a:latin typeface="Aptos"/>
            </a:endParaRPr>
          </a:p>
          <a:p>
            <a:pPr marL="914400" lvl="1" indent="-457200">
              <a:buFont typeface="Arial" panose="020B0604020202020204" pitchFamily="34" charset="0"/>
              <a:buChar char="•"/>
            </a:pPr>
            <a:r>
              <a:rPr lang="en-US" sz="3200" dirty="0"/>
              <a:t>What type of sensor did we deploy? </a:t>
            </a:r>
          </a:p>
          <a:p>
            <a:pPr marL="914400" lvl="1" indent="-457200">
              <a:buFont typeface="Arial" panose="020B0604020202020204" pitchFamily="34" charset="0"/>
              <a:buChar char="•"/>
            </a:pPr>
            <a:r>
              <a:rPr lang="en-US" sz="3200" dirty="0"/>
              <a:t>Why are these parameters important to monitoring to help with flood control?</a:t>
            </a:r>
          </a:p>
          <a:p>
            <a:pPr marL="914400" lvl="1" indent="-457200">
              <a:buFont typeface="Arial" panose="020B0604020202020204" pitchFamily="34" charset="0"/>
              <a:buChar char="•"/>
            </a:pPr>
            <a:r>
              <a:rPr lang="en-US" sz="3200" dirty="0"/>
              <a:t>What qualities about this sensor are important for use? Is it real-time? Using cellular? Open to the public?</a:t>
            </a:r>
            <a:endParaRPr lang="en-US" dirty="0"/>
          </a:p>
          <a:p>
            <a:pPr lvl="1"/>
            <a:endParaRPr dirty="0"/>
          </a:p>
          <a:p>
            <a:endParaRPr dirty="0"/>
          </a:p>
          <a:p>
            <a:endParaRPr lang="en-US" dirty="0"/>
          </a:p>
          <a:p>
            <a:pPr algn="ctr"/>
            <a:endParaRPr lang="en-US" dirty="0"/>
          </a:p>
        </p:txBody>
      </p:sp>
      <p:sp>
        <p:nvSpPr>
          <p:cNvPr id="19" name="TextBox 18">
            <a:extLst>
              <a:ext uri="{FF2B5EF4-FFF2-40B4-BE49-F238E27FC236}">
                <a16:creationId xmlns:a16="http://schemas.microsoft.com/office/drawing/2014/main" id="{D7A9F3AC-48E3-04EA-C688-C45A78E7B8C4}"/>
              </a:ext>
            </a:extLst>
          </p:cNvPr>
          <p:cNvSpPr txBox="1"/>
          <p:nvPr/>
        </p:nvSpPr>
        <p:spPr>
          <a:xfrm flipH="1">
            <a:off x="15051540" y="27072076"/>
            <a:ext cx="12364973"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800" dirty="0">
              <a:latin typeface="Aptos"/>
              <a:ea typeface="Arial"/>
              <a:cs typeface="Arial"/>
            </a:endParaRPr>
          </a:p>
          <a:p>
            <a:r>
              <a:rPr lang="en-US" sz="2800" b="1" dirty="0">
                <a:latin typeface="Aptos"/>
                <a:ea typeface="Arial"/>
                <a:cs typeface="Arial"/>
              </a:rPr>
              <a:t>Our data</a:t>
            </a:r>
          </a:p>
          <a:p>
            <a:pPr marL="1371600" lvl="2" indent="-457200">
              <a:buFont typeface="Arial,Sans-Serif"/>
              <a:buChar char="•"/>
            </a:pPr>
            <a:r>
              <a:rPr lang="en-US" sz="3200" dirty="0">
                <a:latin typeface="Aptos"/>
                <a:ea typeface="Arial"/>
                <a:cs typeface="Arial"/>
              </a:rPr>
              <a:t>What is happening in the figure above?</a:t>
            </a:r>
          </a:p>
          <a:p>
            <a:pPr marL="1371600" lvl="2" indent="-457200">
              <a:buFont typeface="Arial,Sans-Serif"/>
              <a:buChar char="•"/>
            </a:pPr>
            <a:r>
              <a:rPr lang="en-US" sz="3200" dirty="0">
                <a:latin typeface="Aptos"/>
                <a:cs typeface="Arial"/>
              </a:rPr>
              <a:t>If there was an obvious rain event, show us! If there was not an obvious event explain what you would expect to see?</a:t>
            </a:r>
            <a:endParaRPr lang="en-US" sz="2000" dirty="0"/>
          </a:p>
          <a:p>
            <a:pPr algn="ctr"/>
            <a:endParaRPr lang="en-US" dirty="0"/>
          </a:p>
        </p:txBody>
      </p:sp>
      <p:sp>
        <p:nvSpPr>
          <p:cNvPr id="32" name="TextBox 31">
            <a:extLst>
              <a:ext uri="{FF2B5EF4-FFF2-40B4-BE49-F238E27FC236}">
                <a16:creationId xmlns:a16="http://schemas.microsoft.com/office/drawing/2014/main" id="{93B0AC2D-AE35-361C-D478-3C75472D4D8B}"/>
              </a:ext>
            </a:extLst>
          </p:cNvPr>
          <p:cNvSpPr txBox="1"/>
          <p:nvPr/>
        </p:nvSpPr>
        <p:spPr>
          <a:xfrm>
            <a:off x="336076" y="27510150"/>
            <a:ext cx="95770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Aptos"/>
                <a:cs typeface="Times New Roman"/>
              </a:rPr>
              <a:t>2. Stormwater Infrastructure</a:t>
            </a:r>
          </a:p>
          <a:p>
            <a:pPr>
              <a:buFont typeface="Arial"/>
              <a:buChar char="•"/>
            </a:pPr>
            <a:r>
              <a:rPr lang="en-US" sz="2800" dirty="0">
                <a:ea typeface="+mn-lt"/>
                <a:cs typeface="+mn-lt"/>
              </a:rPr>
              <a:t>   What is stormwater infrastructure? What are some examples?</a:t>
            </a:r>
          </a:p>
          <a:p>
            <a:pPr>
              <a:buFont typeface="Arial"/>
              <a:buChar char="•"/>
            </a:pPr>
            <a:r>
              <a:rPr lang="en-US" sz="2800" dirty="0">
                <a:latin typeface="Aptos" panose="02110004020202020204"/>
                <a:ea typeface="+mn-lt"/>
                <a:cs typeface="+mn-lt"/>
              </a:rPr>
              <a:t>What is the general purpose of implementing stormwater infrastructure?</a:t>
            </a:r>
            <a:endParaRPr lang="en-US" sz="2800" dirty="0">
              <a:latin typeface="Aptos" panose="02110004020202020204"/>
              <a:cs typeface="Times New Roman"/>
            </a:endParaRPr>
          </a:p>
        </p:txBody>
      </p:sp>
      <p:sp>
        <p:nvSpPr>
          <p:cNvPr id="39" name="TextBox 38">
            <a:extLst>
              <a:ext uri="{FF2B5EF4-FFF2-40B4-BE49-F238E27FC236}">
                <a16:creationId xmlns:a16="http://schemas.microsoft.com/office/drawing/2014/main" id="{972BD386-C4F8-8D04-AB94-F8DF285AF4B4}"/>
              </a:ext>
            </a:extLst>
          </p:cNvPr>
          <p:cNvSpPr txBox="1"/>
          <p:nvPr/>
        </p:nvSpPr>
        <p:spPr>
          <a:xfrm>
            <a:off x="399505" y="10591208"/>
            <a:ext cx="6075348"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3200" b="1" baseline="0" dirty="0">
                <a:latin typeface="Aptos"/>
                <a:ea typeface="Segoe UI"/>
                <a:cs typeface="Segoe UI"/>
              </a:rPr>
              <a:t>Coastal Changes</a:t>
            </a:r>
            <a:r>
              <a:rPr lang="en-US" sz="3200" dirty="0">
                <a:latin typeface="Aptos"/>
                <a:ea typeface="Segoe UI"/>
                <a:cs typeface="Segoe UI"/>
              </a:rPr>
              <a:t>​</a:t>
            </a:r>
          </a:p>
          <a:p>
            <a:pPr marL="457200" lvl="0" indent="-457200" rtl="0">
              <a:buFont typeface="Arial,Sans-Serif"/>
              <a:buChar char="•"/>
            </a:pPr>
            <a:r>
              <a:rPr lang="en-US" sz="2800" dirty="0">
                <a:latin typeface="Aptos"/>
                <a:ea typeface="Arial"/>
                <a:cs typeface="Arial"/>
              </a:rPr>
              <a:t>What are specific changes we are seeing on our coastline?</a:t>
            </a:r>
          </a:p>
          <a:p>
            <a:pPr marL="457200" lvl="0" indent="-457200" rtl="0">
              <a:buFont typeface="Arial,Sans-Serif"/>
              <a:buChar char="•"/>
            </a:pPr>
            <a:r>
              <a:rPr lang="en-US" sz="2800" dirty="0">
                <a:latin typeface="Aptos"/>
                <a:ea typeface="Arial"/>
                <a:cs typeface="Arial"/>
              </a:rPr>
              <a:t>Discuss storm events (if not already mentioned), impervious surfaces, and pluvial flooding. </a:t>
            </a:r>
          </a:p>
          <a:p>
            <a:pPr marL="457200" lvl="0" indent="-457200" rtl="0">
              <a:buFont typeface="Arial,Sans-Serif"/>
              <a:buChar char="•"/>
            </a:pPr>
            <a:r>
              <a:rPr lang="en-US" sz="2800" dirty="0">
                <a:latin typeface="Aptos"/>
                <a:ea typeface="Segoe UI"/>
                <a:cs typeface="Arial"/>
              </a:rPr>
              <a:t>What if all these factors occurred at once? </a:t>
            </a:r>
            <a:r>
              <a:rPr lang="en-US" sz="2800" dirty="0">
                <a:latin typeface="Aptos"/>
                <a:ea typeface="Segoe UI"/>
                <a:cs typeface="Segoe UI"/>
              </a:rPr>
              <a:t>​</a:t>
            </a:r>
            <a:endParaRPr lang="en-US" dirty="0"/>
          </a:p>
        </p:txBody>
      </p:sp>
      <p:sp>
        <p:nvSpPr>
          <p:cNvPr id="45" name="TextBox 51">
            <a:extLst>
              <a:ext uri="{FF2B5EF4-FFF2-40B4-BE49-F238E27FC236}">
                <a16:creationId xmlns:a16="http://schemas.microsoft.com/office/drawing/2014/main" id="{41B5A1FE-9260-A75F-D23D-DE74B3591737}"/>
              </a:ext>
            </a:extLst>
          </p:cNvPr>
          <p:cNvSpPr txBox="1"/>
          <p:nvPr/>
        </p:nvSpPr>
        <p:spPr>
          <a:xfrm>
            <a:off x="9752814" y="4097119"/>
            <a:ext cx="22369174" cy="1754326"/>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4000" dirty="0"/>
              <a:t>Bentley Settin, Troy Frensley, Phil Bresnahan, Strephanis </a:t>
            </a:r>
            <a:r>
              <a:rPr lang="en-US" sz="4000" dirty="0" err="1"/>
              <a:t>Tiztel</a:t>
            </a:r>
            <a:endParaRPr lang="en-US" sz="4000" dirty="0"/>
          </a:p>
          <a:p>
            <a:pPr algn="ctr"/>
            <a:r>
              <a:rPr lang="en-US" sz="4000" dirty="0"/>
              <a:t>University of North Carolina Wilmington</a:t>
            </a:r>
          </a:p>
          <a:p>
            <a:pPr algn="ctr"/>
            <a:endParaRPr lang="en-US" sz="2800" dirty="0"/>
          </a:p>
        </p:txBody>
      </p:sp>
      <p:sp>
        <p:nvSpPr>
          <p:cNvPr id="15" name="Rectangle 14">
            <a:extLst>
              <a:ext uri="{FF2B5EF4-FFF2-40B4-BE49-F238E27FC236}">
                <a16:creationId xmlns:a16="http://schemas.microsoft.com/office/drawing/2014/main" id="{14E992F6-D904-FBBA-F2AF-E6592D3BCFB6}"/>
              </a:ext>
            </a:extLst>
          </p:cNvPr>
          <p:cNvSpPr/>
          <p:nvPr/>
        </p:nvSpPr>
        <p:spPr>
          <a:xfrm>
            <a:off x="133319" y="19050987"/>
            <a:ext cx="13759710" cy="11674885"/>
          </a:xfrm>
          <a:prstGeom prst="rect">
            <a:avLst/>
          </a:prstGeom>
          <a:noFill/>
          <a:ln>
            <a:solidFill>
              <a:srgbClr val="CD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group of people standing on a wet surface&#10;&#10;AI-generated content may be incorrect.">
            <a:extLst>
              <a:ext uri="{FF2B5EF4-FFF2-40B4-BE49-F238E27FC236}">
                <a16:creationId xmlns:a16="http://schemas.microsoft.com/office/drawing/2014/main" id="{CEDEE9E1-DD86-3D45-7E7E-F270BA81A1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1807" y="27531651"/>
            <a:ext cx="3021131" cy="2994583"/>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DDE6746F-281B-8BFD-E9AD-7AEAA9A1E75E}"/>
              </a:ext>
            </a:extLst>
          </p:cNvPr>
          <p:cNvSpPr/>
          <p:nvPr/>
        </p:nvSpPr>
        <p:spPr>
          <a:xfrm>
            <a:off x="28557581" y="18531030"/>
            <a:ext cx="13411684" cy="6109382"/>
          </a:xfrm>
          <a:prstGeom prst="rect">
            <a:avLst/>
          </a:prstGeom>
          <a:noFill/>
          <a:ln>
            <a:solidFill>
              <a:srgbClr val="CD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8A81B6A-47D0-0F0A-E525-48240A8F663D}"/>
              </a:ext>
            </a:extLst>
          </p:cNvPr>
          <p:cNvSpPr txBox="1"/>
          <p:nvPr/>
        </p:nvSpPr>
        <p:spPr>
          <a:xfrm>
            <a:off x="31430377" y="18777460"/>
            <a:ext cx="6885482" cy="677108"/>
          </a:xfrm>
          <a:prstGeom prst="rect">
            <a:avLst/>
          </a:prstGeom>
          <a:noFill/>
        </p:spPr>
        <p:txBody>
          <a:bodyPr wrap="square" rtlCol="0">
            <a:spAutoFit/>
          </a:bodyPr>
          <a:lstStyle/>
          <a:p>
            <a:pPr algn="ctr"/>
            <a:r>
              <a:rPr lang="en-US" sz="3800" b="1" dirty="0"/>
              <a:t>Our Recommendations</a:t>
            </a:r>
          </a:p>
        </p:txBody>
      </p:sp>
      <p:sp>
        <p:nvSpPr>
          <p:cNvPr id="46" name="TextBox 45">
            <a:extLst>
              <a:ext uri="{FF2B5EF4-FFF2-40B4-BE49-F238E27FC236}">
                <a16:creationId xmlns:a16="http://schemas.microsoft.com/office/drawing/2014/main" id="{9578B1C1-B6E2-CF51-6F34-B3549B21A4A5}"/>
              </a:ext>
            </a:extLst>
          </p:cNvPr>
          <p:cNvSpPr txBox="1"/>
          <p:nvPr/>
        </p:nvSpPr>
        <p:spPr>
          <a:xfrm>
            <a:off x="28838067" y="19761569"/>
            <a:ext cx="12478198" cy="3539430"/>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800" dirty="0"/>
              <a:t>Based on the news article what are realistic steps you would take to make this pond more efficient for flood control and creek protections? </a:t>
            </a:r>
          </a:p>
          <a:p>
            <a:pPr marL="914400" lvl="1" indent="-457200">
              <a:buFont typeface="Arial" panose="020B0604020202020204" pitchFamily="34" charset="0"/>
              <a:buChar char="•"/>
            </a:pPr>
            <a:r>
              <a:rPr lang="en-US" sz="2800" dirty="0"/>
              <a:t>You will need to be very specific here, it is as if you are building out a resiliency plan that a government official can pick up and implement. For example, If you think there should be more native species, specific which species. If there should be a specific soil type, which type and why?</a:t>
            </a:r>
          </a:p>
          <a:p>
            <a:pPr marL="457200" indent="-457200">
              <a:buFont typeface="Arial" panose="020B0604020202020204" pitchFamily="34" charset="0"/>
              <a:buChar char="•"/>
            </a:pPr>
            <a:r>
              <a:rPr lang="en-US" sz="2800" dirty="0"/>
              <a:t>What public strategies would you enforce or create in order to engage the public in helping protect this pond. </a:t>
            </a:r>
          </a:p>
        </p:txBody>
      </p:sp>
      <p:pic>
        <p:nvPicPr>
          <p:cNvPr id="16" name="Picture 15" descr="Official University Logos | UNCW">
            <a:extLst>
              <a:ext uri="{FF2B5EF4-FFF2-40B4-BE49-F238E27FC236}">
                <a16:creationId xmlns:a16="http://schemas.microsoft.com/office/drawing/2014/main" id="{93072148-4440-328C-6F8E-6D4AA1063702}"/>
              </a:ext>
            </a:extLst>
          </p:cNvPr>
          <p:cNvPicPr>
            <a:picLocks noChangeAspect="1"/>
          </p:cNvPicPr>
          <p:nvPr/>
        </p:nvPicPr>
        <p:blipFill>
          <a:blip r:embed="rId7"/>
          <a:stretch>
            <a:fillRect/>
          </a:stretch>
        </p:blipFill>
        <p:spPr>
          <a:xfrm>
            <a:off x="34785763" y="900157"/>
            <a:ext cx="6959621" cy="4310724"/>
          </a:xfrm>
          <a:prstGeom prst="rect">
            <a:avLst/>
          </a:prstGeom>
        </p:spPr>
      </p:pic>
      <p:sp>
        <p:nvSpPr>
          <p:cNvPr id="36" name="TextBox 35">
            <a:extLst>
              <a:ext uri="{FF2B5EF4-FFF2-40B4-BE49-F238E27FC236}">
                <a16:creationId xmlns:a16="http://schemas.microsoft.com/office/drawing/2014/main" id="{FAE9DA09-3B5E-44EB-B00A-E1FE7EAF49A2}"/>
              </a:ext>
            </a:extLst>
          </p:cNvPr>
          <p:cNvSpPr txBox="1"/>
          <p:nvPr/>
        </p:nvSpPr>
        <p:spPr>
          <a:xfrm>
            <a:off x="12404164" y="30028292"/>
            <a:ext cx="776135" cy="369332"/>
          </a:xfrm>
          <a:prstGeom prst="rect">
            <a:avLst/>
          </a:prstGeom>
          <a:solidFill>
            <a:schemeClr val="bg2"/>
          </a:solidFill>
        </p:spPr>
        <p:txBody>
          <a:bodyPr wrap="square" rtlCol="0">
            <a:spAutoFit/>
          </a:bodyPr>
          <a:lstStyle/>
          <a:p>
            <a:r>
              <a:rPr lang="en-US"/>
              <a:t>GMRI</a:t>
            </a:r>
          </a:p>
        </p:txBody>
      </p:sp>
      <p:pic>
        <p:nvPicPr>
          <p:cNvPr id="43" name="Picture 42" descr="A blue lines on a white background&#10;&#10;AI-generated content may be incorrect.">
            <a:extLst>
              <a:ext uri="{FF2B5EF4-FFF2-40B4-BE49-F238E27FC236}">
                <a16:creationId xmlns:a16="http://schemas.microsoft.com/office/drawing/2014/main" id="{CA5D997C-60D1-0ECB-0B98-158CC63C505B}"/>
              </a:ext>
              <a:ext uri="{C183D7F6-B498-43B3-948B-1728B52AA6E4}">
                <adec:decorative xmlns:adec="http://schemas.microsoft.com/office/drawing/2017/decorative" val="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477547" y="23502741"/>
            <a:ext cx="13665163" cy="3416291"/>
          </a:xfrm>
          <a:prstGeom prst="rect">
            <a:avLst/>
          </a:prstGeom>
          <a:ln>
            <a:solidFill>
              <a:schemeClr val="tx1">
                <a:lumMod val="65000"/>
                <a:lumOff val="35000"/>
              </a:schemeClr>
            </a:solidFill>
          </a:ln>
        </p:spPr>
      </p:pic>
      <p:sp>
        <p:nvSpPr>
          <p:cNvPr id="49" name="AutoShape 2" descr="Generated image">
            <a:extLst>
              <a:ext uri="{FF2B5EF4-FFF2-40B4-BE49-F238E27FC236}">
                <a16:creationId xmlns:a16="http://schemas.microsoft.com/office/drawing/2014/main" id="{6BFC291F-9D64-4124-C6AB-8852F1AD2863}"/>
              </a:ext>
            </a:extLst>
          </p:cNvPr>
          <p:cNvSpPr>
            <a:spLocks noChangeAspect="1" noChangeArrowheads="1"/>
          </p:cNvSpPr>
          <p:nvPr/>
        </p:nvSpPr>
        <p:spPr bwMode="auto">
          <a:xfrm>
            <a:off x="19951161" y="14628617"/>
            <a:ext cx="4148843" cy="41488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00267DBF-4D25-A27D-2F66-27C62D65CFB3}"/>
              </a:ext>
            </a:extLst>
          </p:cNvPr>
          <p:cNvPicPr>
            <a:picLocks noChangeAspect="1"/>
          </p:cNvPicPr>
          <p:nvPr/>
        </p:nvPicPr>
        <p:blipFill>
          <a:blip r:embed="rId9">
            <a:extLst>
              <a:ext uri="{28A0092B-C50C-407E-A947-70E740481C1C}">
                <a14:useLocalDpi xmlns:a14="http://schemas.microsoft.com/office/drawing/2010/main" val="0"/>
              </a:ext>
            </a:extLst>
          </a:blip>
          <a:srcRect b="34936"/>
          <a:stretch>
            <a:fillRect/>
          </a:stretch>
        </p:blipFill>
        <p:spPr>
          <a:xfrm>
            <a:off x="6673289" y="10130561"/>
            <a:ext cx="6796881" cy="2945360"/>
          </a:xfrm>
          <a:prstGeom prst="rect">
            <a:avLst/>
          </a:prstGeom>
          <a:ln>
            <a:solidFill>
              <a:schemeClr val="tx1"/>
            </a:solidFill>
          </a:ln>
        </p:spPr>
      </p:pic>
      <p:sp>
        <p:nvSpPr>
          <p:cNvPr id="52" name="Rectangle 5">
            <a:extLst>
              <a:ext uri="{FF2B5EF4-FFF2-40B4-BE49-F238E27FC236}">
                <a16:creationId xmlns:a16="http://schemas.microsoft.com/office/drawing/2014/main" id="{F981DFCA-77B5-AA8B-692B-59A56D9DFBFE}"/>
              </a:ext>
            </a:extLst>
          </p:cNvPr>
          <p:cNvSpPr>
            <a:spLocks noChangeArrowheads="1"/>
          </p:cNvSpPr>
          <p:nvPr/>
        </p:nvSpPr>
        <p:spPr bwMode="auto">
          <a:xfrm>
            <a:off x="6621847" y="13215036"/>
            <a:ext cx="69546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ptos" panose="020B0004020202020204" pitchFamily="34" charset="0"/>
              </a:rPr>
              <a:t>Carolina Beach, NC               Chris </a:t>
            </a:r>
            <a:r>
              <a:rPr kumimoji="0" lang="en-US" altLang="en-US" sz="2000" b="0" i="0" u="none" strike="noStrike" cap="none" normalizeH="0" baseline="0" dirty="0" err="1">
                <a:ln>
                  <a:noFill/>
                </a:ln>
                <a:solidFill>
                  <a:schemeClr val="tx1"/>
                </a:solidFill>
                <a:effectLst/>
                <a:latin typeface="Aptos" panose="020B0004020202020204" pitchFamily="34" charset="0"/>
              </a:rPr>
              <a:t>Pilloton</a:t>
            </a:r>
            <a:r>
              <a:rPr kumimoji="0" lang="en-US" altLang="en-US" sz="2000" b="0" i="0" u="none" strike="noStrike" cap="none" normalizeH="0" baseline="0" dirty="0">
                <a:ln>
                  <a:noFill/>
                </a:ln>
                <a:solidFill>
                  <a:schemeClr val="tx1"/>
                </a:solidFill>
                <a:effectLst/>
                <a:latin typeface="Aptos" panose="020B0004020202020204" pitchFamily="34" charset="0"/>
              </a:rPr>
              <a:t> via Coastal Observer</a:t>
            </a:r>
          </a:p>
        </p:txBody>
      </p:sp>
      <p:sp>
        <p:nvSpPr>
          <p:cNvPr id="4" name="TextBox 3">
            <a:extLst>
              <a:ext uri="{FF2B5EF4-FFF2-40B4-BE49-F238E27FC236}">
                <a16:creationId xmlns:a16="http://schemas.microsoft.com/office/drawing/2014/main" id="{062B1555-1CBF-1E2F-4CCB-33E5A62D6DCC}"/>
              </a:ext>
            </a:extLst>
          </p:cNvPr>
          <p:cNvSpPr txBox="1"/>
          <p:nvPr/>
        </p:nvSpPr>
        <p:spPr>
          <a:xfrm>
            <a:off x="588376" y="14573304"/>
            <a:ext cx="6029590"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3200" b="1" baseline="0" dirty="0">
                <a:latin typeface="Aptos"/>
                <a:ea typeface="Segoe UI"/>
                <a:cs typeface="Segoe UI"/>
              </a:rPr>
              <a:t>You can include a figure that displays this </a:t>
            </a:r>
            <a:r>
              <a:rPr lang="en-US" sz="3200" b="1" dirty="0">
                <a:latin typeface="Aptos"/>
                <a:ea typeface="Segoe UI"/>
                <a:cs typeface="Segoe UI"/>
              </a:rPr>
              <a:t>data alongside the text. Make sure if you use a graph or figure that you can explain it when asked! All figures should credit where it is from. </a:t>
            </a:r>
            <a:endParaRPr lang="en-US" dirty="0"/>
          </a:p>
        </p:txBody>
      </p:sp>
      <p:pic>
        <p:nvPicPr>
          <p:cNvPr id="17" name="Picture 2" descr="Detention vs. Retention Ponds: Key Differences Explained">
            <a:extLst>
              <a:ext uri="{FF2B5EF4-FFF2-40B4-BE49-F238E27FC236}">
                <a16:creationId xmlns:a16="http://schemas.microsoft.com/office/drawing/2014/main" id="{5FAEBBFA-5998-488B-FFE7-7348C0FD9C9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53515" y="7767959"/>
            <a:ext cx="5587211" cy="419040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86C24D2-064D-7617-3B79-2DD8C106A3BA}"/>
              </a:ext>
            </a:extLst>
          </p:cNvPr>
          <p:cNvSpPr txBox="1"/>
          <p:nvPr/>
        </p:nvSpPr>
        <p:spPr>
          <a:xfrm>
            <a:off x="19435785" y="12622991"/>
            <a:ext cx="8499108" cy="3539430"/>
          </a:xfrm>
          <a:prstGeom prst="rect">
            <a:avLst/>
          </a:prstGeom>
          <a:noFill/>
        </p:spPr>
        <p:txBody>
          <a:bodyPr wrap="square" rtlCol="0">
            <a:spAutoFit/>
          </a:bodyPr>
          <a:lstStyle/>
          <a:p>
            <a:pPr algn="r"/>
            <a:r>
              <a:rPr lang="en-US" sz="3200" b="1" dirty="0"/>
              <a:t>Ashley Highschool Retention Pond</a:t>
            </a:r>
          </a:p>
          <a:p>
            <a:pPr marL="457200" indent="-457200" algn="r">
              <a:buFont typeface="Arial" panose="020B0604020202020204" pitchFamily="34" charset="0"/>
              <a:buChar char="•"/>
            </a:pPr>
            <a:r>
              <a:rPr lang="en-US" sz="3200" dirty="0"/>
              <a:t>What is the estimated amount of water this pond can hold? </a:t>
            </a:r>
          </a:p>
          <a:p>
            <a:pPr marL="457200" indent="-457200" algn="r">
              <a:buFont typeface="Arial" panose="020B0604020202020204" pitchFamily="34" charset="0"/>
              <a:buChar char="•"/>
            </a:pPr>
            <a:r>
              <a:rPr lang="en-US" sz="3200" dirty="0"/>
              <a:t>Specific to this pond, what is near the pond that could impact how much water goes into it? </a:t>
            </a:r>
          </a:p>
          <a:p>
            <a:pPr marL="457200" indent="-457200" algn="r">
              <a:buFont typeface="Arial" panose="020B0604020202020204" pitchFamily="34" charset="0"/>
              <a:buChar char="•"/>
            </a:pPr>
            <a:r>
              <a:rPr lang="en-US" sz="3200" dirty="0"/>
              <a:t>What creek or river it is helping protect?</a:t>
            </a:r>
          </a:p>
        </p:txBody>
      </p:sp>
      <p:pic>
        <p:nvPicPr>
          <p:cNvPr id="38" name="Picture 37">
            <a:extLst>
              <a:ext uri="{FF2B5EF4-FFF2-40B4-BE49-F238E27FC236}">
                <a16:creationId xmlns:a16="http://schemas.microsoft.com/office/drawing/2014/main" id="{9481BD03-4189-F6B2-26FB-8DAEED2D6EF5}"/>
              </a:ext>
            </a:extLst>
          </p:cNvPr>
          <p:cNvPicPr>
            <a:picLocks noChangeAspect="1"/>
          </p:cNvPicPr>
          <p:nvPr/>
        </p:nvPicPr>
        <p:blipFill>
          <a:blip r:embed="rId11">
            <a:extLst>
              <a:ext uri="{28A0092B-C50C-407E-A947-70E740481C1C}">
                <a14:useLocalDpi xmlns:a14="http://schemas.microsoft.com/office/drawing/2010/main" val="0"/>
              </a:ext>
            </a:extLst>
          </a:blip>
          <a:srcRect r="62164"/>
          <a:stretch>
            <a:fillRect/>
          </a:stretch>
        </p:blipFill>
        <p:spPr>
          <a:xfrm>
            <a:off x="15416920" y="12304746"/>
            <a:ext cx="3906878" cy="4647742"/>
          </a:xfrm>
          <a:prstGeom prst="rect">
            <a:avLst/>
          </a:prstGeom>
        </p:spPr>
      </p:pic>
      <p:pic>
        <p:nvPicPr>
          <p:cNvPr id="57" name="Picture 56">
            <a:extLst>
              <a:ext uri="{FF2B5EF4-FFF2-40B4-BE49-F238E27FC236}">
                <a16:creationId xmlns:a16="http://schemas.microsoft.com/office/drawing/2014/main" id="{4B57FDAE-1608-A2FE-6FD3-47A23F70B9E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967273" y="16463154"/>
            <a:ext cx="3154337" cy="3270949"/>
          </a:xfrm>
          <a:prstGeom prst="rect">
            <a:avLst/>
          </a:prstGeom>
          <a:ln>
            <a:solidFill>
              <a:schemeClr val="accent1"/>
            </a:solidFill>
          </a:ln>
        </p:spPr>
      </p:pic>
      <p:pic>
        <p:nvPicPr>
          <p:cNvPr id="58" name="Picture 4" descr="A white pipe with a nut&#10;&#10;AI-generated content may be incorrect.">
            <a:extLst>
              <a:ext uri="{FF2B5EF4-FFF2-40B4-BE49-F238E27FC236}">
                <a16:creationId xmlns:a16="http://schemas.microsoft.com/office/drawing/2014/main" id="{577A7C05-64B5-2AFD-3F82-5BCA17E7DDE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649713" y="20304692"/>
            <a:ext cx="3535354" cy="2424243"/>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95DBDB05-498E-06CC-1199-22DB3FD8A716}"/>
              </a:ext>
            </a:extLst>
          </p:cNvPr>
          <p:cNvSpPr txBox="1"/>
          <p:nvPr/>
        </p:nvSpPr>
        <p:spPr>
          <a:xfrm>
            <a:off x="22967273" y="19844084"/>
            <a:ext cx="3334427" cy="369332"/>
          </a:xfrm>
          <a:prstGeom prst="rect">
            <a:avLst/>
          </a:prstGeom>
          <a:noFill/>
        </p:spPr>
        <p:txBody>
          <a:bodyPr wrap="square" rtlCol="0">
            <a:spAutoFit/>
          </a:bodyPr>
          <a:lstStyle/>
          <a:p>
            <a:r>
              <a:rPr lang="en-US" dirty="0"/>
              <a:t>Rainfall tipping Bucket Sensor</a:t>
            </a:r>
          </a:p>
        </p:txBody>
      </p:sp>
      <p:sp>
        <p:nvSpPr>
          <p:cNvPr id="61" name="TextBox 60">
            <a:extLst>
              <a:ext uri="{FF2B5EF4-FFF2-40B4-BE49-F238E27FC236}">
                <a16:creationId xmlns:a16="http://schemas.microsoft.com/office/drawing/2014/main" id="{49237159-4311-ADCB-2094-EB4F97C1F33A}"/>
              </a:ext>
            </a:extLst>
          </p:cNvPr>
          <p:cNvSpPr txBox="1"/>
          <p:nvPr/>
        </p:nvSpPr>
        <p:spPr>
          <a:xfrm>
            <a:off x="24706299" y="22793161"/>
            <a:ext cx="3334427" cy="369332"/>
          </a:xfrm>
          <a:prstGeom prst="rect">
            <a:avLst/>
          </a:prstGeom>
          <a:noFill/>
        </p:spPr>
        <p:txBody>
          <a:bodyPr wrap="square" rtlCol="0">
            <a:spAutoFit/>
          </a:bodyPr>
          <a:lstStyle/>
          <a:p>
            <a:r>
              <a:rPr lang="en-US" dirty="0"/>
              <a:t>Ultrasonic Distance Sensor</a:t>
            </a:r>
          </a:p>
        </p:txBody>
      </p:sp>
      <p:pic>
        <p:nvPicPr>
          <p:cNvPr id="63" name="Picture 62">
            <a:extLst>
              <a:ext uri="{FF2B5EF4-FFF2-40B4-BE49-F238E27FC236}">
                <a16:creationId xmlns:a16="http://schemas.microsoft.com/office/drawing/2014/main" id="{DA0A045C-346E-D52A-4CF9-3A99BFAE3C5D}"/>
              </a:ext>
            </a:extLst>
          </p:cNvPr>
          <p:cNvPicPr>
            <a:picLocks noChangeAspect="1"/>
          </p:cNvPicPr>
          <p:nvPr/>
        </p:nvPicPr>
        <p:blipFill>
          <a:blip r:embed="rId14"/>
          <a:stretch>
            <a:fillRect/>
          </a:stretch>
        </p:blipFill>
        <p:spPr>
          <a:xfrm>
            <a:off x="29326417" y="9675850"/>
            <a:ext cx="5197353" cy="4048278"/>
          </a:xfrm>
          <a:prstGeom prst="rect">
            <a:avLst/>
          </a:prstGeom>
        </p:spPr>
      </p:pic>
      <p:pic>
        <p:nvPicPr>
          <p:cNvPr id="1024" name="Picture 6" descr="Dead fish in retention pond. : r/jacksonville">
            <a:extLst>
              <a:ext uri="{FF2B5EF4-FFF2-40B4-BE49-F238E27FC236}">
                <a16:creationId xmlns:a16="http://schemas.microsoft.com/office/drawing/2014/main" id="{B9D64D07-B997-76D1-9A35-EDC504AD02E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389111" y="9675850"/>
            <a:ext cx="5452454" cy="4089341"/>
          </a:xfrm>
          <a:prstGeom prst="rect">
            <a:avLst/>
          </a:prstGeom>
          <a:noFill/>
          <a:extLst>
            <a:ext uri="{909E8E84-426E-40DD-AFC4-6F175D3DCCD1}">
              <a14:hiddenFill xmlns:a14="http://schemas.microsoft.com/office/drawing/2010/main">
                <a:solidFill>
                  <a:srgbClr val="FFFFFF"/>
                </a:solidFill>
              </a14:hiddenFill>
            </a:ext>
          </a:extLst>
        </p:spPr>
      </p:pic>
      <p:sp>
        <p:nvSpPr>
          <p:cNvPr id="1025" name="Rectangle 1024">
            <a:extLst>
              <a:ext uri="{FF2B5EF4-FFF2-40B4-BE49-F238E27FC236}">
                <a16:creationId xmlns:a16="http://schemas.microsoft.com/office/drawing/2014/main" id="{69CD7273-7C66-54FB-F600-D586BDF871DB}"/>
              </a:ext>
            </a:extLst>
          </p:cNvPr>
          <p:cNvSpPr/>
          <p:nvPr/>
        </p:nvSpPr>
        <p:spPr>
          <a:xfrm>
            <a:off x="28540182" y="24886842"/>
            <a:ext cx="13411684" cy="5860982"/>
          </a:xfrm>
          <a:prstGeom prst="rect">
            <a:avLst/>
          </a:prstGeom>
          <a:noFill/>
          <a:ln>
            <a:solidFill>
              <a:srgbClr val="CD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TextBox 1026">
            <a:extLst>
              <a:ext uri="{FF2B5EF4-FFF2-40B4-BE49-F238E27FC236}">
                <a16:creationId xmlns:a16="http://schemas.microsoft.com/office/drawing/2014/main" id="{23D0E71D-5682-8F15-33F5-0EA94BA8AE0D}"/>
              </a:ext>
            </a:extLst>
          </p:cNvPr>
          <p:cNvSpPr txBox="1"/>
          <p:nvPr/>
        </p:nvSpPr>
        <p:spPr>
          <a:xfrm>
            <a:off x="31343022" y="25130275"/>
            <a:ext cx="6885482" cy="1261884"/>
          </a:xfrm>
          <a:prstGeom prst="rect">
            <a:avLst/>
          </a:prstGeom>
          <a:noFill/>
        </p:spPr>
        <p:txBody>
          <a:bodyPr wrap="square" rtlCol="0">
            <a:spAutoFit/>
          </a:bodyPr>
          <a:lstStyle/>
          <a:p>
            <a:pPr algn="ctr"/>
            <a:r>
              <a:rPr lang="en-US" sz="3800" b="1" dirty="0"/>
              <a:t>References in APA format</a:t>
            </a:r>
          </a:p>
          <a:p>
            <a:pPr algn="ctr"/>
            <a:endParaRPr lang="en-US" sz="3800" b="1" dirty="0"/>
          </a:p>
        </p:txBody>
      </p:sp>
      <p:sp>
        <p:nvSpPr>
          <p:cNvPr id="1029" name="TextBox 1028">
            <a:extLst>
              <a:ext uri="{FF2B5EF4-FFF2-40B4-BE49-F238E27FC236}">
                <a16:creationId xmlns:a16="http://schemas.microsoft.com/office/drawing/2014/main" id="{0AAD289B-F811-F0CD-BD23-EF4C031E23EA}"/>
              </a:ext>
            </a:extLst>
          </p:cNvPr>
          <p:cNvSpPr txBox="1"/>
          <p:nvPr/>
        </p:nvSpPr>
        <p:spPr>
          <a:xfrm>
            <a:off x="28821444" y="25761217"/>
            <a:ext cx="13240956" cy="6063198"/>
          </a:xfrm>
          <a:prstGeom prst="rect">
            <a:avLst/>
          </a:prstGeom>
          <a:noFill/>
        </p:spPr>
        <p:txBody>
          <a:bodyPr wrap="square" lIns="91440" tIns="45720" rIns="91440" bIns="45720" rtlCol="0" anchor="t">
            <a:spAutoFit/>
          </a:bodyPr>
          <a:lstStyle/>
          <a:p>
            <a:r>
              <a:rPr lang="en-US" sz="3200" b="1" dirty="0"/>
              <a:t>       In-text example:</a:t>
            </a:r>
          </a:p>
          <a:p>
            <a:pPr marL="914400" lvl="1" indent="-457200">
              <a:buFont typeface="Arial" panose="020B0604020202020204" pitchFamily="34" charset="0"/>
              <a:buChar char="•"/>
            </a:pPr>
            <a:r>
              <a:rPr lang="en-US" sz="2800" dirty="0"/>
              <a:t>Global mean sea level rose by approximately </a:t>
            </a:r>
            <a:r>
              <a:rPr lang="en-US" sz="2800" b="1" dirty="0"/>
              <a:t>1.5 mm per year</a:t>
            </a:r>
            <a:r>
              <a:rPr lang="en-US" sz="2800" dirty="0"/>
              <a:t>, from 1900 to 2018(Frederikse et al., 2020)</a:t>
            </a:r>
          </a:p>
          <a:p>
            <a:pPr marL="914400" lvl="1" indent="-457200">
              <a:buFont typeface="Arial" panose="020B0604020202020204" pitchFamily="34" charset="0"/>
              <a:buChar char="•"/>
            </a:pPr>
            <a:endParaRPr lang="en-US" sz="2800" dirty="0"/>
          </a:p>
          <a:p>
            <a:pPr lvl="1"/>
            <a:r>
              <a:rPr lang="en-US" sz="3200" b="1" dirty="0"/>
              <a:t>APA reference examples you would place in this section:</a:t>
            </a:r>
          </a:p>
          <a:p>
            <a:pPr lvl="1"/>
            <a:endParaRPr lang="en-US" sz="3200" b="1" dirty="0"/>
          </a:p>
          <a:p>
            <a:pPr fontAlgn="base"/>
            <a:r>
              <a:rPr lang="en-US" sz="2800" dirty="0"/>
              <a:t>Anh, N. T., Can, L. D., Nhan, N. T., Schmalz, B., &amp; Luu, T. L. (2023). Influences of key factors on river water quality in urban and rural areas: A Review. </a:t>
            </a:r>
            <a:r>
              <a:rPr lang="en-US" sz="2800" i="1" dirty="0"/>
              <a:t>Case Studies in Chemical and Environmental Engineering</a:t>
            </a:r>
            <a:r>
              <a:rPr lang="en-US" sz="2800" dirty="0"/>
              <a:t>, </a:t>
            </a:r>
            <a:r>
              <a:rPr lang="en-US" sz="2800" i="1" dirty="0"/>
              <a:t>8</a:t>
            </a:r>
            <a:r>
              <a:rPr lang="en-US" sz="2800" dirty="0"/>
              <a:t>, 100424.  </a:t>
            </a:r>
          </a:p>
          <a:p>
            <a:pPr fontAlgn="base"/>
            <a:r>
              <a:rPr lang="en-US" sz="2800" dirty="0"/>
              <a:t>Brown, B. B., Altman, I., &amp; Werner, C. M. (2012). Place Attachment. </a:t>
            </a:r>
            <a:r>
              <a:rPr lang="en-US" sz="2800" i="1" dirty="0"/>
              <a:t>International Encyclopedia of Housing and Home</a:t>
            </a:r>
            <a:r>
              <a:rPr lang="en-US" sz="2800" dirty="0"/>
              <a:t>, 183–188.  </a:t>
            </a:r>
          </a:p>
          <a:p>
            <a:pPr lvl="1"/>
            <a:endParaRPr lang="en-US" sz="3200" dirty="0"/>
          </a:p>
          <a:p>
            <a:pPr lvl="1"/>
            <a:endParaRPr lang="en-US" sz="3600" dirty="0"/>
          </a:p>
        </p:txBody>
      </p:sp>
      <p:pic>
        <p:nvPicPr>
          <p:cNvPr id="1033" name="Picture 8" descr="A screenshot of a screenshot of a flooded street&#10;&#10;AI-generated content may be incorrect.">
            <a:extLst>
              <a:ext uri="{FF2B5EF4-FFF2-40B4-BE49-F238E27FC236}">
                <a16:creationId xmlns:a16="http://schemas.microsoft.com/office/drawing/2014/main" id="{673EE7F3-60B7-2DA7-1A19-9F7BCC943616}"/>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57721"/>
          <a:stretch>
            <a:fillRect/>
          </a:stretch>
        </p:blipFill>
        <p:spPr bwMode="auto">
          <a:xfrm>
            <a:off x="6617966" y="14558592"/>
            <a:ext cx="6939414" cy="3011162"/>
          </a:xfrm>
          <a:prstGeom prst="rect">
            <a:avLst/>
          </a:prstGeom>
          <a:noFill/>
          <a:extLst>
            <a:ext uri="{909E8E84-426E-40DD-AFC4-6F175D3DCCD1}">
              <a14:hiddenFill xmlns:a14="http://schemas.microsoft.com/office/drawing/2010/main">
                <a:solidFill>
                  <a:srgbClr val="FFFFFF"/>
                </a:solidFill>
              </a14:hiddenFill>
            </a:ext>
          </a:extLst>
        </p:spPr>
      </p:pic>
      <p:sp>
        <p:nvSpPr>
          <p:cNvPr id="1034" name="Rectangle 5">
            <a:extLst>
              <a:ext uri="{FF2B5EF4-FFF2-40B4-BE49-F238E27FC236}">
                <a16:creationId xmlns:a16="http://schemas.microsoft.com/office/drawing/2014/main" id="{F2372333-2AA7-AF8D-92C9-E7860FB503FF}"/>
              </a:ext>
            </a:extLst>
          </p:cNvPr>
          <p:cNvSpPr>
            <a:spLocks noChangeArrowheads="1"/>
          </p:cNvSpPr>
          <p:nvPr/>
        </p:nvSpPr>
        <p:spPr bwMode="auto">
          <a:xfrm>
            <a:off x="11515898" y="17564050"/>
            <a:ext cx="1991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ptos" panose="020B0004020202020204" pitchFamily="34" charset="0"/>
              </a:rPr>
              <a:t>Gold et al., 2024</a:t>
            </a:r>
          </a:p>
        </p:txBody>
      </p:sp>
      <p:sp>
        <p:nvSpPr>
          <p:cNvPr id="1035" name="Rectangle 5">
            <a:extLst>
              <a:ext uri="{FF2B5EF4-FFF2-40B4-BE49-F238E27FC236}">
                <a16:creationId xmlns:a16="http://schemas.microsoft.com/office/drawing/2014/main" id="{CB388760-741E-1287-4796-C3704F038206}"/>
              </a:ext>
            </a:extLst>
          </p:cNvPr>
          <p:cNvSpPr>
            <a:spLocks noChangeArrowheads="1"/>
          </p:cNvSpPr>
          <p:nvPr/>
        </p:nvSpPr>
        <p:spPr bwMode="auto">
          <a:xfrm>
            <a:off x="16663437" y="17011877"/>
            <a:ext cx="26770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ptos" panose="020B0004020202020204" pitchFamily="34" charset="0"/>
              </a:rPr>
              <a:t>Retention Pond at AHS</a:t>
            </a:r>
          </a:p>
        </p:txBody>
      </p:sp>
      <p:sp>
        <p:nvSpPr>
          <p:cNvPr id="1036" name="Rectangle 5">
            <a:extLst>
              <a:ext uri="{FF2B5EF4-FFF2-40B4-BE49-F238E27FC236}">
                <a16:creationId xmlns:a16="http://schemas.microsoft.com/office/drawing/2014/main" id="{A392CE3C-2469-83BF-C98C-992D68818156}"/>
              </a:ext>
            </a:extLst>
          </p:cNvPr>
          <p:cNvSpPr>
            <a:spLocks noChangeArrowheads="1"/>
          </p:cNvSpPr>
          <p:nvPr/>
        </p:nvSpPr>
        <p:spPr bwMode="auto">
          <a:xfrm>
            <a:off x="25139946" y="12060680"/>
            <a:ext cx="29706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ptos" panose="020B0004020202020204" pitchFamily="34" charset="0"/>
              </a:rPr>
              <a:t>Retention pond at UNCW</a:t>
            </a:r>
          </a:p>
        </p:txBody>
      </p:sp>
      <p:sp>
        <p:nvSpPr>
          <p:cNvPr id="1037" name="Rectangle 5">
            <a:extLst>
              <a:ext uri="{FF2B5EF4-FFF2-40B4-BE49-F238E27FC236}">
                <a16:creationId xmlns:a16="http://schemas.microsoft.com/office/drawing/2014/main" id="{93D7F8D7-96D7-144D-F1FF-4AD9C507E911}"/>
              </a:ext>
            </a:extLst>
          </p:cNvPr>
          <p:cNvSpPr>
            <a:spLocks noChangeArrowheads="1"/>
          </p:cNvSpPr>
          <p:nvPr/>
        </p:nvSpPr>
        <p:spPr bwMode="auto">
          <a:xfrm>
            <a:off x="37906004" y="13792084"/>
            <a:ext cx="27315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ptos" panose="020B0004020202020204" pitchFamily="34" charset="0"/>
              </a:rPr>
              <a:t>Retention pond at CMS</a:t>
            </a:r>
          </a:p>
        </p:txBody>
      </p:sp>
      <p:sp>
        <p:nvSpPr>
          <p:cNvPr id="1038" name="TextBox 1037">
            <a:extLst>
              <a:ext uri="{FF2B5EF4-FFF2-40B4-BE49-F238E27FC236}">
                <a16:creationId xmlns:a16="http://schemas.microsoft.com/office/drawing/2014/main" id="{84EF405C-98F7-21E9-5EBD-4CAB4CB8ED60}"/>
              </a:ext>
            </a:extLst>
          </p:cNvPr>
          <p:cNvSpPr txBox="1"/>
          <p:nvPr/>
        </p:nvSpPr>
        <p:spPr>
          <a:xfrm>
            <a:off x="21435238" y="26946875"/>
            <a:ext cx="6964314" cy="369332"/>
          </a:xfrm>
          <a:prstGeom prst="rect">
            <a:avLst/>
          </a:prstGeom>
          <a:noFill/>
        </p:spPr>
        <p:txBody>
          <a:bodyPr wrap="square" rtlCol="0">
            <a:spAutoFit/>
          </a:bodyPr>
          <a:lstStyle/>
          <a:p>
            <a:r>
              <a:rPr lang="en-US" dirty="0"/>
              <a:t>Figure showing precipitation and water level values in March at AHS</a:t>
            </a:r>
          </a:p>
        </p:txBody>
      </p:sp>
      <p:sp>
        <p:nvSpPr>
          <p:cNvPr id="1039" name="Rectangle 5">
            <a:extLst>
              <a:ext uri="{FF2B5EF4-FFF2-40B4-BE49-F238E27FC236}">
                <a16:creationId xmlns:a16="http://schemas.microsoft.com/office/drawing/2014/main" id="{EDFB8727-B695-0FB4-F7CA-F77E933CE1B9}"/>
              </a:ext>
            </a:extLst>
          </p:cNvPr>
          <p:cNvSpPr>
            <a:spLocks noChangeArrowheads="1"/>
          </p:cNvSpPr>
          <p:nvPr/>
        </p:nvSpPr>
        <p:spPr bwMode="auto">
          <a:xfrm>
            <a:off x="11341687" y="27131541"/>
            <a:ext cx="1991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ptos" panose="020B0004020202020204" pitchFamily="34" charset="0"/>
              </a:rPr>
              <a:t>Gold et al., 2024</a:t>
            </a:r>
          </a:p>
        </p:txBody>
      </p:sp>
    </p:spTree>
    <p:extLst>
      <p:ext uri="{BB962C8B-B14F-4D97-AF65-F5344CB8AC3E}">
        <p14:creationId xmlns:p14="http://schemas.microsoft.com/office/powerpoint/2010/main" val="572428044"/>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fd85f3e-7e0c-49f2-adfb-ac4509e37570">
      <UserInfo>
        <DisplayName/>
        <AccountId xsi:nil="true"/>
        <AccountType/>
      </UserInfo>
    </SharedWithUsers>
    <lcf76f155ced4ddcb4097134ff3c332f xmlns="b60e07fe-b2d3-44be-a55a-517f66915cca">
      <Terms xmlns="http://schemas.microsoft.com/office/infopath/2007/PartnerControls"/>
    </lcf76f155ced4ddcb4097134ff3c332f>
    <TaxCatchAll xmlns="dfd85f3e-7e0c-49f2-adfb-ac4509e3757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36B3B46D6F2D8478A14C4311F55419C" ma:contentTypeVersion="19" ma:contentTypeDescription="Create a new document." ma:contentTypeScope="" ma:versionID="785eca9a2423620b288dacf791cf07d5">
  <xsd:schema xmlns:xsd="http://www.w3.org/2001/XMLSchema" xmlns:xs="http://www.w3.org/2001/XMLSchema" xmlns:p="http://schemas.microsoft.com/office/2006/metadata/properties" xmlns:ns2="b60e07fe-b2d3-44be-a55a-517f66915cca" xmlns:ns3="dfd85f3e-7e0c-49f2-adfb-ac4509e37570" targetNamespace="http://schemas.microsoft.com/office/2006/metadata/properties" ma:root="true" ma:fieldsID="7bf9bcf1ac7b054fc923dc0fc36c87d1" ns2:_="" ns3:_="">
    <xsd:import namespace="b60e07fe-b2d3-44be-a55a-517f66915cca"/>
    <xsd:import namespace="dfd85f3e-7e0c-49f2-adfb-ac4509e3757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0e07fe-b2d3-44be-a55a-517f66915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b50c834-8d4b-4a14-b25e-aaab46c196c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fd85f3e-7e0c-49f2-adfb-ac4509e3757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e448bf1-0c9e-47b2-9ef6-631a27bd8d18}" ma:internalName="TaxCatchAll" ma:showField="CatchAllData" ma:web="dfd85f3e-7e0c-49f2-adfb-ac4509e375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63B76C-18FD-432A-A828-D4DDD637CC46}">
  <ds:schemaRefs>
    <ds:schemaRef ds:uri="http://schemas.microsoft.com/office/2006/documentManagement/types"/>
    <ds:schemaRef ds:uri="http://purl.org/dc/elements/1.1/"/>
    <ds:schemaRef ds:uri="http://www.w3.org/XML/1998/namespace"/>
    <ds:schemaRef ds:uri="655f7fd8-f137-490e-84a1-06f2e8413e36"/>
    <ds:schemaRef ds:uri="http://schemas.microsoft.com/office/infopath/2007/PartnerControls"/>
    <ds:schemaRef ds:uri="9c3f8680-c3fc-4dc9-b024-d4db082a58e5"/>
    <ds:schemaRef ds:uri="http://purl.org/dc/dcmitype/"/>
    <ds:schemaRef ds:uri="http://schemas.openxmlformats.org/package/2006/metadata/core-properti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CAABFB4F-2AE1-4156-BCC2-523624A20B2A}">
  <ds:schemaRefs>
    <ds:schemaRef ds:uri="http://schemas.microsoft.com/sharepoint/v3/contenttype/forms"/>
  </ds:schemaRefs>
</ds:datastoreItem>
</file>

<file path=customXml/itemProps3.xml><?xml version="1.0" encoding="utf-8"?>
<ds:datastoreItem xmlns:ds="http://schemas.openxmlformats.org/officeDocument/2006/customXml" ds:itemID="{81DA9D42-CEDC-49EB-B991-5E3C9DA67C18}"/>
</file>

<file path=docMetadata/LabelInfo.xml><?xml version="1.0" encoding="utf-8"?>
<clbl:labelList xmlns:clbl="http://schemas.microsoft.com/office/2020/mipLabelMetadata">
  <clbl:label id="{4e32bd2a-1ccd-49c1-a814-de8553946415}" enabled="1" method="Standard" siteId="{22136781-9753-4c75-af28-68a078871ebf}" removed="0"/>
</clbl:labelList>
</file>

<file path=docProps/app.xml><?xml version="1.0" encoding="utf-8"?>
<Properties xmlns="http://schemas.openxmlformats.org/officeDocument/2006/extended-properties" xmlns:vt="http://schemas.openxmlformats.org/officeDocument/2006/docPropsVTypes">
  <Template>Office Theme</Template>
  <TotalTime>451</TotalTime>
  <Words>1175</Words>
  <Application>Microsoft Office PowerPoint</Application>
  <PresentationFormat>Custom</PresentationFormat>
  <Paragraphs>150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Arial,Sans-Serif</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Settin, Bentley Fielding</dc:creator>
  <cp:lastModifiedBy>Settin, Bentley Fielding</cp:lastModifiedBy>
  <cp:revision>43</cp:revision>
  <dcterms:created xsi:type="dcterms:W3CDTF">2025-03-27T16:28:24Z</dcterms:created>
  <dcterms:modified xsi:type="dcterms:W3CDTF">2026-01-27T18:05:53Z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0x010100636B3B46D6F2D8478A14C4311F55419C</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_activity">
    <vt:lpwstr>{"FileActivityType":"6","FileActivityTimeStamp":"2025-10-30T14:28:42.897Z","FileActivityUsersOnPage":[{"DisplayName":"Bresnahan, Philip  J.","Id":"bresnahanp@uncw.edu"}],"FileActivityNavigationId":null}</vt:lpwstr>
  </property>
  <property fmtid="{D5CDD505-2E9C-101B-9397-08002B2CF9AE}" pid="8" name="_SourceUrl">
    <vt:lpwstr/>
  </property>
  <property fmtid="{D5CDD505-2E9C-101B-9397-08002B2CF9AE}" pid="9" name="_SharedFileIndex">
    <vt:lpwstr/>
  </property>
</Properties>
</file>