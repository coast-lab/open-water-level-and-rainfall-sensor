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56" r:id="rId5"/>
    <p:sldId id="287" r:id="rId6"/>
    <p:sldId id="288" r:id="rId7"/>
    <p:sldId id="294" r:id="rId8"/>
    <p:sldId id="257" r:id="rId9"/>
    <p:sldId id="276" r:id="rId10"/>
    <p:sldId id="259" r:id="rId11"/>
    <p:sldId id="260" r:id="rId12"/>
    <p:sldId id="275" r:id="rId13"/>
    <p:sldId id="282" r:id="rId14"/>
    <p:sldId id="270" r:id="rId15"/>
    <p:sldId id="293" r:id="rId16"/>
    <p:sldId id="300" r:id="rId17"/>
    <p:sldId id="263" r:id="rId18"/>
    <p:sldId id="286" r:id="rId19"/>
    <p:sldId id="262" r:id="rId20"/>
    <p:sldId id="269" r:id="rId21"/>
    <p:sldId id="283" r:id="rId22"/>
    <p:sldId id="292" r:id="rId23"/>
    <p:sldId id="299" r:id="rId24"/>
    <p:sldId id="301" r:id="rId25"/>
    <p:sldId id="306" r:id="rId26"/>
    <p:sldId id="291" r:id="rId27"/>
    <p:sldId id="307" r:id="rId28"/>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448">
          <p15:clr>
            <a:srgbClr val="A4A3A4"/>
          </p15:clr>
        </p15:guide>
        <p15:guide id="2" orient="horz" pos="3312">
          <p15:clr>
            <a:srgbClr val="A4A3A4"/>
          </p15:clr>
        </p15:guide>
        <p15:guide id="3" orient="horz" pos="720" userDrawn="1">
          <p15:clr>
            <a:srgbClr val="A4A3A4"/>
          </p15:clr>
        </p15:guide>
        <p15:guide id="4" pos="2880">
          <p15:clr>
            <a:srgbClr val="A4A3A4"/>
          </p15:clr>
        </p15:guide>
        <p15:guide id="5"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C557"/>
    <a:srgbClr val="800080"/>
    <a:srgbClr val="BBE0E3"/>
    <a:srgbClr val="31BFBA"/>
    <a:srgbClr val="005DA2"/>
    <a:srgbClr val="E128F4"/>
    <a:srgbClr val="990099"/>
    <a:srgbClr val="CC0066"/>
    <a:srgbClr val="89C240"/>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3950" autoAdjust="0"/>
    <p:restoredTop sz="96283" autoAdjust="0"/>
  </p:normalViewPr>
  <p:slideViewPr>
    <p:cSldViewPr showGuides="1">
      <p:cViewPr varScale="1">
        <p:scale>
          <a:sx n="63" d="100"/>
          <a:sy n="63" d="100"/>
        </p:scale>
        <p:origin x="436" y="56"/>
      </p:cViewPr>
      <p:guideLst>
        <p:guide orient="horz" pos="2448"/>
        <p:guide orient="horz" pos="3312"/>
        <p:guide orient="horz" pos="720"/>
        <p:guide pos="2880"/>
        <p:guide orient="horz" pos="2160"/>
      </p:guideLst>
    </p:cSldViewPr>
  </p:slideViewPr>
  <p:notesTextViewPr>
    <p:cViewPr>
      <p:scale>
        <a:sx n="3" d="2"/>
        <a:sy n="3" d="2"/>
      </p:scale>
      <p:origin x="0" y="0"/>
    </p:cViewPr>
  </p:notesTextViewPr>
  <p:gridSpacing cx="228600" cy="2286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ttin, Bentley Fielding" userId="ed05de93-eacd-4776-ad12-62bf05894762" providerId="ADAL" clId="{C018DE0E-A2EF-4C7B-AFF6-B4611175536B}"/>
    <pc:docChg chg="delSld">
      <pc:chgData name="Settin, Bentley Fielding" userId="ed05de93-eacd-4776-ad12-62bf05894762" providerId="ADAL" clId="{C018DE0E-A2EF-4C7B-AFF6-B4611175536B}" dt="2026-01-27T17:51:17.089" v="7" actId="47"/>
      <pc:docMkLst>
        <pc:docMk/>
      </pc:docMkLst>
      <pc:sldChg chg="del">
        <pc:chgData name="Settin, Bentley Fielding" userId="ed05de93-eacd-4776-ad12-62bf05894762" providerId="ADAL" clId="{C018DE0E-A2EF-4C7B-AFF6-B4611175536B}" dt="2026-01-27T17:50:27.172" v="0" actId="47"/>
        <pc:sldMkLst>
          <pc:docMk/>
          <pc:sldMk cId="0" sldId="271"/>
        </pc:sldMkLst>
      </pc:sldChg>
      <pc:sldChg chg="del">
        <pc:chgData name="Settin, Bentley Fielding" userId="ed05de93-eacd-4776-ad12-62bf05894762" providerId="ADAL" clId="{C018DE0E-A2EF-4C7B-AFF6-B4611175536B}" dt="2026-01-27T17:51:13.490" v="5" actId="47"/>
        <pc:sldMkLst>
          <pc:docMk/>
          <pc:sldMk cId="0" sldId="273"/>
        </pc:sldMkLst>
      </pc:sldChg>
      <pc:sldChg chg="del">
        <pc:chgData name="Settin, Bentley Fielding" userId="ed05de93-eacd-4776-ad12-62bf05894762" providerId="ADAL" clId="{C018DE0E-A2EF-4C7B-AFF6-B4611175536B}" dt="2026-01-27T17:51:12.785" v="4" actId="47"/>
        <pc:sldMkLst>
          <pc:docMk/>
          <pc:sldMk cId="0" sldId="285"/>
        </pc:sldMkLst>
      </pc:sldChg>
      <pc:sldChg chg="del">
        <pc:chgData name="Settin, Bentley Fielding" userId="ed05de93-eacd-4776-ad12-62bf05894762" providerId="ADAL" clId="{C018DE0E-A2EF-4C7B-AFF6-B4611175536B}" dt="2026-01-27T17:50:28.438" v="1" actId="47"/>
        <pc:sldMkLst>
          <pc:docMk/>
          <pc:sldMk cId="0" sldId="289"/>
        </pc:sldMkLst>
      </pc:sldChg>
      <pc:sldChg chg="del">
        <pc:chgData name="Settin, Bentley Fielding" userId="ed05de93-eacd-4776-ad12-62bf05894762" providerId="ADAL" clId="{C018DE0E-A2EF-4C7B-AFF6-B4611175536B}" dt="2026-01-27T17:51:17.089" v="7" actId="47"/>
        <pc:sldMkLst>
          <pc:docMk/>
          <pc:sldMk cId="4160453983" sldId="296"/>
        </pc:sldMkLst>
      </pc:sldChg>
      <pc:sldChg chg="del">
        <pc:chgData name="Settin, Bentley Fielding" userId="ed05de93-eacd-4776-ad12-62bf05894762" providerId="ADAL" clId="{C018DE0E-A2EF-4C7B-AFF6-B4611175536B}" dt="2026-01-27T17:51:10.043" v="3" actId="47"/>
        <pc:sldMkLst>
          <pc:docMk/>
          <pc:sldMk cId="1784240799" sldId="297"/>
        </pc:sldMkLst>
      </pc:sldChg>
      <pc:sldChg chg="del">
        <pc:chgData name="Settin, Bentley Fielding" userId="ed05de93-eacd-4776-ad12-62bf05894762" providerId="ADAL" clId="{C018DE0E-A2EF-4C7B-AFF6-B4611175536B}" dt="2026-01-27T17:51:15.502" v="6" actId="47"/>
        <pc:sldMkLst>
          <pc:docMk/>
          <pc:sldMk cId="2364531824" sldId="298"/>
        </pc:sldMkLst>
      </pc:sldChg>
      <pc:sldChg chg="del">
        <pc:chgData name="Settin, Bentley Fielding" userId="ed05de93-eacd-4776-ad12-62bf05894762" providerId="ADAL" clId="{C018DE0E-A2EF-4C7B-AFF6-B4611175536B}" dt="2026-01-27T17:50:50.861" v="2" actId="47"/>
        <pc:sldMkLst>
          <pc:docMk/>
          <pc:sldMk cId="2270228252" sldId="30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3A0AA20A-5F80-4B00-9117-57B0FB4494D6}" type="datetimeFigureOut">
              <a:rPr lang="en-US" smtClean="0"/>
              <a:t>1/27/2026</a:t>
            </a:fld>
            <a:endParaRPr lang="en-US"/>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FEE6257-A1D0-4096-BFD2-6F7DE2156A25}" type="slidenum">
              <a:rPr lang="en-US" smtClean="0"/>
              <a:t>‹#›</a:t>
            </a:fld>
            <a:endParaRPr lang="en-US"/>
          </a:p>
        </p:txBody>
      </p:sp>
    </p:spTree>
    <p:extLst>
      <p:ext uri="{BB962C8B-B14F-4D97-AF65-F5344CB8AC3E}">
        <p14:creationId xmlns:p14="http://schemas.microsoft.com/office/powerpoint/2010/main" val="13526867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pPr>
              <a:defRPr/>
            </a:pPr>
            <a:fld id="{6C5DD7ED-BFC2-4C1F-BD51-037867E4A4A4}" type="datetimeFigureOut">
              <a:rPr lang="en-US"/>
              <a:pPr>
                <a:defRPr/>
              </a:pPr>
              <a:t>1/27/2026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pPr>
              <a:defRPr/>
            </a:pPr>
            <a:fld id="{E74190A6-624B-4C55-8338-E2A6070649F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a:t>
            </a:fld>
            <a:endParaRPr lang="en-US"/>
          </a:p>
        </p:txBody>
      </p:sp>
    </p:spTree>
    <p:extLst>
      <p:ext uri="{BB962C8B-B14F-4D97-AF65-F5344CB8AC3E}">
        <p14:creationId xmlns:p14="http://schemas.microsoft.com/office/powerpoint/2010/main" val="32511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2</a:t>
            </a:fld>
            <a:endParaRPr lang="en-US"/>
          </a:p>
        </p:txBody>
      </p:sp>
    </p:spTree>
    <p:extLst>
      <p:ext uri="{BB962C8B-B14F-4D97-AF65-F5344CB8AC3E}">
        <p14:creationId xmlns:p14="http://schemas.microsoft.com/office/powerpoint/2010/main" val="692314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3</a:t>
            </a:fld>
            <a:endParaRPr lang="en-US"/>
          </a:p>
        </p:txBody>
      </p:sp>
    </p:spTree>
    <p:extLst>
      <p:ext uri="{BB962C8B-B14F-4D97-AF65-F5344CB8AC3E}">
        <p14:creationId xmlns:p14="http://schemas.microsoft.com/office/powerpoint/2010/main" val="2612342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4</a:t>
            </a:fld>
            <a:endParaRPr lang="en-US"/>
          </a:p>
        </p:txBody>
      </p:sp>
    </p:spTree>
    <p:extLst>
      <p:ext uri="{BB962C8B-B14F-4D97-AF65-F5344CB8AC3E}">
        <p14:creationId xmlns:p14="http://schemas.microsoft.com/office/powerpoint/2010/main" val="2695303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48D787-1504-406F-A4D9-75EF2ADB8A90}" type="slidenum">
              <a:rPr lang="en-US" altLang="en-US" smtClean="0"/>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6</a:t>
            </a:fld>
            <a:endParaRPr lang="en-US"/>
          </a:p>
        </p:txBody>
      </p:sp>
    </p:spTree>
    <p:extLst>
      <p:ext uri="{BB962C8B-B14F-4D97-AF65-F5344CB8AC3E}">
        <p14:creationId xmlns:p14="http://schemas.microsoft.com/office/powerpoint/2010/main" val="1369939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7</a:t>
            </a:fld>
            <a:endParaRPr lang="en-US"/>
          </a:p>
        </p:txBody>
      </p:sp>
    </p:spTree>
    <p:extLst>
      <p:ext uri="{BB962C8B-B14F-4D97-AF65-F5344CB8AC3E}">
        <p14:creationId xmlns:p14="http://schemas.microsoft.com/office/powerpoint/2010/main" val="3647618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9E1368-2C57-4116-91C5-60691467E40B}" type="slidenum">
              <a:rPr lang="en-US" altLang="en-US" smtClean="0"/>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9</a:t>
            </a:fld>
            <a:endParaRPr lang="en-US"/>
          </a:p>
        </p:txBody>
      </p:sp>
    </p:spTree>
    <p:extLst>
      <p:ext uri="{BB962C8B-B14F-4D97-AF65-F5344CB8AC3E}">
        <p14:creationId xmlns:p14="http://schemas.microsoft.com/office/powerpoint/2010/main" val="476677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10</a:t>
            </a:fld>
            <a:endParaRPr lang="en-US"/>
          </a:p>
        </p:txBody>
      </p:sp>
    </p:spTree>
    <p:extLst>
      <p:ext uri="{BB962C8B-B14F-4D97-AF65-F5344CB8AC3E}">
        <p14:creationId xmlns:p14="http://schemas.microsoft.com/office/powerpoint/2010/main" val="1515910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11</a:t>
            </a:fld>
            <a:endParaRPr lang="en-US"/>
          </a:p>
        </p:txBody>
      </p:sp>
    </p:spTree>
    <p:extLst>
      <p:ext uri="{BB962C8B-B14F-4D97-AF65-F5344CB8AC3E}">
        <p14:creationId xmlns:p14="http://schemas.microsoft.com/office/powerpoint/2010/main" val="985124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12</a:t>
            </a:fld>
            <a:endParaRPr lang="en-US"/>
          </a:p>
        </p:txBody>
      </p:sp>
    </p:spTree>
    <p:extLst>
      <p:ext uri="{BB962C8B-B14F-4D97-AF65-F5344CB8AC3E}">
        <p14:creationId xmlns:p14="http://schemas.microsoft.com/office/powerpoint/2010/main" val="37893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74190A6-624B-4C55-8338-E2A6070649FD}" type="slidenum">
              <a:rPr lang="en-US" smtClean="0"/>
              <a:pPr>
                <a:defRPr/>
              </a:pPr>
              <a:t>13</a:t>
            </a:fld>
            <a:endParaRPr lang="en-US"/>
          </a:p>
        </p:txBody>
      </p:sp>
    </p:spTree>
    <p:extLst>
      <p:ext uri="{BB962C8B-B14F-4D97-AF65-F5344CB8AC3E}">
        <p14:creationId xmlns:p14="http://schemas.microsoft.com/office/powerpoint/2010/main" val="3243906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14</a:t>
            </a:fld>
            <a:endParaRPr lang="en-US"/>
          </a:p>
        </p:txBody>
      </p:sp>
    </p:spTree>
    <p:extLst>
      <p:ext uri="{BB962C8B-B14F-4D97-AF65-F5344CB8AC3E}">
        <p14:creationId xmlns:p14="http://schemas.microsoft.com/office/powerpoint/2010/main" val="3782846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04A730-1D46-44B7-9245-B0592BE80146}" type="slidenum">
              <a:rPr lang="en-US" altLang="en-US" smtClean="0"/>
              <a:pPr/>
              <a:t>15</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16</a:t>
            </a:fld>
            <a:endParaRPr lang="en-US"/>
          </a:p>
        </p:txBody>
      </p:sp>
    </p:spTree>
    <p:extLst>
      <p:ext uri="{BB962C8B-B14F-4D97-AF65-F5344CB8AC3E}">
        <p14:creationId xmlns:p14="http://schemas.microsoft.com/office/powerpoint/2010/main" val="508955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17</a:t>
            </a:fld>
            <a:endParaRPr lang="en-US"/>
          </a:p>
        </p:txBody>
      </p:sp>
    </p:spTree>
    <p:extLst>
      <p:ext uri="{BB962C8B-B14F-4D97-AF65-F5344CB8AC3E}">
        <p14:creationId xmlns:p14="http://schemas.microsoft.com/office/powerpoint/2010/main" val="226612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18</a:t>
            </a:fld>
            <a:endParaRPr lang="en-US"/>
          </a:p>
        </p:txBody>
      </p:sp>
    </p:spTree>
    <p:extLst>
      <p:ext uri="{BB962C8B-B14F-4D97-AF65-F5344CB8AC3E}">
        <p14:creationId xmlns:p14="http://schemas.microsoft.com/office/powerpoint/2010/main" val="3157453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19</a:t>
            </a:fld>
            <a:endParaRPr lang="en-US"/>
          </a:p>
        </p:txBody>
      </p:sp>
    </p:spTree>
    <p:extLst>
      <p:ext uri="{BB962C8B-B14F-4D97-AF65-F5344CB8AC3E}">
        <p14:creationId xmlns:p14="http://schemas.microsoft.com/office/powerpoint/2010/main" val="1770402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20</a:t>
            </a:fld>
            <a:endParaRPr lang="en-US"/>
          </a:p>
        </p:txBody>
      </p:sp>
    </p:spTree>
    <p:extLst>
      <p:ext uri="{BB962C8B-B14F-4D97-AF65-F5344CB8AC3E}">
        <p14:creationId xmlns:p14="http://schemas.microsoft.com/office/powerpoint/2010/main" val="772658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74190A6-624B-4C55-8338-E2A6070649FD}" type="slidenum">
              <a:rPr lang="en-US" smtClean="0"/>
              <a:pPr>
                <a:defRPr/>
              </a:pPr>
              <a:t>21</a:t>
            </a:fld>
            <a:endParaRPr lang="en-US"/>
          </a:p>
        </p:txBody>
      </p:sp>
    </p:spTree>
    <p:extLst>
      <p:ext uri="{BB962C8B-B14F-4D97-AF65-F5344CB8AC3E}">
        <p14:creationId xmlns:p14="http://schemas.microsoft.com/office/powerpoint/2010/main" val="454958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D9910-5115-FDAE-CAFD-E38AA29CD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790B6-19E7-7BE3-A8BB-E0423D0145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E3282-3CF1-F6BB-380D-C01C1C3C3E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15EEEF-AE45-1E29-50A6-63CC15867CFA}"/>
              </a:ext>
            </a:extLst>
          </p:cNvPr>
          <p:cNvSpPr>
            <a:spLocks noGrp="1"/>
          </p:cNvSpPr>
          <p:nvPr>
            <p:ph type="sldNum" sz="quarter" idx="5"/>
          </p:nvPr>
        </p:nvSpPr>
        <p:spPr/>
        <p:txBody>
          <a:bodyPr/>
          <a:lstStyle/>
          <a:p>
            <a:pPr>
              <a:defRPr/>
            </a:pPr>
            <a:fld id="{E74190A6-624B-4C55-8338-E2A6070649FD}" type="slidenum">
              <a:rPr lang="en-US" smtClean="0"/>
              <a:pPr>
                <a:defRPr/>
              </a:pPr>
              <a:t>22</a:t>
            </a:fld>
            <a:endParaRPr lang="en-US"/>
          </a:p>
        </p:txBody>
      </p:sp>
    </p:spTree>
    <p:extLst>
      <p:ext uri="{BB962C8B-B14F-4D97-AF65-F5344CB8AC3E}">
        <p14:creationId xmlns:p14="http://schemas.microsoft.com/office/powerpoint/2010/main" val="29341082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74190A6-624B-4C55-8338-E2A6070649FD}" type="slidenum">
              <a:rPr lang="en-US" smtClean="0"/>
              <a:pPr>
                <a:defRPr/>
              </a:pPr>
              <a:t>23</a:t>
            </a:fld>
            <a:endParaRPr lang="en-US"/>
          </a:p>
        </p:txBody>
      </p:sp>
    </p:spTree>
    <p:extLst>
      <p:ext uri="{BB962C8B-B14F-4D97-AF65-F5344CB8AC3E}">
        <p14:creationId xmlns:p14="http://schemas.microsoft.com/office/powerpoint/2010/main" val="815773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en-US"/>
              <a:t>Click to edit Master title style</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6A55163-CC8E-46DB-A14F-7F34640F6D88}" type="slidenum">
              <a:rPr lang="en-US"/>
              <a:pPr>
                <a:defRPr/>
              </a:pPr>
              <a:t>‹#›</a:t>
            </a:fld>
            <a:endParaRPr lang="en-US"/>
          </a:p>
        </p:txBody>
      </p:sp>
    </p:spTree>
    <p:extLst>
      <p:ext uri="{BB962C8B-B14F-4D97-AF65-F5344CB8AC3E}">
        <p14:creationId xmlns:p14="http://schemas.microsoft.com/office/powerpoint/2010/main" val="13351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A6038FC-FE74-4C77-890E-DAEAF829D3CA}" type="slidenum">
              <a:rPr lang="en-US"/>
              <a:pPr>
                <a:defRPr/>
              </a:pPr>
              <a:t>‹#›</a:t>
            </a:fld>
            <a:endParaRPr lang="en-US"/>
          </a:p>
        </p:txBody>
      </p:sp>
    </p:spTree>
    <p:extLst>
      <p:ext uri="{BB962C8B-B14F-4D97-AF65-F5344CB8AC3E}">
        <p14:creationId xmlns:p14="http://schemas.microsoft.com/office/powerpoint/2010/main" val="2304186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FB7D03D-F897-437E-A757-B66BA1C0C73D}" type="slidenum">
              <a:rPr lang="en-US"/>
              <a:pPr>
                <a:defRPr/>
              </a:pPr>
              <a:t>‹#›</a:t>
            </a:fld>
            <a:endParaRPr lang="en-US"/>
          </a:p>
        </p:txBody>
      </p:sp>
    </p:spTree>
    <p:extLst>
      <p:ext uri="{BB962C8B-B14F-4D97-AF65-F5344CB8AC3E}">
        <p14:creationId xmlns:p14="http://schemas.microsoft.com/office/powerpoint/2010/main" val="4166621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9DC9728-1648-4341-88B7-0A06648C090D}" type="slidenum">
              <a:rPr lang="en-US"/>
              <a:pPr>
                <a:defRPr/>
              </a:pPr>
              <a:t>‹#›</a:t>
            </a:fld>
            <a:endParaRPr lang="en-US"/>
          </a:p>
        </p:txBody>
      </p:sp>
    </p:spTree>
    <p:extLst>
      <p:ext uri="{BB962C8B-B14F-4D97-AF65-F5344CB8AC3E}">
        <p14:creationId xmlns:p14="http://schemas.microsoft.com/office/powerpoint/2010/main" val="4010555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017C720-4DFC-4DFD-BE6E-C703904E09C9}" type="slidenum">
              <a:rPr lang="en-US"/>
              <a:pPr>
                <a:defRPr/>
              </a:pPr>
              <a:t>‹#›</a:t>
            </a:fld>
            <a:endParaRPr lang="en-US"/>
          </a:p>
        </p:txBody>
      </p:sp>
    </p:spTree>
    <p:extLst>
      <p:ext uri="{BB962C8B-B14F-4D97-AF65-F5344CB8AC3E}">
        <p14:creationId xmlns:p14="http://schemas.microsoft.com/office/powerpoint/2010/main" val="3609400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3DF976C-0A06-478B-A8E7-E4E85DB20803}" type="slidenum">
              <a:rPr lang="en-US"/>
              <a:pPr>
                <a:defRPr/>
              </a:pPr>
              <a:t>‹#›</a:t>
            </a:fld>
            <a:endParaRPr lang="en-US"/>
          </a:p>
        </p:txBody>
      </p:sp>
    </p:spTree>
    <p:extLst>
      <p:ext uri="{BB962C8B-B14F-4D97-AF65-F5344CB8AC3E}">
        <p14:creationId xmlns:p14="http://schemas.microsoft.com/office/powerpoint/2010/main" val="3606702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6F4B2E8-BE80-43D3-A4AC-F4C231A0C778}" type="slidenum">
              <a:rPr lang="en-US"/>
              <a:pPr>
                <a:defRPr/>
              </a:pPr>
              <a:t>‹#›</a:t>
            </a:fld>
            <a:endParaRPr lang="en-US"/>
          </a:p>
        </p:txBody>
      </p:sp>
    </p:spTree>
    <p:extLst>
      <p:ext uri="{BB962C8B-B14F-4D97-AF65-F5344CB8AC3E}">
        <p14:creationId xmlns:p14="http://schemas.microsoft.com/office/powerpoint/2010/main" val="1127482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3AF56FA-4462-44C9-88AF-CA1FC1373955}" type="slidenum">
              <a:rPr lang="en-US"/>
              <a:pPr>
                <a:defRPr/>
              </a:pPr>
              <a:t>‹#›</a:t>
            </a:fld>
            <a:endParaRPr lang="en-US"/>
          </a:p>
        </p:txBody>
      </p:sp>
    </p:spTree>
    <p:extLst>
      <p:ext uri="{BB962C8B-B14F-4D97-AF65-F5344CB8AC3E}">
        <p14:creationId xmlns:p14="http://schemas.microsoft.com/office/powerpoint/2010/main" val="760854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C454B35-D341-4850-9D0E-F7056832E707}" type="slidenum">
              <a:rPr lang="en-US"/>
              <a:pPr>
                <a:defRPr/>
              </a:pPr>
              <a:t>‹#›</a:t>
            </a:fld>
            <a:endParaRPr lang="en-US"/>
          </a:p>
        </p:txBody>
      </p:sp>
    </p:spTree>
    <p:extLst>
      <p:ext uri="{BB962C8B-B14F-4D97-AF65-F5344CB8AC3E}">
        <p14:creationId xmlns:p14="http://schemas.microsoft.com/office/powerpoint/2010/main" val="276296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32F408-9CDB-44A9-8904-9A1BAB9A2ADF}" type="slidenum">
              <a:rPr lang="en-US"/>
              <a:pPr>
                <a:defRPr/>
              </a:pPr>
              <a:t>‹#›</a:t>
            </a:fld>
            <a:endParaRPr lang="en-US"/>
          </a:p>
        </p:txBody>
      </p:sp>
    </p:spTree>
    <p:extLst>
      <p:ext uri="{BB962C8B-B14F-4D97-AF65-F5344CB8AC3E}">
        <p14:creationId xmlns:p14="http://schemas.microsoft.com/office/powerpoint/2010/main" val="359739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707F9F5-852F-49BC-8B99-569BC1BAB89D}" type="slidenum">
              <a:rPr lang="en-US"/>
              <a:pPr>
                <a:defRPr/>
              </a:pPr>
              <a:t>‹#›</a:t>
            </a:fld>
            <a:endParaRPr lang="en-US"/>
          </a:p>
        </p:txBody>
      </p:sp>
    </p:spTree>
    <p:extLst>
      <p:ext uri="{BB962C8B-B14F-4D97-AF65-F5344CB8AC3E}">
        <p14:creationId xmlns:p14="http://schemas.microsoft.com/office/powerpoint/2010/main" val="3821174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tx1"/>
            </a:gs>
            <a:gs pos="100000">
              <a:srgbClr val="4D4D4D"/>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C5BC87FA-695E-4AD0-B2D9-3420C9901E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accent1"/>
          </a:solidFill>
          <a:latin typeface="+mj-lt"/>
          <a:ea typeface="+mj-ea"/>
          <a:cs typeface="+mj-cs"/>
        </a:defRPr>
      </a:lvl1pPr>
      <a:lvl2pPr algn="ctr" rtl="0" eaLnBrk="0" fontAlgn="base" hangingPunct="0">
        <a:spcBef>
          <a:spcPct val="0"/>
        </a:spcBef>
        <a:spcAft>
          <a:spcPct val="0"/>
        </a:spcAft>
        <a:defRPr sz="4400">
          <a:solidFill>
            <a:schemeClr val="accent1"/>
          </a:solidFill>
          <a:latin typeface="Trebuchet MS" pitchFamily="34" charset="0"/>
        </a:defRPr>
      </a:lvl2pPr>
      <a:lvl3pPr algn="ctr" rtl="0" eaLnBrk="0" fontAlgn="base" hangingPunct="0">
        <a:spcBef>
          <a:spcPct val="0"/>
        </a:spcBef>
        <a:spcAft>
          <a:spcPct val="0"/>
        </a:spcAft>
        <a:defRPr sz="4400">
          <a:solidFill>
            <a:schemeClr val="accent1"/>
          </a:solidFill>
          <a:latin typeface="Trebuchet MS" pitchFamily="34" charset="0"/>
        </a:defRPr>
      </a:lvl3pPr>
      <a:lvl4pPr algn="ctr" rtl="0" eaLnBrk="0" fontAlgn="base" hangingPunct="0">
        <a:spcBef>
          <a:spcPct val="0"/>
        </a:spcBef>
        <a:spcAft>
          <a:spcPct val="0"/>
        </a:spcAft>
        <a:defRPr sz="4400">
          <a:solidFill>
            <a:schemeClr val="accent1"/>
          </a:solidFill>
          <a:latin typeface="Trebuchet MS" pitchFamily="34" charset="0"/>
        </a:defRPr>
      </a:lvl4pPr>
      <a:lvl5pPr algn="ctr" rtl="0" eaLnBrk="0" fontAlgn="base" hangingPunct="0">
        <a:spcBef>
          <a:spcPct val="0"/>
        </a:spcBef>
        <a:spcAft>
          <a:spcPct val="0"/>
        </a:spcAft>
        <a:defRPr sz="4400">
          <a:solidFill>
            <a:schemeClr val="accent1"/>
          </a:solidFill>
          <a:latin typeface="Trebuchet MS" pitchFamily="34" charset="0"/>
        </a:defRPr>
      </a:lvl5pPr>
      <a:lvl6pPr marL="457200" algn="ctr" rtl="0" fontAlgn="base">
        <a:spcBef>
          <a:spcPct val="0"/>
        </a:spcBef>
        <a:spcAft>
          <a:spcPct val="0"/>
        </a:spcAft>
        <a:defRPr sz="4400">
          <a:solidFill>
            <a:schemeClr val="accent1"/>
          </a:solidFill>
          <a:latin typeface="Trebuchet MS" pitchFamily="34" charset="0"/>
        </a:defRPr>
      </a:lvl6pPr>
      <a:lvl7pPr marL="914400" algn="ctr" rtl="0" fontAlgn="base">
        <a:spcBef>
          <a:spcPct val="0"/>
        </a:spcBef>
        <a:spcAft>
          <a:spcPct val="0"/>
        </a:spcAft>
        <a:defRPr sz="4400">
          <a:solidFill>
            <a:schemeClr val="accent1"/>
          </a:solidFill>
          <a:latin typeface="Trebuchet MS" pitchFamily="34" charset="0"/>
        </a:defRPr>
      </a:lvl7pPr>
      <a:lvl8pPr marL="1371600" algn="ctr" rtl="0" fontAlgn="base">
        <a:spcBef>
          <a:spcPct val="0"/>
        </a:spcBef>
        <a:spcAft>
          <a:spcPct val="0"/>
        </a:spcAft>
        <a:defRPr sz="4400">
          <a:solidFill>
            <a:schemeClr val="accent1"/>
          </a:solidFill>
          <a:latin typeface="Trebuchet MS" pitchFamily="34" charset="0"/>
        </a:defRPr>
      </a:lvl8pPr>
      <a:lvl9pPr marL="1828800" algn="ctr" rtl="0" fontAlgn="base">
        <a:spcBef>
          <a:spcPct val="0"/>
        </a:spcBef>
        <a:spcAft>
          <a:spcPct val="0"/>
        </a:spcAft>
        <a:defRPr sz="4400">
          <a:solidFill>
            <a:schemeClr val="accent1"/>
          </a:solidFill>
          <a:latin typeface="Trebuchet MS" pitchFamily="34" charset="0"/>
        </a:defRPr>
      </a:lvl9pPr>
    </p:titleStyle>
    <p:body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accent1"/>
          </a:solidFill>
          <a:latin typeface="+mn-lt"/>
        </a:defRPr>
      </a:lvl2pPr>
      <a:lvl3pPr marL="1143000" indent="-228600" algn="l" rtl="0" eaLnBrk="0" fontAlgn="base" hangingPunct="0">
        <a:spcBef>
          <a:spcPct val="20000"/>
        </a:spcBef>
        <a:spcAft>
          <a:spcPct val="0"/>
        </a:spcAft>
        <a:buChar char="•"/>
        <a:defRPr sz="2400">
          <a:solidFill>
            <a:srgbClr val="E0FF89"/>
          </a:solidFill>
          <a:latin typeface="+mn-lt"/>
        </a:defRPr>
      </a:lvl3pPr>
      <a:lvl4pPr marL="1600200" indent="-228600" algn="l" rtl="0" eaLnBrk="0" fontAlgn="base" hangingPunct="0">
        <a:spcBef>
          <a:spcPct val="20000"/>
        </a:spcBef>
        <a:spcAft>
          <a:spcPct val="0"/>
        </a:spcAft>
        <a:buChar char="–"/>
        <a:defRPr sz="2000">
          <a:solidFill>
            <a:schemeClr val="bg1"/>
          </a:solidFill>
          <a:latin typeface="+mn-lt"/>
        </a:defRPr>
      </a:lvl4pPr>
      <a:lvl5pPr marL="2057400" indent="-228600" algn="l" rtl="0" eaLnBrk="0" fontAlgn="base" hangingPunct="0">
        <a:spcBef>
          <a:spcPct val="20000"/>
        </a:spcBef>
        <a:spcAft>
          <a:spcPct val="0"/>
        </a:spcAft>
        <a:buChar char="»"/>
        <a:defRPr sz="2000">
          <a:solidFill>
            <a:schemeClr val="accent1"/>
          </a:solidFill>
          <a:latin typeface="+mn-lt"/>
        </a:defRPr>
      </a:lvl5pPr>
      <a:lvl6pPr marL="2514600" indent="-228600" algn="l" rtl="0" fontAlgn="base">
        <a:spcBef>
          <a:spcPct val="20000"/>
        </a:spcBef>
        <a:spcAft>
          <a:spcPct val="0"/>
        </a:spcAft>
        <a:buChar char="»"/>
        <a:defRPr sz="2000">
          <a:solidFill>
            <a:schemeClr val="accent1"/>
          </a:solidFill>
          <a:latin typeface="+mn-lt"/>
        </a:defRPr>
      </a:lvl6pPr>
      <a:lvl7pPr marL="2971800" indent="-228600" algn="l" rtl="0" fontAlgn="base">
        <a:spcBef>
          <a:spcPct val="20000"/>
        </a:spcBef>
        <a:spcAft>
          <a:spcPct val="0"/>
        </a:spcAft>
        <a:buChar char="»"/>
        <a:defRPr sz="2000">
          <a:solidFill>
            <a:schemeClr val="accent1"/>
          </a:solidFill>
          <a:latin typeface="+mn-lt"/>
        </a:defRPr>
      </a:lvl7pPr>
      <a:lvl8pPr marL="3429000" indent="-228600" algn="l" rtl="0" fontAlgn="base">
        <a:spcBef>
          <a:spcPct val="20000"/>
        </a:spcBef>
        <a:spcAft>
          <a:spcPct val="0"/>
        </a:spcAft>
        <a:buChar char="»"/>
        <a:defRPr sz="2000">
          <a:solidFill>
            <a:schemeClr val="accent1"/>
          </a:solidFill>
          <a:latin typeface="+mn-lt"/>
        </a:defRPr>
      </a:lvl8pPr>
      <a:lvl9pPr marL="3886200" indent="-228600" algn="l" rtl="0" fontAlgn="base">
        <a:spcBef>
          <a:spcPct val="20000"/>
        </a:spcBef>
        <a:spcAft>
          <a:spcPct val="0"/>
        </a:spcAft>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myqrcod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074" name="Text Box 4"/>
          <p:cNvSpPr txBox="1">
            <a:spLocks noChangeArrowheads="1"/>
          </p:cNvSpPr>
          <p:nvPr/>
        </p:nvSpPr>
        <p:spPr bwMode="auto">
          <a:xfrm>
            <a:off x="723900" y="1751013"/>
            <a:ext cx="7696200" cy="3662362"/>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algn="ctr" eaLnBrk="1" hangingPunct="1">
              <a:spcBef>
                <a:spcPct val="0"/>
              </a:spcBef>
              <a:buFontTx/>
              <a:buNone/>
            </a:pPr>
            <a:r>
              <a:rPr lang="en-US" altLang="en-US" sz="4000" b="1" dirty="0">
                <a:solidFill>
                  <a:srgbClr val="9BC557"/>
                </a:solidFill>
                <a:latin typeface="Century Gothic" panose="020B0502020202020204" pitchFamily="34" charset="0"/>
              </a:rPr>
              <a:t>Creating </a:t>
            </a:r>
            <a:r>
              <a:rPr lang="en-US" altLang="en-US" sz="4000" dirty="0">
                <a:solidFill>
                  <a:schemeClr val="accent5">
                    <a:lumMod val="75000"/>
                  </a:schemeClr>
                </a:solidFill>
                <a:latin typeface="Century Gothic" panose="020B0502020202020204" pitchFamily="34" charset="0"/>
              </a:rPr>
              <a:t>(Pretty) </a:t>
            </a:r>
            <a:r>
              <a:rPr lang="en-US" altLang="en-US" sz="4000" b="1" dirty="0">
                <a:solidFill>
                  <a:srgbClr val="9BC557"/>
                </a:solidFill>
                <a:latin typeface="Century Gothic" panose="020B0502020202020204" pitchFamily="34" charset="0"/>
              </a:rPr>
              <a:t>Science Posters Using PowerPoint</a:t>
            </a:r>
            <a:br>
              <a:rPr lang="en-US" altLang="en-US" sz="4000" b="1" dirty="0">
                <a:solidFill>
                  <a:schemeClr val="accent1"/>
                </a:solidFill>
                <a:latin typeface="Century Gothic" panose="020B0502020202020204" pitchFamily="34" charset="0"/>
              </a:rPr>
            </a:br>
            <a:br>
              <a:rPr lang="en-US" altLang="en-US" sz="4000" b="1" dirty="0">
                <a:latin typeface="Century Gothic" panose="020B0502020202020204" pitchFamily="34" charset="0"/>
              </a:rPr>
            </a:br>
            <a:br>
              <a:rPr lang="en-US" altLang="en-US" sz="4000" b="1" dirty="0">
                <a:latin typeface="Century Gothic" panose="020B0502020202020204" pitchFamily="34" charset="0"/>
              </a:rPr>
            </a:br>
            <a:r>
              <a:rPr lang="en-US" altLang="en-US" sz="1800" dirty="0" err="1">
                <a:latin typeface="Century Gothic" panose="020B0502020202020204" pitchFamily="34" charset="0"/>
              </a:rPr>
              <a:t>melissa</a:t>
            </a:r>
            <a:r>
              <a:rPr lang="en-US" altLang="en-US" sz="1800" dirty="0">
                <a:latin typeface="Century Gothic" panose="020B0502020202020204" pitchFamily="34" charset="0"/>
              </a:rPr>
              <a:t> </a:t>
            </a:r>
            <a:r>
              <a:rPr lang="en-US" altLang="en-US" sz="1800" dirty="0" err="1">
                <a:latin typeface="Century Gothic" panose="020B0502020202020204" pitchFamily="34" charset="0"/>
              </a:rPr>
              <a:t>d.</a:t>
            </a:r>
            <a:r>
              <a:rPr lang="en-US" altLang="en-US" sz="1800" dirty="0">
                <a:latin typeface="Century Gothic" panose="020B0502020202020204" pitchFamily="34" charset="0"/>
              </a:rPr>
              <a:t> smith</a:t>
            </a:r>
            <a:br>
              <a:rPr lang="en-US" altLang="en-US" sz="1800" dirty="0">
                <a:latin typeface="Century Gothic" panose="020B0502020202020204" pitchFamily="34" charset="0"/>
              </a:rPr>
            </a:br>
            <a:br>
              <a:rPr lang="en-US" altLang="en-US" sz="1800" dirty="0">
                <a:latin typeface="Century Gothic" panose="020B0502020202020204" pitchFamily="34" charset="0"/>
              </a:rPr>
            </a:br>
            <a:br>
              <a:rPr lang="en-US" altLang="en-US" sz="1800" dirty="0">
                <a:latin typeface="Century Gothic" panose="020B0502020202020204" pitchFamily="34" charset="0"/>
              </a:rPr>
            </a:br>
            <a:endParaRPr lang="en-US" altLang="en-US" sz="1800" dirty="0">
              <a:latin typeface="Century Gothic" panose="020B0502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A Scientific Poster is…</a:t>
            </a:r>
          </a:p>
        </p:txBody>
      </p:sp>
      <p:sp>
        <p:nvSpPr>
          <p:cNvPr id="8195" name="Content Placeholder 2"/>
          <p:cNvSpPr>
            <a:spLocks noGrp="1"/>
          </p:cNvSpPr>
          <p:nvPr>
            <p:ph idx="1"/>
          </p:nvPr>
        </p:nvSpPr>
        <p:spPr>
          <a:xfrm>
            <a:off x="796178" y="2071688"/>
            <a:ext cx="7586662" cy="3994150"/>
          </a:xfrm>
        </p:spPr>
        <p:txBody>
          <a:bodyPr wrap="square">
            <a:spAutoFit/>
          </a:bodyPr>
          <a:lstStyle/>
          <a:p>
            <a:r>
              <a:rPr lang="en-US" altLang="en-US" sz="2800" dirty="0">
                <a:latin typeface="Century Gothic" panose="020B0502020202020204" pitchFamily="34" charset="0"/>
              </a:rPr>
              <a:t>An advertisement of all your hard work</a:t>
            </a:r>
          </a:p>
          <a:p>
            <a:r>
              <a:rPr lang="en-US" altLang="en-US" sz="2800" dirty="0">
                <a:latin typeface="Century Gothic" panose="020B0502020202020204" pitchFamily="34" charset="0"/>
              </a:rPr>
              <a:t>An illustrated “story”</a:t>
            </a:r>
          </a:p>
          <a:p>
            <a:r>
              <a:rPr lang="en-US" altLang="en-US" sz="2800" dirty="0">
                <a:latin typeface="Century Gothic" panose="020B0502020202020204" pitchFamily="34" charset="0"/>
              </a:rPr>
              <a:t>Different/better than a talk!</a:t>
            </a:r>
          </a:p>
          <a:p>
            <a:pPr lvl="1"/>
            <a:r>
              <a:rPr lang="en-US" altLang="en-US" sz="2400" dirty="0">
                <a:solidFill>
                  <a:schemeClr val="accent5">
                    <a:lumMod val="75000"/>
                  </a:schemeClr>
                </a:solidFill>
                <a:latin typeface="Century Gothic" panose="020B0502020202020204" pitchFamily="34" charset="0"/>
              </a:rPr>
              <a:t>Not everyone is great at giving talks (ahem)</a:t>
            </a:r>
          </a:p>
          <a:p>
            <a:pPr lvl="1"/>
            <a:r>
              <a:rPr lang="en-US" altLang="en-US" sz="2400" dirty="0">
                <a:solidFill>
                  <a:schemeClr val="accent5">
                    <a:lumMod val="75000"/>
                  </a:schemeClr>
                </a:solidFill>
                <a:latin typeface="Century Gothic" panose="020B0502020202020204" pitchFamily="34" charset="0"/>
              </a:rPr>
              <a:t>Interactive</a:t>
            </a:r>
          </a:p>
          <a:p>
            <a:pPr lvl="1"/>
            <a:r>
              <a:rPr lang="en-US" altLang="en-US" sz="2400" dirty="0">
                <a:solidFill>
                  <a:schemeClr val="accent5">
                    <a:lumMod val="75000"/>
                  </a:schemeClr>
                </a:solidFill>
                <a:latin typeface="Century Gothic" panose="020B0502020202020204" pitchFamily="34" charset="0"/>
              </a:rPr>
              <a:t>Larger audience even potentially when you’re not around (read: hanging in the halls for the next ten+ years) </a:t>
            </a:r>
            <a:br>
              <a:rPr lang="en-US" altLang="en-US" sz="2400" dirty="0">
                <a:latin typeface="Century Gothic" panose="020B0502020202020204" pitchFamily="34" charset="0"/>
              </a:rPr>
            </a:br>
            <a:endParaRPr lang="en-US" altLang="en-US" sz="2400" dirty="0">
              <a:latin typeface="Century Gothic" panose="020B0502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218" name="Title 1"/>
          <p:cNvSpPr>
            <a:spLocks noGrp="1"/>
          </p:cNvSpPr>
          <p:nvPr>
            <p:ph type="title"/>
          </p:nvPr>
        </p:nvSpPr>
        <p:spPr>
          <a:xfrm>
            <a:off x="0" y="301511"/>
            <a:ext cx="9144001" cy="1143000"/>
          </a:xfrm>
        </p:spPr>
        <p:txBody>
          <a:bodyPr/>
          <a:lstStyle/>
          <a:p>
            <a:r>
              <a:rPr lang="en-US" altLang="en-US" b="1" dirty="0">
                <a:solidFill>
                  <a:srgbClr val="9BC557"/>
                </a:solidFill>
                <a:latin typeface="Century Gothic" panose="020B0502020202020204" pitchFamily="34" charset="0"/>
              </a:rPr>
              <a:t>A Scientific Poster should be:</a:t>
            </a:r>
          </a:p>
        </p:txBody>
      </p:sp>
      <p:sp>
        <p:nvSpPr>
          <p:cNvPr id="9219" name="Content Placeholder 2"/>
          <p:cNvSpPr>
            <a:spLocks noGrp="1"/>
          </p:cNvSpPr>
          <p:nvPr>
            <p:ph idx="1"/>
          </p:nvPr>
        </p:nvSpPr>
        <p:spPr>
          <a:xfrm>
            <a:off x="1143000" y="2286000"/>
            <a:ext cx="7315200" cy="2185214"/>
          </a:xfrm>
        </p:spPr>
        <p:txBody>
          <a:bodyPr wrap="square">
            <a:spAutoFit/>
          </a:bodyPr>
          <a:lstStyle/>
          <a:p>
            <a:r>
              <a:rPr lang="en-US" altLang="en-US" sz="4000" dirty="0">
                <a:latin typeface="Century Gothic" panose="020B0502020202020204" pitchFamily="34" charset="0"/>
              </a:rPr>
              <a:t>Readable </a:t>
            </a:r>
            <a:r>
              <a:rPr lang="en-US" altLang="en-US" dirty="0">
                <a:solidFill>
                  <a:schemeClr val="accent5">
                    <a:lumMod val="75000"/>
                  </a:schemeClr>
                </a:solidFill>
                <a:latin typeface="Century Gothic" panose="020B0502020202020204" pitchFamily="34" charset="0"/>
              </a:rPr>
              <a:t>(from 3-6 feet away)</a:t>
            </a:r>
            <a:endParaRPr lang="en-US" altLang="en-US" sz="4000" dirty="0">
              <a:solidFill>
                <a:schemeClr val="accent5">
                  <a:lumMod val="75000"/>
                </a:schemeClr>
              </a:solidFill>
              <a:latin typeface="Century Gothic" panose="020B0502020202020204" pitchFamily="34" charset="0"/>
            </a:endParaRPr>
          </a:p>
          <a:p>
            <a:r>
              <a:rPr lang="en-US" altLang="en-US" sz="4000" dirty="0">
                <a:latin typeface="Century Gothic" panose="020B0502020202020204" pitchFamily="34" charset="0"/>
              </a:rPr>
              <a:t>Easy to follow</a:t>
            </a:r>
          </a:p>
          <a:p>
            <a:r>
              <a:rPr lang="en-US" altLang="en-US" sz="4000" dirty="0">
                <a:latin typeface="Century Gothic" panose="020B0502020202020204" pitchFamily="34" charset="0"/>
              </a:rPr>
              <a:t>Engaging</a:t>
            </a:r>
            <a:endParaRPr lang="en-US" altLang="en-US" sz="2400" dirty="0">
              <a:latin typeface="Century Gothic" panose="020B05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The Basics</a:t>
            </a:r>
          </a:p>
        </p:txBody>
      </p:sp>
      <p:sp>
        <p:nvSpPr>
          <p:cNvPr id="10243" name="Content Placeholder 2"/>
          <p:cNvSpPr>
            <a:spLocks noGrp="1"/>
          </p:cNvSpPr>
          <p:nvPr>
            <p:ph idx="1"/>
          </p:nvPr>
        </p:nvSpPr>
        <p:spPr>
          <a:xfrm>
            <a:off x="1028700" y="1439863"/>
            <a:ext cx="7086600" cy="4525962"/>
          </a:xfrm>
        </p:spPr>
        <p:txBody>
          <a:bodyPr/>
          <a:lstStyle/>
          <a:p>
            <a:pPr>
              <a:buFont typeface="Arial" panose="020B0604020202020204" pitchFamily="34" charset="0"/>
              <a:buChar char="•"/>
            </a:pPr>
            <a:r>
              <a:rPr lang="en-US" altLang="en-US" dirty="0">
                <a:latin typeface="Century Gothic" panose="020B0502020202020204" pitchFamily="34" charset="0"/>
              </a:rPr>
              <a:t>Portrait or landscape?</a:t>
            </a:r>
          </a:p>
          <a:p>
            <a:pPr lvl="1">
              <a:buFont typeface="Arial" panose="020B0604020202020204" pitchFamily="34" charset="0"/>
              <a:buChar char="•"/>
            </a:pPr>
            <a:r>
              <a:rPr lang="en-US" altLang="en-US" dirty="0">
                <a:solidFill>
                  <a:schemeClr val="accent5">
                    <a:lumMod val="75000"/>
                  </a:schemeClr>
                </a:solidFill>
                <a:latin typeface="Century Gothic" panose="020B0502020202020204" pitchFamily="34" charset="0"/>
              </a:rPr>
              <a:t>Landscape is best in most cases</a:t>
            </a:r>
            <a:br>
              <a:rPr lang="en-US" altLang="en-US" dirty="0">
                <a:latin typeface="Century Gothic" panose="020B0502020202020204" pitchFamily="34" charset="0"/>
              </a:rPr>
            </a:br>
            <a:endParaRPr lang="en-US" altLang="en-US" dirty="0">
              <a:latin typeface="Century Gothic" panose="020B0502020202020204" pitchFamily="34" charset="0"/>
            </a:endParaRPr>
          </a:p>
          <a:p>
            <a:pPr>
              <a:buFont typeface="Arial" panose="020B0604020202020204" pitchFamily="34" charset="0"/>
              <a:buChar char="•"/>
            </a:pPr>
            <a:r>
              <a:rPr lang="en-US" altLang="en-US" dirty="0">
                <a:latin typeface="Century Gothic" panose="020B0502020202020204" pitchFamily="34" charset="0"/>
              </a:rPr>
              <a:t>Dimensions</a:t>
            </a:r>
          </a:p>
          <a:p>
            <a:pPr lvl="1">
              <a:buFont typeface="Arial" panose="020B0604020202020204" pitchFamily="34" charset="0"/>
              <a:buChar char="•"/>
            </a:pPr>
            <a:r>
              <a:rPr lang="en-US" altLang="en-US" dirty="0">
                <a:solidFill>
                  <a:schemeClr val="accent5">
                    <a:lumMod val="75000"/>
                  </a:schemeClr>
                </a:solidFill>
                <a:latin typeface="Century Gothic" panose="020B0502020202020204" pitchFamily="34" charset="0"/>
              </a:rPr>
              <a:t>Larger poster isn’t always better</a:t>
            </a:r>
            <a:br>
              <a:rPr lang="en-US" altLang="en-US" dirty="0">
                <a:latin typeface="Century Gothic" panose="020B0502020202020204" pitchFamily="34" charset="0"/>
              </a:rPr>
            </a:br>
            <a:endParaRPr lang="en-US" altLang="en-US" dirty="0">
              <a:latin typeface="Century Gothic" panose="020B0502020202020204" pitchFamily="34" charset="0"/>
            </a:endParaRPr>
          </a:p>
          <a:p>
            <a:pPr>
              <a:buFont typeface="Arial" panose="020B0604020202020204" pitchFamily="34" charset="0"/>
              <a:buChar char="•"/>
            </a:pPr>
            <a:r>
              <a:rPr lang="en-US" altLang="en-US" dirty="0">
                <a:latin typeface="Century Gothic" panose="020B0502020202020204" pitchFamily="34" charset="0"/>
              </a:rPr>
              <a:t>Check specs </a:t>
            </a:r>
            <a:r>
              <a:rPr lang="en-US" altLang="en-US" b="1" dirty="0">
                <a:solidFill>
                  <a:srgbClr val="9BC557"/>
                </a:solidFill>
                <a:latin typeface="Century Gothic" panose="020B0502020202020204" pitchFamily="34" charset="0"/>
              </a:rPr>
              <a:t>before</a:t>
            </a:r>
            <a:r>
              <a:rPr lang="en-US" altLang="en-US" dirty="0">
                <a:latin typeface="Century Gothic" panose="020B0502020202020204" pitchFamily="34" charset="0"/>
              </a:rPr>
              <a:t> you begin!</a:t>
            </a:r>
          </a:p>
          <a:p>
            <a:pPr lvl="1">
              <a:buFontTx/>
              <a:buChar char="-"/>
            </a:pPr>
            <a:endParaRPr lang="en-US" altLang="en-US" dirty="0">
              <a:latin typeface="Century Gothic" panose="020B0502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b="1" dirty="0">
                <a:solidFill>
                  <a:srgbClr val="9BC557"/>
                </a:solidFill>
                <a:latin typeface="Century Gothic" panose="020B0502020202020204" pitchFamily="34" charset="0"/>
              </a:rPr>
              <a:t>Standard Dimensions</a:t>
            </a:r>
          </a:p>
        </p:txBody>
      </p:sp>
      <p:sp>
        <p:nvSpPr>
          <p:cNvPr id="11267" name="Rectangle 4"/>
          <p:cNvSpPr>
            <a:spLocks noChangeArrowheads="1"/>
          </p:cNvSpPr>
          <p:nvPr/>
        </p:nvSpPr>
        <p:spPr bwMode="auto">
          <a:xfrm>
            <a:off x="685800" y="1676400"/>
            <a:ext cx="7772400" cy="4572000"/>
          </a:xfrm>
          <a:prstGeom prst="rect">
            <a:avLst/>
          </a:prstGeom>
          <a:solidFill>
            <a:schemeClr val="accent5">
              <a:lumMod val="75000"/>
            </a:schemeClr>
          </a:solidFill>
          <a:ln w="9525">
            <a:solidFill>
              <a:schemeClr val="tx1"/>
            </a:solidFill>
            <a:miter lim="800000"/>
            <a:headEnd/>
            <a:tailEnd/>
          </a:ln>
        </p:spPr>
        <p:txBody>
          <a:bodyPr wrap="none" anchor="ct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11268" name="Text Box 7"/>
          <p:cNvSpPr txBox="1">
            <a:spLocks noChangeArrowheads="1"/>
          </p:cNvSpPr>
          <p:nvPr/>
        </p:nvSpPr>
        <p:spPr bwMode="auto">
          <a:xfrm>
            <a:off x="762000" y="3352800"/>
            <a:ext cx="1104900" cy="579438"/>
          </a:xfrm>
          <a:prstGeom prst="rect">
            <a:avLst/>
          </a:prstGeom>
          <a:solidFill>
            <a:schemeClr val="accent5">
              <a:lumMod val="75000"/>
            </a:schemeClr>
          </a:solidFill>
          <a:ln>
            <a:noFill/>
          </a:ln>
        </p:spPr>
        <p:txBody>
          <a:bodyP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algn="ctr" eaLnBrk="1" hangingPunct="1">
              <a:spcBef>
                <a:spcPct val="50000"/>
              </a:spcBef>
              <a:buFontTx/>
              <a:buNone/>
            </a:pPr>
            <a:r>
              <a:rPr lang="en-US" altLang="en-US" dirty="0">
                <a:solidFill>
                  <a:schemeClr val="tx1"/>
                </a:solidFill>
              </a:rPr>
              <a:t>36”</a:t>
            </a:r>
          </a:p>
        </p:txBody>
      </p:sp>
      <p:sp>
        <p:nvSpPr>
          <p:cNvPr id="11269" name="Line 8"/>
          <p:cNvSpPr>
            <a:spLocks noChangeShapeType="1"/>
          </p:cNvSpPr>
          <p:nvPr/>
        </p:nvSpPr>
        <p:spPr bwMode="auto">
          <a:xfrm flipV="1">
            <a:off x="1219200" y="1828800"/>
            <a:ext cx="0" cy="1600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1270" name="Line 9"/>
          <p:cNvSpPr>
            <a:spLocks noChangeShapeType="1"/>
          </p:cNvSpPr>
          <p:nvPr/>
        </p:nvSpPr>
        <p:spPr bwMode="auto">
          <a:xfrm>
            <a:off x="1219200" y="3962400"/>
            <a:ext cx="0" cy="2133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1271" name="Line 10"/>
          <p:cNvSpPr>
            <a:spLocks noChangeShapeType="1"/>
          </p:cNvSpPr>
          <p:nvPr/>
        </p:nvSpPr>
        <p:spPr bwMode="auto">
          <a:xfrm>
            <a:off x="838200" y="2057400"/>
            <a:ext cx="7315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1272" name="Text Box 6"/>
          <p:cNvSpPr txBox="1">
            <a:spLocks noChangeArrowheads="1"/>
          </p:cNvSpPr>
          <p:nvPr/>
        </p:nvSpPr>
        <p:spPr bwMode="auto">
          <a:xfrm>
            <a:off x="4113213" y="1752600"/>
            <a:ext cx="914400" cy="579438"/>
          </a:xfrm>
          <a:prstGeom prst="rect">
            <a:avLst/>
          </a:prstGeom>
          <a:solidFill>
            <a:schemeClr val="accent5">
              <a:lumMod val="75000"/>
            </a:schemeClr>
          </a:solidFill>
          <a:ln>
            <a:noFill/>
          </a:ln>
        </p:spPr>
        <p:txBody>
          <a:bodyP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algn="ctr" eaLnBrk="1" hangingPunct="1">
              <a:spcBef>
                <a:spcPct val="50000"/>
              </a:spcBef>
              <a:buFontTx/>
              <a:buNone/>
            </a:pPr>
            <a:r>
              <a:rPr lang="en-US" altLang="en-US">
                <a:solidFill>
                  <a:schemeClr val="tx1"/>
                </a:solidFill>
              </a:rPr>
              <a:t>48”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685800" y="1671638"/>
            <a:ext cx="7772400" cy="4572000"/>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13315" name="Rectangle 9"/>
          <p:cNvSpPr>
            <a:spLocks noChangeArrowheads="1"/>
          </p:cNvSpPr>
          <p:nvPr/>
        </p:nvSpPr>
        <p:spPr bwMode="auto">
          <a:xfrm>
            <a:off x="876300" y="1828800"/>
            <a:ext cx="7391400" cy="4271963"/>
          </a:xfrm>
          <a:prstGeom prst="rect">
            <a:avLst/>
          </a:prstGeom>
          <a:solidFill>
            <a:schemeClr val="accent5">
              <a:lumMod val="75000"/>
            </a:schemeClr>
          </a:solidFill>
          <a:ln w="9525">
            <a:solidFill>
              <a:schemeClr val="tx1"/>
            </a:solidFill>
            <a:miter lim="800000"/>
            <a:headEnd/>
            <a:tailEnd/>
          </a:ln>
        </p:spPr>
        <p:txBody>
          <a:bodyPr wrap="none" anchor="ct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13316" name="Rectangle 2"/>
          <p:cNvSpPr>
            <a:spLocks noGrp="1" noChangeArrowheads="1"/>
          </p:cNvSpPr>
          <p:nvPr>
            <p:ph type="title"/>
          </p:nvPr>
        </p:nvSpPr>
        <p:spPr/>
        <p:txBody>
          <a:bodyPr/>
          <a:lstStyle/>
          <a:p>
            <a:pPr eaLnBrk="1" hangingPunct="1"/>
            <a:r>
              <a:rPr lang="en-US" altLang="en-US" b="1" dirty="0">
                <a:solidFill>
                  <a:srgbClr val="9BC557"/>
                </a:solidFill>
                <a:latin typeface="Century Gothic" panose="020B0502020202020204" pitchFamily="34" charset="0"/>
              </a:rPr>
              <a:t>1” empty space on all sides**</a:t>
            </a:r>
          </a:p>
        </p:txBody>
      </p:sp>
      <p:sp>
        <p:nvSpPr>
          <p:cNvPr id="13317" name="Text Box 4"/>
          <p:cNvSpPr txBox="1">
            <a:spLocks noChangeArrowheads="1"/>
          </p:cNvSpPr>
          <p:nvPr/>
        </p:nvSpPr>
        <p:spPr bwMode="auto">
          <a:xfrm>
            <a:off x="914400" y="3352800"/>
            <a:ext cx="838200" cy="579438"/>
          </a:xfrm>
          <a:prstGeom prst="rect">
            <a:avLst/>
          </a:prstGeom>
          <a:solidFill>
            <a:schemeClr val="accent5">
              <a:lumMod val="75000"/>
            </a:schemeClr>
          </a:solidFill>
          <a:ln>
            <a:noFill/>
          </a:ln>
        </p:spPr>
        <p:txBody>
          <a:bodyP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algn="ctr" eaLnBrk="1" hangingPunct="1">
              <a:spcBef>
                <a:spcPct val="50000"/>
              </a:spcBef>
              <a:buFontTx/>
              <a:buNone/>
            </a:pPr>
            <a:r>
              <a:rPr lang="en-US" altLang="en-US">
                <a:solidFill>
                  <a:schemeClr val="tx1"/>
                </a:solidFill>
              </a:rPr>
              <a:t>34”</a:t>
            </a:r>
          </a:p>
        </p:txBody>
      </p:sp>
      <p:sp>
        <p:nvSpPr>
          <p:cNvPr id="13318" name="Line 5"/>
          <p:cNvSpPr>
            <a:spLocks noChangeShapeType="1"/>
          </p:cNvSpPr>
          <p:nvPr/>
        </p:nvSpPr>
        <p:spPr bwMode="auto">
          <a:xfrm flipV="1">
            <a:off x="1219200" y="1905000"/>
            <a:ext cx="0" cy="1524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3319" name="Line 6"/>
          <p:cNvSpPr>
            <a:spLocks noChangeShapeType="1"/>
          </p:cNvSpPr>
          <p:nvPr/>
        </p:nvSpPr>
        <p:spPr bwMode="auto">
          <a:xfrm>
            <a:off x="1219200" y="3962400"/>
            <a:ext cx="0" cy="2057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3320" name="Line 7"/>
          <p:cNvSpPr>
            <a:spLocks noChangeShapeType="1"/>
          </p:cNvSpPr>
          <p:nvPr/>
        </p:nvSpPr>
        <p:spPr bwMode="auto">
          <a:xfrm>
            <a:off x="990600" y="2133600"/>
            <a:ext cx="7162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3321" name="Text Box 8"/>
          <p:cNvSpPr txBox="1">
            <a:spLocks noChangeArrowheads="1"/>
          </p:cNvSpPr>
          <p:nvPr/>
        </p:nvSpPr>
        <p:spPr bwMode="auto">
          <a:xfrm>
            <a:off x="4038600" y="1905000"/>
            <a:ext cx="914400" cy="579438"/>
          </a:xfrm>
          <a:prstGeom prst="rect">
            <a:avLst/>
          </a:prstGeom>
          <a:solidFill>
            <a:schemeClr val="accent5">
              <a:lumMod val="75000"/>
            </a:schemeClr>
          </a:solidFill>
          <a:ln>
            <a:noFill/>
          </a:ln>
        </p:spPr>
        <p:txBody>
          <a:bodyP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algn="ctr" eaLnBrk="1" hangingPunct="1">
              <a:spcBef>
                <a:spcPct val="50000"/>
              </a:spcBef>
              <a:buFontTx/>
              <a:buNone/>
            </a:pPr>
            <a:r>
              <a:rPr lang="en-US" altLang="en-US" dirty="0">
                <a:solidFill>
                  <a:schemeClr val="tx1"/>
                </a:solidFill>
              </a:rPr>
              <a:t>46”</a:t>
            </a:r>
          </a:p>
        </p:txBody>
      </p:sp>
      <p:cxnSp>
        <p:nvCxnSpPr>
          <p:cNvPr id="13322" name="Straight Connector 10"/>
          <p:cNvCxnSpPr>
            <a:cxnSpLocks noChangeShapeType="1"/>
          </p:cNvCxnSpPr>
          <p:nvPr/>
        </p:nvCxnSpPr>
        <p:spPr bwMode="auto">
          <a:xfrm rot="5400000" flipH="1" flipV="1">
            <a:off x="5521325" y="3922713"/>
            <a:ext cx="5540375" cy="0"/>
          </a:xfrm>
          <a:prstGeom prst="line">
            <a:avLst/>
          </a:prstGeom>
          <a:noFill/>
          <a:ln w="28575" algn="ctr">
            <a:solidFill>
              <a:srgbClr val="CC0066"/>
            </a:solidFill>
            <a:prstDash val="dash"/>
            <a:round/>
            <a:headEnd/>
            <a:tailEnd/>
          </a:ln>
          <a:extLst>
            <a:ext uri="{909E8E84-426E-40DD-AFC4-6F175D3DCCD1}">
              <a14:hiddenFill xmlns:a14="http://schemas.microsoft.com/office/drawing/2010/main">
                <a:noFill/>
              </a14:hiddenFill>
            </a:ext>
          </a:extLst>
        </p:spPr>
      </p:cxnSp>
      <p:cxnSp>
        <p:nvCxnSpPr>
          <p:cNvPr id="13323" name="Straight Connector 12"/>
          <p:cNvCxnSpPr>
            <a:cxnSpLocks noChangeShapeType="1"/>
          </p:cNvCxnSpPr>
          <p:nvPr/>
        </p:nvCxnSpPr>
        <p:spPr bwMode="auto">
          <a:xfrm rot="5400000" flipH="1" flipV="1">
            <a:off x="-1917700" y="3922713"/>
            <a:ext cx="5540375" cy="0"/>
          </a:xfrm>
          <a:prstGeom prst="line">
            <a:avLst/>
          </a:prstGeom>
          <a:noFill/>
          <a:ln w="28575" algn="ctr">
            <a:solidFill>
              <a:srgbClr val="CC0066"/>
            </a:solidFill>
            <a:prstDash val="dash"/>
            <a:round/>
            <a:headEnd/>
            <a:tailEnd/>
          </a:ln>
          <a:extLst>
            <a:ext uri="{909E8E84-426E-40DD-AFC4-6F175D3DCCD1}">
              <a14:hiddenFill xmlns:a14="http://schemas.microsoft.com/office/drawing/2010/main">
                <a:noFill/>
              </a14:hiddenFill>
            </a:ext>
          </a:extLst>
        </p:spPr>
      </p:cxnSp>
      <p:cxnSp>
        <p:nvCxnSpPr>
          <p:cNvPr id="13324" name="Straight Connector 13"/>
          <p:cNvCxnSpPr>
            <a:cxnSpLocks noChangeShapeType="1"/>
          </p:cNvCxnSpPr>
          <p:nvPr/>
        </p:nvCxnSpPr>
        <p:spPr bwMode="auto">
          <a:xfrm>
            <a:off x="322263" y="1808163"/>
            <a:ext cx="8423275" cy="0"/>
          </a:xfrm>
          <a:prstGeom prst="line">
            <a:avLst/>
          </a:prstGeom>
          <a:noFill/>
          <a:ln w="28575" algn="ctr">
            <a:solidFill>
              <a:srgbClr val="CC0066"/>
            </a:solidFill>
            <a:prstDash val="dash"/>
            <a:round/>
            <a:headEnd/>
            <a:tailEnd/>
          </a:ln>
          <a:extLst>
            <a:ext uri="{909E8E84-426E-40DD-AFC4-6F175D3DCCD1}">
              <a14:hiddenFill xmlns:a14="http://schemas.microsoft.com/office/drawing/2010/main">
                <a:noFill/>
              </a14:hiddenFill>
            </a:ext>
          </a:extLst>
        </p:spPr>
      </p:cxnSp>
      <p:cxnSp>
        <p:nvCxnSpPr>
          <p:cNvPr id="13325" name="Straight Connector 15"/>
          <p:cNvCxnSpPr>
            <a:cxnSpLocks noChangeShapeType="1"/>
          </p:cNvCxnSpPr>
          <p:nvPr/>
        </p:nvCxnSpPr>
        <p:spPr bwMode="auto">
          <a:xfrm>
            <a:off x="322263" y="6121400"/>
            <a:ext cx="8423275" cy="0"/>
          </a:xfrm>
          <a:prstGeom prst="line">
            <a:avLst/>
          </a:prstGeom>
          <a:noFill/>
          <a:ln w="28575" algn="ctr">
            <a:solidFill>
              <a:srgbClr val="CC0066"/>
            </a:solidFill>
            <a:prstDash val="dash"/>
            <a:round/>
            <a:headEnd/>
            <a:tailEnd/>
          </a:ln>
          <a:extLst>
            <a:ext uri="{909E8E84-426E-40DD-AFC4-6F175D3DCCD1}">
              <a14:hiddenFill xmlns:a14="http://schemas.microsoft.com/office/drawing/2010/main">
                <a:noFill/>
              </a14:hiddenFill>
            </a:ext>
          </a:extLst>
        </p:spPr>
      </p:cxnSp>
      <p:sp>
        <p:nvSpPr>
          <p:cNvPr id="2" name="TextBox 1">
            <a:extLst>
              <a:ext uri="{FF2B5EF4-FFF2-40B4-BE49-F238E27FC236}">
                <a16:creationId xmlns:a16="http://schemas.microsoft.com/office/drawing/2014/main" id="{9B102BA1-DF2F-5B78-F206-EB0C28CABA77}"/>
              </a:ext>
            </a:extLst>
          </p:cNvPr>
          <p:cNvSpPr txBox="1"/>
          <p:nvPr/>
        </p:nvSpPr>
        <p:spPr>
          <a:xfrm>
            <a:off x="4895944" y="6345138"/>
            <a:ext cx="3324225" cy="369332"/>
          </a:xfrm>
          <a:prstGeom prst="rect">
            <a:avLst/>
          </a:prstGeom>
          <a:noFill/>
        </p:spPr>
        <p:txBody>
          <a:bodyPr wrap="square" rtlCol="0">
            <a:spAutoFit/>
          </a:bodyPr>
          <a:lstStyle/>
          <a:p>
            <a:pPr algn="r"/>
            <a:r>
              <a:rPr lang="en-US" b="1" dirty="0">
                <a:solidFill>
                  <a:srgbClr val="9BC557"/>
                </a:solidFill>
                <a:latin typeface="Century Gothic" panose="020B0502020202020204" pitchFamily="34" charset="0"/>
              </a:rPr>
              <a:t>** or at the very least ½”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b="1" dirty="0">
                <a:solidFill>
                  <a:srgbClr val="9BC557"/>
                </a:solidFill>
                <a:latin typeface="Century Gothic" panose="020B0502020202020204" pitchFamily="34" charset="0"/>
              </a:rPr>
              <a:t>Guides = Your friends.</a:t>
            </a:r>
          </a:p>
        </p:txBody>
      </p:sp>
      <p:sp>
        <p:nvSpPr>
          <p:cNvPr id="14339" name="Rectangle 3"/>
          <p:cNvSpPr>
            <a:spLocks noGrp="1" noChangeArrowheads="1"/>
          </p:cNvSpPr>
          <p:nvPr>
            <p:ph type="body" idx="1"/>
          </p:nvPr>
        </p:nvSpPr>
        <p:spPr>
          <a:xfrm>
            <a:off x="457200" y="1600200"/>
            <a:ext cx="8229600" cy="4525963"/>
          </a:xfrm>
        </p:spPr>
        <p:txBody>
          <a:bodyPr/>
          <a:lstStyle/>
          <a:p>
            <a:pPr eaLnBrk="1" hangingPunct="1"/>
            <a:r>
              <a:rPr lang="en-US" altLang="en-US" dirty="0">
                <a:latin typeface="Century Gothic" panose="020B0502020202020204" pitchFamily="34" charset="0"/>
              </a:rPr>
              <a:t>Make sure your guides are turned on</a:t>
            </a:r>
          </a:p>
          <a:p>
            <a:pPr lvl="1" eaLnBrk="1" hangingPunct="1"/>
            <a:r>
              <a:rPr lang="en-US" altLang="en-US" dirty="0">
                <a:solidFill>
                  <a:schemeClr val="accent5">
                    <a:lumMod val="75000"/>
                  </a:schemeClr>
                </a:solidFill>
                <a:latin typeface="Century Gothic" panose="020B0502020202020204" pitchFamily="34" charset="0"/>
              </a:rPr>
              <a:t>Right click -&gt; Grid/Guides -&gt; Display guides on screen</a:t>
            </a:r>
          </a:p>
          <a:p>
            <a:pPr eaLnBrk="1" hangingPunct="1"/>
            <a:r>
              <a:rPr lang="en-US" altLang="en-US" dirty="0">
                <a:latin typeface="Century Gothic" panose="020B0502020202020204" pitchFamily="34" charset="0"/>
              </a:rPr>
              <a:t>Additional guides</a:t>
            </a:r>
          </a:p>
          <a:p>
            <a:pPr lvl="1" eaLnBrk="1" hangingPunct="1"/>
            <a:r>
              <a:rPr lang="en-US" altLang="en-US" dirty="0">
                <a:solidFill>
                  <a:schemeClr val="accent5">
                    <a:lumMod val="75000"/>
                  </a:schemeClr>
                </a:solidFill>
                <a:latin typeface="Century Gothic" panose="020B0502020202020204" pitchFamily="34" charset="0"/>
              </a:rPr>
              <a:t>Grab existing guide + CTRL = New guide</a:t>
            </a:r>
          </a:p>
          <a:p>
            <a:pPr lvl="1" eaLnBrk="1" hangingPunct="1"/>
            <a:r>
              <a:rPr lang="en-US" altLang="en-US" dirty="0">
                <a:solidFill>
                  <a:schemeClr val="accent5">
                    <a:lumMod val="75000"/>
                  </a:schemeClr>
                </a:solidFill>
                <a:latin typeface="Century Gothic" panose="020B0502020202020204" pitchFamily="34" charset="0"/>
              </a:rPr>
              <a:t>Measures how far apart guides are</a:t>
            </a:r>
          </a:p>
          <a:p>
            <a:pPr eaLnBrk="1" hangingPunct="1"/>
            <a:r>
              <a:rPr lang="en-US" altLang="en-US" dirty="0">
                <a:latin typeface="Century Gothic" panose="020B0502020202020204" pitchFamily="34" charset="0"/>
              </a:rPr>
              <a:t>Grid settings/spacing</a:t>
            </a:r>
          </a:p>
          <a:p>
            <a:pPr eaLnBrk="1" hangingPunct="1"/>
            <a:r>
              <a:rPr lang="en-US" altLang="en-US" dirty="0">
                <a:latin typeface="Century Gothic" panose="020B0502020202020204" pitchFamily="34" charset="0"/>
              </a:rPr>
              <a:t>“Smart Guides”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b="1" dirty="0">
                <a:solidFill>
                  <a:srgbClr val="9BC557"/>
                </a:solidFill>
                <a:latin typeface="Century Gothic" panose="020B0502020202020204" pitchFamily="34" charset="0"/>
              </a:rPr>
              <a:t>Images</a:t>
            </a:r>
          </a:p>
        </p:txBody>
      </p:sp>
      <p:sp>
        <p:nvSpPr>
          <p:cNvPr id="15363" name="Rectangle 3"/>
          <p:cNvSpPr>
            <a:spLocks noGrp="1" noChangeArrowheads="1"/>
          </p:cNvSpPr>
          <p:nvPr>
            <p:ph type="body" idx="1"/>
          </p:nvPr>
        </p:nvSpPr>
        <p:spPr/>
        <p:txBody>
          <a:bodyPr/>
          <a:lstStyle/>
          <a:p>
            <a:pPr eaLnBrk="1" hangingPunct="1">
              <a:defRPr/>
            </a:pPr>
            <a:r>
              <a:rPr lang="en-US" altLang="en-US" sz="2800" dirty="0">
                <a:latin typeface="Century Gothic" panose="020B0502020202020204" pitchFamily="34" charset="0"/>
              </a:rPr>
              <a:t>Insert only high-quality images</a:t>
            </a:r>
            <a:br>
              <a:rPr lang="en-US" altLang="en-US" sz="2800" dirty="0">
                <a:latin typeface="Century Gothic" panose="020B0502020202020204" pitchFamily="34" charset="0"/>
              </a:rPr>
            </a:br>
            <a:r>
              <a:rPr lang="en-US" altLang="en-US" sz="2800" dirty="0">
                <a:solidFill>
                  <a:schemeClr val="accent5">
                    <a:lumMod val="75000"/>
                  </a:schemeClr>
                </a:solidFill>
                <a:latin typeface="Century Gothic" panose="020B0502020202020204" pitchFamily="34" charset="0"/>
              </a:rPr>
              <a:t>(Pixel-y images won’t magically print nicely)</a:t>
            </a:r>
          </a:p>
          <a:p>
            <a:pPr eaLnBrk="1" hangingPunct="1">
              <a:defRPr/>
            </a:pPr>
            <a:r>
              <a:rPr lang="en-US" altLang="en-US" sz="2800" dirty="0">
                <a:latin typeface="Century Gothic" panose="020B0502020202020204" pitchFamily="34" charset="0"/>
              </a:rPr>
              <a:t>All </a:t>
            </a:r>
            <a:r>
              <a:rPr lang="en-US" altLang="en-US" sz="2800" dirty="0">
                <a:solidFill>
                  <a:srgbClr val="9BC557"/>
                </a:solidFill>
                <a:latin typeface="Century Gothic" panose="020B0502020202020204" pitchFamily="34" charset="0"/>
              </a:rPr>
              <a:t>photos</a:t>
            </a:r>
            <a:r>
              <a:rPr lang="en-US" altLang="en-US" sz="2800" dirty="0">
                <a:latin typeface="Century Gothic" panose="020B0502020202020204" pitchFamily="34" charset="0"/>
              </a:rPr>
              <a:t> should have a fine line frame</a:t>
            </a:r>
          </a:p>
          <a:p>
            <a:pPr eaLnBrk="1" hangingPunct="1">
              <a:defRPr/>
            </a:pPr>
            <a:r>
              <a:rPr lang="en-US" altLang="en-US" sz="2800" dirty="0">
                <a:latin typeface="Century Gothic" panose="020B0502020202020204" pitchFamily="34" charset="0"/>
              </a:rPr>
              <a:t>Background</a:t>
            </a:r>
          </a:p>
          <a:p>
            <a:pPr lvl="1" eaLnBrk="1" hangingPunct="1">
              <a:defRPr/>
            </a:pPr>
            <a:r>
              <a:rPr lang="en-US" altLang="en-US" sz="2400" dirty="0">
                <a:solidFill>
                  <a:schemeClr val="accent5">
                    <a:lumMod val="75000"/>
                  </a:schemeClr>
                </a:solidFill>
                <a:latin typeface="Century Gothic" panose="020B0502020202020204" pitchFamily="34" charset="0"/>
              </a:rPr>
              <a:t>Photo? Gradient? Solid color? </a:t>
            </a:r>
          </a:p>
          <a:p>
            <a:pPr lvl="1" eaLnBrk="1" hangingPunct="1">
              <a:defRPr/>
            </a:pPr>
            <a:r>
              <a:rPr lang="en-US" altLang="en-US" sz="2400" dirty="0">
                <a:solidFill>
                  <a:schemeClr val="accent5">
                    <a:lumMod val="75000"/>
                  </a:schemeClr>
                </a:solidFill>
                <a:latin typeface="Century Gothic" panose="020B0502020202020204" pitchFamily="34" charset="0"/>
              </a:rPr>
              <a:t>Busy is not better</a:t>
            </a:r>
          </a:p>
          <a:p>
            <a:pPr lvl="1" eaLnBrk="1" hangingPunct="1">
              <a:defRPr/>
            </a:pPr>
            <a:r>
              <a:rPr lang="en-US" altLang="en-US" sz="2400" dirty="0">
                <a:solidFill>
                  <a:schemeClr val="accent5">
                    <a:lumMod val="75000"/>
                  </a:schemeClr>
                </a:solidFill>
                <a:latin typeface="Century Gothic" panose="020B0502020202020204" pitchFamily="34" charset="0"/>
              </a:rPr>
              <a:t>Be kind to your text</a:t>
            </a:r>
            <a:br>
              <a:rPr lang="en-US" altLang="en-US" sz="2400" dirty="0">
                <a:solidFill>
                  <a:schemeClr val="accent5">
                    <a:lumMod val="75000"/>
                  </a:schemeClr>
                </a:solidFill>
                <a:latin typeface="Century Gothic" panose="020B0502020202020204" pitchFamily="34" charset="0"/>
              </a:rPr>
            </a:br>
            <a:r>
              <a:rPr lang="en-US" altLang="en-US" sz="2400" dirty="0">
                <a:solidFill>
                  <a:schemeClr val="accent5">
                    <a:lumMod val="75000"/>
                  </a:schemeClr>
                </a:solidFill>
                <a:latin typeface="Century Gothic" panose="020B0502020202020204" pitchFamily="34" charset="0"/>
              </a:rPr>
              <a:t>And your audience’s eyeballs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Fine Line</a:t>
            </a:r>
          </a:p>
        </p:txBody>
      </p:sp>
      <p:pic>
        <p:nvPicPr>
          <p:cNvPr id="8" name="Picture 7">
            <a:extLst>
              <a:ext uri="{FF2B5EF4-FFF2-40B4-BE49-F238E27FC236}">
                <a16:creationId xmlns:a16="http://schemas.microsoft.com/office/drawing/2014/main" id="{151675A6-316B-4DA4-BF0B-9DFFB800D5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97003" y="2286000"/>
            <a:ext cx="3657600" cy="2054352"/>
          </a:xfrm>
          <a:prstGeom prst="rect">
            <a:avLst/>
          </a:prstGeom>
          <a:ln w="6350">
            <a:solidFill>
              <a:schemeClr val="bg1">
                <a:lumMod val="85000"/>
              </a:schemeClr>
            </a:solidFill>
          </a:ln>
        </p:spPr>
      </p:pic>
      <p:pic>
        <p:nvPicPr>
          <p:cNvPr id="2" name="Picture 1">
            <a:extLst>
              <a:ext uri="{FF2B5EF4-FFF2-40B4-BE49-F238E27FC236}">
                <a16:creationId xmlns:a16="http://schemas.microsoft.com/office/drawing/2014/main" id="{459741BB-E3C5-462D-944D-D33316D08E8F}"/>
              </a:ext>
            </a:extLst>
          </p:cNvPr>
          <p:cNvPicPr>
            <a:picLocks noChangeAspect="1"/>
          </p:cNvPicPr>
          <p:nvPr/>
        </p:nvPicPr>
        <p:blipFill>
          <a:blip r:embed="rId4"/>
          <a:stretch>
            <a:fillRect/>
          </a:stretch>
        </p:blipFill>
        <p:spPr>
          <a:xfrm>
            <a:off x="685800" y="2286000"/>
            <a:ext cx="3671197" cy="2057400"/>
          </a:xfrm>
          <a:prstGeom prst="rect">
            <a:avLst/>
          </a:prstGeom>
        </p:spPr>
      </p:pic>
      <p:sp>
        <p:nvSpPr>
          <p:cNvPr id="3" name="Title 1">
            <a:extLst>
              <a:ext uri="{FF2B5EF4-FFF2-40B4-BE49-F238E27FC236}">
                <a16:creationId xmlns:a16="http://schemas.microsoft.com/office/drawing/2014/main" id="{54835CD5-EB31-CB7E-3561-78C3802E5098}"/>
              </a:ext>
            </a:extLst>
          </p:cNvPr>
          <p:cNvSpPr txBox="1">
            <a:spLocks/>
          </p:cNvSpPr>
          <p:nvPr/>
        </p:nvSpPr>
        <p:spPr bwMode="auto">
          <a:xfrm>
            <a:off x="0" y="5440363"/>
            <a:ext cx="9144000"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accent1"/>
                </a:solidFill>
                <a:latin typeface="+mj-lt"/>
                <a:ea typeface="+mj-ea"/>
                <a:cs typeface="+mj-cs"/>
              </a:defRPr>
            </a:lvl1pPr>
            <a:lvl2pPr algn="ctr" rtl="0" eaLnBrk="0" fontAlgn="base" hangingPunct="0">
              <a:spcBef>
                <a:spcPct val="0"/>
              </a:spcBef>
              <a:spcAft>
                <a:spcPct val="0"/>
              </a:spcAft>
              <a:defRPr sz="4400">
                <a:solidFill>
                  <a:schemeClr val="accent1"/>
                </a:solidFill>
                <a:latin typeface="Trebuchet MS" pitchFamily="34" charset="0"/>
              </a:defRPr>
            </a:lvl2pPr>
            <a:lvl3pPr algn="ctr" rtl="0" eaLnBrk="0" fontAlgn="base" hangingPunct="0">
              <a:spcBef>
                <a:spcPct val="0"/>
              </a:spcBef>
              <a:spcAft>
                <a:spcPct val="0"/>
              </a:spcAft>
              <a:defRPr sz="4400">
                <a:solidFill>
                  <a:schemeClr val="accent1"/>
                </a:solidFill>
                <a:latin typeface="Trebuchet MS" pitchFamily="34" charset="0"/>
              </a:defRPr>
            </a:lvl3pPr>
            <a:lvl4pPr algn="ctr" rtl="0" eaLnBrk="0" fontAlgn="base" hangingPunct="0">
              <a:spcBef>
                <a:spcPct val="0"/>
              </a:spcBef>
              <a:spcAft>
                <a:spcPct val="0"/>
              </a:spcAft>
              <a:defRPr sz="4400">
                <a:solidFill>
                  <a:schemeClr val="accent1"/>
                </a:solidFill>
                <a:latin typeface="Trebuchet MS" pitchFamily="34" charset="0"/>
              </a:defRPr>
            </a:lvl4pPr>
            <a:lvl5pPr algn="ctr" rtl="0" eaLnBrk="0" fontAlgn="base" hangingPunct="0">
              <a:spcBef>
                <a:spcPct val="0"/>
              </a:spcBef>
              <a:spcAft>
                <a:spcPct val="0"/>
              </a:spcAft>
              <a:defRPr sz="4400">
                <a:solidFill>
                  <a:schemeClr val="accent1"/>
                </a:solidFill>
                <a:latin typeface="Trebuchet MS" pitchFamily="34" charset="0"/>
              </a:defRPr>
            </a:lvl5pPr>
            <a:lvl6pPr marL="457200" algn="ctr" rtl="0" fontAlgn="base">
              <a:spcBef>
                <a:spcPct val="0"/>
              </a:spcBef>
              <a:spcAft>
                <a:spcPct val="0"/>
              </a:spcAft>
              <a:defRPr sz="4400">
                <a:solidFill>
                  <a:schemeClr val="accent1"/>
                </a:solidFill>
                <a:latin typeface="Trebuchet MS" pitchFamily="34" charset="0"/>
              </a:defRPr>
            </a:lvl6pPr>
            <a:lvl7pPr marL="914400" algn="ctr" rtl="0" fontAlgn="base">
              <a:spcBef>
                <a:spcPct val="0"/>
              </a:spcBef>
              <a:spcAft>
                <a:spcPct val="0"/>
              </a:spcAft>
              <a:defRPr sz="4400">
                <a:solidFill>
                  <a:schemeClr val="accent1"/>
                </a:solidFill>
                <a:latin typeface="Trebuchet MS" pitchFamily="34" charset="0"/>
              </a:defRPr>
            </a:lvl7pPr>
            <a:lvl8pPr marL="1371600" algn="ctr" rtl="0" fontAlgn="base">
              <a:spcBef>
                <a:spcPct val="0"/>
              </a:spcBef>
              <a:spcAft>
                <a:spcPct val="0"/>
              </a:spcAft>
              <a:defRPr sz="4400">
                <a:solidFill>
                  <a:schemeClr val="accent1"/>
                </a:solidFill>
                <a:latin typeface="Trebuchet MS" pitchFamily="34" charset="0"/>
              </a:defRPr>
            </a:lvl8pPr>
            <a:lvl9pPr marL="1828800" algn="ctr" rtl="0" fontAlgn="base">
              <a:spcBef>
                <a:spcPct val="0"/>
              </a:spcBef>
              <a:spcAft>
                <a:spcPct val="0"/>
              </a:spcAft>
              <a:defRPr sz="4400">
                <a:solidFill>
                  <a:schemeClr val="accent1"/>
                </a:solidFill>
                <a:latin typeface="Trebuchet MS" pitchFamily="34" charset="0"/>
              </a:defRPr>
            </a:lvl9pPr>
          </a:lstStyle>
          <a:p>
            <a:pPr>
              <a:defRPr/>
            </a:pPr>
            <a:r>
              <a:rPr lang="en-US" sz="3200" kern="0" dirty="0">
                <a:solidFill>
                  <a:schemeClr val="accent5">
                    <a:lumMod val="75000"/>
                  </a:schemeClr>
                </a:solidFill>
                <a:latin typeface="Century Gothic" panose="020B0502020202020204" pitchFamily="34" charset="0"/>
              </a:rPr>
              <a:t>.25 or .5 pt contrasting line around photos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5A0A71F-491F-44D4-A214-A7A91BC34F09}"/>
              </a:ext>
            </a:extLst>
          </p:cNvPr>
          <p:cNvSpPr/>
          <p:nvPr/>
        </p:nvSpPr>
        <p:spPr bwMode="auto">
          <a:xfrm>
            <a:off x="0" y="1485900"/>
            <a:ext cx="9144000" cy="38862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434"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Fine Line</a:t>
            </a:r>
          </a:p>
        </p:txBody>
      </p:sp>
      <p:pic>
        <p:nvPicPr>
          <p:cNvPr id="8" name="Picture 7" descr="A picture containing sky, outdoor, grass, pier&#10;&#10;Description automatically generated">
            <a:extLst>
              <a:ext uri="{FF2B5EF4-FFF2-40B4-BE49-F238E27FC236}">
                <a16:creationId xmlns:a16="http://schemas.microsoft.com/office/drawing/2014/main" id="{C306AE30-7602-4452-A43D-9635751334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200" y="2209800"/>
            <a:ext cx="3657600" cy="2438400"/>
          </a:xfrm>
          <a:prstGeom prst="rect">
            <a:avLst/>
          </a:prstGeom>
          <a:ln w="6350">
            <a:solidFill>
              <a:schemeClr val="tx1"/>
            </a:solidFill>
          </a:ln>
        </p:spPr>
      </p:pic>
      <p:pic>
        <p:nvPicPr>
          <p:cNvPr id="5" name="Picture 4">
            <a:extLst>
              <a:ext uri="{FF2B5EF4-FFF2-40B4-BE49-F238E27FC236}">
                <a16:creationId xmlns:a16="http://schemas.microsoft.com/office/drawing/2014/main" id="{8DC34DED-CF24-46F0-9971-3D3102A8A7BC}"/>
              </a:ext>
            </a:extLst>
          </p:cNvPr>
          <p:cNvPicPr>
            <a:picLocks noChangeAspect="1"/>
          </p:cNvPicPr>
          <p:nvPr/>
        </p:nvPicPr>
        <p:blipFill>
          <a:blip r:embed="rId4"/>
          <a:stretch>
            <a:fillRect/>
          </a:stretch>
        </p:blipFill>
        <p:spPr>
          <a:xfrm>
            <a:off x="457200" y="2209800"/>
            <a:ext cx="3657600" cy="2438400"/>
          </a:xfrm>
          <a:prstGeom prst="rect">
            <a:avLst/>
          </a:prstGeom>
        </p:spPr>
      </p:pic>
      <p:sp>
        <p:nvSpPr>
          <p:cNvPr id="4" name="Title 1">
            <a:extLst>
              <a:ext uri="{FF2B5EF4-FFF2-40B4-BE49-F238E27FC236}">
                <a16:creationId xmlns:a16="http://schemas.microsoft.com/office/drawing/2014/main" id="{C0180E41-EDF0-4450-EF71-BCD7C190924B}"/>
              </a:ext>
            </a:extLst>
          </p:cNvPr>
          <p:cNvSpPr txBox="1">
            <a:spLocks/>
          </p:cNvSpPr>
          <p:nvPr/>
        </p:nvSpPr>
        <p:spPr bwMode="auto">
          <a:xfrm>
            <a:off x="0" y="5440363"/>
            <a:ext cx="9144000"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accent1"/>
                </a:solidFill>
                <a:latin typeface="+mj-lt"/>
                <a:ea typeface="+mj-ea"/>
                <a:cs typeface="+mj-cs"/>
              </a:defRPr>
            </a:lvl1pPr>
            <a:lvl2pPr algn="ctr" rtl="0" eaLnBrk="0" fontAlgn="base" hangingPunct="0">
              <a:spcBef>
                <a:spcPct val="0"/>
              </a:spcBef>
              <a:spcAft>
                <a:spcPct val="0"/>
              </a:spcAft>
              <a:defRPr sz="4400">
                <a:solidFill>
                  <a:schemeClr val="accent1"/>
                </a:solidFill>
                <a:latin typeface="Trebuchet MS" pitchFamily="34" charset="0"/>
              </a:defRPr>
            </a:lvl2pPr>
            <a:lvl3pPr algn="ctr" rtl="0" eaLnBrk="0" fontAlgn="base" hangingPunct="0">
              <a:spcBef>
                <a:spcPct val="0"/>
              </a:spcBef>
              <a:spcAft>
                <a:spcPct val="0"/>
              </a:spcAft>
              <a:defRPr sz="4400">
                <a:solidFill>
                  <a:schemeClr val="accent1"/>
                </a:solidFill>
                <a:latin typeface="Trebuchet MS" pitchFamily="34" charset="0"/>
              </a:defRPr>
            </a:lvl3pPr>
            <a:lvl4pPr algn="ctr" rtl="0" eaLnBrk="0" fontAlgn="base" hangingPunct="0">
              <a:spcBef>
                <a:spcPct val="0"/>
              </a:spcBef>
              <a:spcAft>
                <a:spcPct val="0"/>
              </a:spcAft>
              <a:defRPr sz="4400">
                <a:solidFill>
                  <a:schemeClr val="accent1"/>
                </a:solidFill>
                <a:latin typeface="Trebuchet MS" pitchFamily="34" charset="0"/>
              </a:defRPr>
            </a:lvl4pPr>
            <a:lvl5pPr algn="ctr" rtl="0" eaLnBrk="0" fontAlgn="base" hangingPunct="0">
              <a:spcBef>
                <a:spcPct val="0"/>
              </a:spcBef>
              <a:spcAft>
                <a:spcPct val="0"/>
              </a:spcAft>
              <a:defRPr sz="4400">
                <a:solidFill>
                  <a:schemeClr val="accent1"/>
                </a:solidFill>
                <a:latin typeface="Trebuchet MS" pitchFamily="34" charset="0"/>
              </a:defRPr>
            </a:lvl5pPr>
            <a:lvl6pPr marL="457200" algn="ctr" rtl="0" fontAlgn="base">
              <a:spcBef>
                <a:spcPct val="0"/>
              </a:spcBef>
              <a:spcAft>
                <a:spcPct val="0"/>
              </a:spcAft>
              <a:defRPr sz="4400">
                <a:solidFill>
                  <a:schemeClr val="accent1"/>
                </a:solidFill>
                <a:latin typeface="Trebuchet MS" pitchFamily="34" charset="0"/>
              </a:defRPr>
            </a:lvl6pPr>
            <a:lvl7pPr marL="914400" algn="ctr" rtl="0" fontAlgn="base">
              <a:spcBef>
                <a:spcPct val="0"/>
              </a:spcBef>
              <a:spcAft>
                <a:spcPct val="0"/>
              </a:spcAft>
              <a:defRPr sz="4400">
                <a:solidFill>
                  <a:schemeClr val="accent1"/>
                </a:solidFill>
                <a:latin typeface="Trebuchet MS" pitchFamily="34" charset="0"/>
              </a:defRPr>
            </a:lvl7pPr>
            <a:lvl8pPr marL="1371600" algn="ctr" rtl="0" fontAlgn="base">
              <a:spcBef>
                <a:spcPct val="0"/>
              </a:spcBef>
              <a:spcAft>
                <a:spcPct val="0"/>
              </a:spcAft>
              <a:defRPr sz="4400">
                <a:solidFill>
                  <a:schemeClr val="accent1"/>
                </a:solidFill>
                <a:latin typeface="Trebuchet MS" pitchFamily="34" charset="0"/>
              </a:defRPr>
            </a:lvl8pPr>
            <a:lvl9pPr marL="1828800" algn="ctr" rtl="0" fontAlgn="base">
              <a:spcBef>
                <a:spcPct val="0"/>
              </a:spcBef>
              <a:spcAft>
                <a:spcPct val="0"/>
              </a:spcAft>
              <a:defRPr sz="4400">
                <a:solidFill>
                  <a:schemeClr val="accent1"/>
                </a:solidFill>
                <a:latin typeface="Trebuchet MS" pitchFamily="34" charset="0"/>
              </a:defRPr>
            </a:lvl9pPr>
          </a:lstStyle>
          <a:p>
            <a:pPr>
              <a:defRPr/>
            </a:pPr>
            <a:r>
              <a:rPr lang="en-US" sz="3200" kern="0" dirty="0">
                <a:solidFill>
                  <a:schemeClr val="accent5">
                    <a:lumMod val="75000"/>
                  </a:schemeClr>
                </a:solidFill>
                <a:latin typeface="Century Gothic" panose="020B0502020202020204" pitchFamily="34" charset="0"/>
              </a:rPr>
              <a:t>.25 or .5 pt contrasting line around photos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313612"/>
            <a:ext cx="8229600" cy="1143000"/>
          </a:xfrm>
        </p:spPr>
        <p:txBody>
          <a:bodyPr/>
          <a:lstStyle/>
          <a:p>
            <a:pPr eaLnBrk="1" hangingPunct="1"/>
            <a:r>
              <a:rPr lang="en-US" altLang="en-US" b="1" dirty="0">
                <a:solidFill>
                  <a:srgbClr val="9BC557"/>
                </a:solidFill>
                <a:latin typeface="Century Gothic" panose="020B0502020202020204" pitchFamily="34" charset="0"/>
              </a:rPr>
              <a:t>Photo Backgrounds</a:t>
            </a:r>
          </a:p>
        </p:txBody>
      </p:sp>
      <p:pic>
        <p:nvPicPr>
          <p:cNvPr id="19459" name="Picture 5" descr="photo.bkgrndALRIGH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4988" y="2138363"/>
            <a:ext cx="4799012"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4" descr="BAD.FIXED.201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9275" y="1379538"/>
            <a:ext cx="3187700"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4268788" y="1682750"/>
            <a:ext cx="4914900" cy="338138"/>
          </a:xfrm>
          <a:prstGeom prst="rect">
            <a:avLst/>
          </a:prstGeom>
          <a:noFill/>
        </p:spPr>
        <p:txBody>
          <a:bodyPr>
            <a:spAutoFit/>
          </a:bodyPr>
          <a:lstStyle/>
          <a:p>
            <a:pPr eaLnBrk="1" hangingPunct="1">
              <a:defRPr/>
            </a:pPr>
            <a:r>
              <a:rPr lang="en-US" sz="1600" dirty="0">
                <a:solidFill>
                  <a:schemeClr val="bg1"/>
                </a:solidFill>
                <a:latin typeface="Century Gothic" panose="020B0502020202020204" pitchFamily="34" charset="0"/>
              </a:rPr>
              <a:t>B. Beautiful photo, very unreadable</a:t>
            </a:r>
          </a:p>
        </p:txBody>
      </p:sp>
      <p:sp>
        <p:nvSpPr>
          <p:cNvPr id="6" name="Rectangle 5"/>
          <p:cNvSpPr/>
          <p:nvPr/>
        </p:nvSpPr>
        <p:spPr>
          <a:xfrm>
            <a:off x="496376" y="6265616"/>
            <a:ext cx="1848583" cy="338554"/>
          </a:xfrm>
          <a:prstGeom prst="rect">
            <a:avLst/>
          </a:prstGeom>
        </p:spPr>
        <p:txBody>
          <a:bodyPr wrap="none">
            <a:spAutoFit/>
          </a:bodyPr>
          <a:lstStyle/>
          <a:p>
            <a:pPr algn="ctr" eaLnBrk="1" hangingPunct="1">
              <a:defRPr/>
            </a:pPr>
            <a:r>
              <a:rPr lang="en-US" sz="1600" dirty="0">
                <a:solidFill>
                  <a:schemeClr val="bg1"/>
                </a:solidFill>
                <a:latin typeface="Century Gothic" panose="020B0502020202020204" pitchFamily="34" charset="0"/>
              </a:rPr>
              <a:t>A. Just too much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Text</a:t>
            </a:r>
          </a:p>
        </p:txBody>
      </p:sp>
      <p:sp>
        <p:nvSpPr>
          <p:cNvPr id="20483" name="Content Placeholder 2"/>
          <p:cNvSpPr>
            <a:spLocks noGrp="1"/>
          </p:cNvSpPr>
          <p:nvPr>
            <p:ph idx="1"/>
          </p:nvPr>
        </p:nvSpPr>
        <p:spPr>
          <a:xfrm>
            <a:off x="682580" y="1623218"/>
            <a:ext cx="7778839" cy="4525963"/>
          </a:xfrm>
        </p:spPr>
        <p:txBody>
          <a:bodyPr/>
          <a:lstStyle/>
          <a:p>
            <a:r>
              <a:rPr lang="en-US" altLang="en-US" dirty="0">
                <a:latin typeface="Century Gothic" panose="020B0502020202020204" pitchFamily="34" charset="0"/>
              </a:rPr>
              <a:t>How much text?</a:t>
            </a:r>
          </a:p>
          <a:p>
            <a:pPr lvl="1"/>
            <a:r>
              <a:rPr lang="en-US" altLang="en-US" dirty="0">
                <a:solidFill>
                  <a:schemeClr val="accent5">
                    <a:lumMod val="75000"/>
                  </a:schemeClr>
                </a:solidFill>
                <a:latin typeface="Century Gothic" panose="020B0502020202020204" pitchFamily="34" charset="0"/>
              </a:rPr>
              <a:t>Bullets</a:t>
            </a:r>
          </a:p>
          <a:p>
            <a:pPr lvl="1"/>
            <a:r>
              <a:rPr lang="en-US" altLang="en-US" dirty="0">
                <a:solidFill>
                  <a:schemeClr val="accent5">
                    <a:lumMod val="75000"/>
                  </a:schemeClr>
                </a:solidFill>
                <a:latin typeface="Century Gothic" panose="020B0502020202020204" pitchFamily="34" charset="0"/>
              </a:rPr>
              <a:t>Columns = shorter lines of text = ideal</a:t>
            </a:r>
          </a:p>
          <a:p>
            <a:pPr lvl="1"/>
            <a:r>
              <a:rPr lang="en-US" altLang="en-US" dirty="0">
                <a:solidFill>
                  <a:schemeClr val="accent5">
                    <a:lumMod val="75000"/>
                  </a:schemeClr>
                </a:solidFill>
                <a:latin typeface="Century Gothic" panose="020B0502020202020204" pitchFamily="34" charset="0"/>
              </a:rPr>
              <a:t>Edit, edit, edit. Then ask someone else</a:t>
            </a:r>
            <a:br>
              <a:rPr lang="en-US" altLang="en-US" dirty="0">
                <a:solidFill>
                  <a:schemeClr val="accent5">
                    <a:lumMod val="75000"/>
                  </a:schemeClr>
                </a:solidFill>
                <a:latin typeface="Century Gothic" panose="020B0502020202020204" pitchFamily="34" charset="0"/>
              </a:rPr>
            </a:br>
            <a:r>
              <a:rPr lang="en-US" altLang="en-US" dirty="0">
                <a:solidFill>
                  <a:schemeClr val="accent5">
                    <a:lumMod val="75000"/>
                  </a:schemeClr>
                </a:solidFill>
                <a:latin typeface="Century Gothic" panose="020B0502020202020204" pitchFamily="34" charset="0"/>
              </a:rPr>
              <a:t>to edit. Then edit again.</a:t>
            </a:r>
          </a:p>
          <a:p>
            <a:r>
              <a:rPr lang="en-US" altLang="en-US" dirty="0">
                <a:latin typeface="Century Gothic" panose="020B0502020202020204" pitchFamily="34" charset="0"/>
              </a:rPr>
              <a:t>Left justify</a:t>
            </a:r>
          </a:p>
          <a:p>
            <a:r>
              <a:rPr lang="en-US" altLang="en-US" dirty="0">
                <a:latin typeface="Century Gothic" panose="020B0502020202020204" pitchFamily="34" charset="0"/>
              </a:rPr>
              <a:t>Body text black</a:t>
            </a:r>
          </a:p>
          <a:p>
            <a:pPr lvl="1"/>
            <a:r>
              <a:rPr lang="en-US" altLang="en-US" dirty="0">
                <a:solidFill>
                  <a:schemeClr val="accent5">
                    <a:lumMod val="75000"/>
                  </a:schemeClr>
                </a:solidFill>
                <a:latin typeface="Century Gothic" panose="020B0502020202020204" pitchFamily="34" charset="0"/>
              </a:rPr>
              <a:t>Let headings + title add color</a:t>
            </a:r>
          </a:p>
          <a:p>
            <a:r>
              <a:rPr lang="en-US" altLang="en-US" dirty="0">
                <a:latin typeface="Century Gothic" panose="020B0502020202020204" pitchFamily="34" charset="0"/>
              </a:rPr>
              <a:t>#betterposter movement?</a:t>
            </a:r>
          </a:p>
          <a:p>
            <a:pPr lvl="1"/>
            <a:endParaRPr lang="en-US" altLang="en-US" dirty="0">
              <a:latin typeface="Century Gothic" panose="020B0502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DC76610-490E-4BCE-AD87-3620DD77DA39}"/>
              </a:ext>
            </a:extLst>
          </p:cNvPr>
          <p:cNvSpPr txBox="1">
            <a:spLocks/>
          </p:cNvSpPr>
          <p:nvPr/>
        </p:nvSpPr>
        <p:spPr>
          <a:xfrm>
            <a:off x="457200" y="481347"/>
            <a:ext cx="8229600" cy="1143000"/>
          </a:xfrm>
          <a:prstGeom prst="rect">
            <a:avLst/>
          </a:prstGeom>
        </p:spPr>
        <p:txBody>
          <a:bodyPr/>
          <a:lstStyle>
            <a:lvl1pPr algn="ctr" rtl="0" eaLnBrk="0" fontAlgn="base" hangingPunct="0">
              <a:spcBef>
                <a:spcPct val="0"/>
              </a:spcBef>
              <a:spcAft>
                <a:spcPct val="0"/>
              </a:spcAft>
              <a:defRPr sz="4400">
                <a:solidFill>
                  <a:schemeClr val="accent1"/>
                </a:solidFill>
                <a:latin typeface="+mj-lt"/>
                <a:ea typeface="+mj-ea"/>
                <a:cs typeface="+mj-cs"/>
              </a:defRPr>
            </a:lvl1pPr>
            <a:lvl2pPr algn="ctr" rtl="0" eaLnBrk="0" fontAlgn="base" hangingPunct="0">
              <a:spcBef>
                <a:spcPct val="0"/>
              </a:spcBef>
              <a:spcAft>
                <a:spcPct val="0"/>
              </a:spcAft>
              <a:defRPr sz="4400">
                <a:solidFill>
                  <a:schemeClr val="accent1"/>
                </a:solidFill>
                <a:latin typeface="Trebuchet MS" pitchFamily="34" charset="0"/>
              </a:defRPr>
            </a:lvl2pPr>
            <a:lvl3pPr algn="ctr" rtl="0" eaLnBrk="0" fontAlgn="base" hangingPunct="0">
              <a:spcBef>
                <a:spcPct val="0"/>
              </a:spcBef>
              <a:spcAft>
                <a:spcPct val="0"/>
              </a:spcAft>
              <a:defRPr sz="4400">
                <a:solidFill>
                  <a:schemeClr val="accent1"/>
                </a:solidFill>
                <a:latin typeface="Trebuchet MS" pitchFamily="34" charset="0"/>
              </a:defRPr>
            </a:lvl3pPr>
            <a:lvl4pPr algn="ctr" rtl="0" eaLnBrk="0" fontAlgn="base" hangingPunct="0">
              <a:spcBef>
                <a:spcPct val="0"/>
              </a:spcBef>
              <a:spcAft>
                <a:spcPct val="0"/>
              </a:spcAft>
              <a:defRPr sz="4400">
                <a:solidFill>
                  <a:schemeClr val="accent1"/>
                </a:solidFill>
                <a:latin typeface="Trebuchet MS" pitchFamily="34" charset="0"/>
              </a:defRPr>
            </a:lvl4pPr>
            <a:lvl5pPr algn="ctr" rtl="0" eaLnBrk="0" fontAlgn="base" hangingPunct="0">
              <a:spcBef>
                <a:spcPct val="0"/>
              </a:spcBef>
              <a:spcAft>
                <a:spcPct val="0"/>
              </a:spcAft>
              <a:defRPr sz="4400">
                <a:solidFill>
                  <a:schemeClr val="accent1"/>
                </a:solidFill>
                <a:latin typeface="Trebuchet MS" pitchFamily="34" charset="0"/>
              </a:defRPr>
            </a:lvl5pPr>
            <a:lvl6pPr marL="457200" algn="ctr" rtl="0" fontAlgn="base">
              <a:spcBef>
                <a:spcPct val="0"/>
              </a:spcBef>
              <a:spcAft>
                <a:spcPct val="0"/>
              </a:spcAft>
              <a:defRPr sz="4400">
                <a:solidFill>
                  <a:schemeClr val="accent1"/>
                </a:solidFill>
                <a:latin typeface="Trebuchet MS" pitchFamily="34" charset="0"/>
              </a:defRPr>
            </a:lvl6pPr>
            <a:lvl7pPr marL="914400" algn="ctr" rtl="0" fontAlgn="base">
              <a:spcBef>
                <a:spcPct val="0"/>
              </a:spcBef>
              <a:spcAft>
                <a:spcPct val="0"/>
              </a:spcAft>
              <a:defRPr sz="4400">
                <a:solidFill>
                  <a:schemeClr val="accent1"/>
                </a:solidFill>
                <a:latin typeface="Trebuchet MS" pitchFamily="34" charset="0"/>
              </a:defRPr>
            </a:lvl7pPr>
            <a:lvl8pPr marL="1371600" algn="ctr" rtl="0" fontAlgn="base">
              <a:spcBef>
                <a:spcPct val="0"/>
              </a:spcBef>
              <a:spcAft>
                <a:spcPct val="0"/>
              </a:spcAft>
              <a:defRPr sz="4400">
                <a:solidFill>
                  <a:schemeClr val="accent1"/>
                </a:solidFill>
                <a:latin typeface="Trebuchet MS" pitchFamily="34" charset="0"/>
              </a:defRPr>
            </a:lvl8pPr>
            <a:lvl9pPr marL="1828800" algn="ctr" rtl="0" fontAlgn="base">
              <a:spcBef>
                <a:spcPct val="0"/>
              </a:spcBef>
              <a:spcAft>
                <a:spcPct val="0"/>
              </a:spcAft>
              <a:defRPr sz="4400">
                <a:solidFill>
                  <a:schemeClr val="accent1"/>
                </a:solidFill>
                <a:latin typeface="Trebuchet MS" pitchFamily="34" charset="0"/>
              </a:defRPr>
            </a:lvl9pPr>
          </a:lstStyle>
          <a:p>
            <a:r>
              <a:rPr lang="en-US" altLang="en-US" b="1" kern="0" dirty="0">
                <a:solidFill>
                  <a:srgbClr val="9BC557"/>
                </a:solidFill>
                <a:latin typeface="Century Gothic" panose="020B0502020202020204" pitchFamily="34" charset="0"/>
              </a:rPr>
              <a:t>#betterposter Movement</a:t>
            </a:r>
          </a:p>
        </p:txBody>
      </p:sp>
      <p:sp>
        <p:nvSpPr>
          <p:cNvPr id="5" name="TextBox 4">
            <a:extLst>
              <a:ext uri="{FF2B5EF4-FFF2-40B4-BE49-F238E27FC236}">
                <a16:creationId xmlns:a16="http://schemas.microsoft.com/office/drawing/2014/main" id="{8434C1D6-6A14-47DF-9FD4-5F5E6EB10842}"/>
              </a:ext>
            </a:extLst>
          </p:cNvPr>
          <p:cNvSpPr txBox="1"/>
          <p:nvPr/>
        </p:nvSpPr>
        <p:spPr>
          <a:xfrm>
            <a:off x="1022261" y="6172200"/>
            <a:ext cx="1614545" cy="369332"/>
          </a:xfrm>
          <a:prstGeom prst="rect">
            <a:avLst/>
          </a:prstGeom>
          <a:noFill/>
        </p:spPr>
        <p:txBody>
          <a:bodyPr wrap="none" rtlCol="0">
            <a:spAutoFit/>
          </a:bodyPr>
          <a:lstStyle/>
          <a:p>
            <a:r>
              <a:rPr lang="en-US" b="1" dirty="0">
                <a:solidFill>
                  <a:schemeClr val="accent5">
                    <a:lumMod val="75000"/>
                  </a:schemeClr>
                </a:solidFill>
                <a:latin typeface="Century Gothic" panose="020B0502020202020204" pitchFamily="34" charset="0"/>
              </a:rPr>
              <a:t>“Ammo bar”</a:t>
            </a:r>
          </a:p>
        </p:txBody>
      </p:sp>
      <p:sp>
        <p:nvSpPr>
          <p:cNvPr id="6" name="TextBox 5">
            <a:extLst>
              <a:ext uri="{FF2B5EF4-FFF2-40B4-BE49-F238E27FC236}">
                <a16:creationId xmlns:a16="http://schemas.microsoft.com/office/drawing/2014/main" id="{7F71B09C-04CB-4694-8C13-7FF71CAFE9EB}"/>
              </a:ext>
            </a:extLst>
          </p:cNvPr>
          <p:cNvSpPr txBox="1"/>
          <p:nvPr/>
        </p:nvSpPr>
        <p:spPr>
          <a:xfrm>
            <a:off x="5511126" y="6191987"/>
            <a:ext cx="2604174" cy="369332"/>
          </a:xfrm>
          <a:prstGeom prst="rect">
            <a:avLst/>
          </a:prstGeom>
          <a:noFill/>
        </p:spPr>
        <p:txBody>
          <a:bodyPr wrap="none" rtlCol="0">
            <a:spAutoFit/>
          </a:bodyPr>
          <a:lstStyle/>
          <a:p>
            <a:r>
              <a:rPr lang="en-US" b="0" i="1" dirty="0">
                <a:solidFill>
                  <a:schemeClr val="bg1"/>
                </a:solidFill>
                <a:effectLst/>
                <a:latin typeface="roboto" panose="02000000000000000000" pitchFamily="2" charset="0"/>
              </a:rPr>
              <a:t>YouTube/Mike Morrison</a:t>
            </a:r>
            <a:endParaRPr lang="en-US" dirty="0">
              <a:solidFill>
                <a:schemeClr val="bg1"/>
              </a:solidFill>
            </a:endParaRPr>
          </a:p>
        </p:txBody>
      </p:sp>
      <p:graphicFrame>
        <p:nvGraphicFramePr>
          <p:cNvPr id="9" name="Object 8">
            <a:extLst>
              <a:ext uri="{FF2B5EF4-FFF2-40B4-BE49-F238E27FC236}">
                <a16:creationId xmlns:a16="http://schemas.microsoft.com/office/drawing/2014/main" id="{27C566EE-FFED-94F1-3D8D-22700F7D03F7}"/>
              </a:ext>
            </a:extLst>
          </p:cNvPr>
          <p:cNvGraphicFramePr>
            <a:graphicFrameLocks noChangeAspect="1"/>
          </p:cNvGraphicFramePr>
          <p:nvPr>
            <p:extLst>
              <p:ext uri="{D42A27DB-BD31-4B8C-83A1-F6EECF244321}">
                <p14:modId xmlns:p14="http://schemas.microsoft.com/office/powerpoint/2010/main" val="3485027710"/>
              </p:ext>
            </p:extLst>
          </p:nvPr>
        </p:nvGraphicFramePr>
        <p:xfrm>
          <a:off x="1028700" y="1426792"/>
          <a:ext cx="7086600" cy="4745408"/>
        </p:xfrm>
        <a:graphic>
          <a:graphicData uri="http://schemas.openxmlformats.org/presentationml/2006/ole">
            <mc:AlternateContent xmlns:mc="http://schemas.openxmlformats.org/markup-compatibility/2006">
              <mc:Choice xmlns:v="urn:schemas-microsoft-com:vml" Requires="v">
                <p:oleObj r:id="rId3" imgW="14501520" imgH="9701280" progId="">
                  <p:embed/>
                </p:oleObj>
              </mc:Choice>
              <mc:Fallback>
                <p:oleObj r:id="rId3" imgW="14501520" imgH="9701280" progId="">
                  <p:embed/>
                  <p:pic>
                    <p:nvPicPr>
                      <p:cNvPr id="9" name="Object 8">
                        <a:extLst>
                          <a:ext uri="{FF2B5EF4-FFF2-40B4-BE49-F238E27FC236}">
                            <a16:creationId xmlns:a16="http://schemas.microsoft.com/office/drawing/2014/main" id="{27C566EE-FFED-94F1-3D8D-22700F7D03F7}"/>
                          </a:ext>
                        </a:extLst>
                      </p:cNvPr>
                      <p:cNvPicPr/>
                      <p:nvPr/>
                    </p:nvPicPr>
                    <p:blipFill>
                      <a:blip r:embed="rId4"/>
                      <a:stretch>
                        <a:fillRect/>
                      </a:stretch>
                    </p:blipFill>
                    <p:spPr>
                      <a:xfrm>
                        <a:off x="1028700" y="1426792"/>
                        <a:ext cx="7086600" cy="4745408"/>
                      </a:xfrm>
                      <a:prstGeom prst="rect">
                        <a:avLst/>
                      </a:prstGeom>
                    </p:spPr>
                  </p:pic>
                </p:oleObj>
              </mc:Fallback>
            </mc:AlternateContent>
          </a:graphicData>
        </a:graphic>
      </p:graphicFrame>
    </p:spTree>
    <p:extLst>
      <p:ext uri="{BB962C8B-B14F-4D97-AF65-F5344CB8AC3E}">
        <p14:creationId xmlns:p14="http://schemas.microsoft.com/office/powerpoint/2010/main" val="2484023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660042"/>
            <a:ext cx="8229600" cy="1143000"/>
          </a:xfrm>
        </p:spPr>
        <p:txBody>
          <a:bodyPr/>
          <a:lstStyle/>
          <a:p>
            <a:pPr eaLnBrk="1" hangingPunct="1"/>
            <a:r>
              <a:rPr lang="en-US" altLang="en-US" b="1" dirty="0">
                <a:solidFill>
                  <a:srgbClr val="9BC557"/>
                </a:solidFill>
                <a:latin typeface="Century Gothic" panose="020B0502020202020204" pitchFamily="34" charset="0"/>
              </a:rPr>
              <a:t>Very Loosely Suggested </a:t>
            </a:r>
            <a:br>
              <a:rPr lang="en-US" altLang="en-US" b="1" dirty="0">
                <a:solidFill>
                  <a:srgbClr val="9BC557"/>
                </a:solidFill>
                <a:latin typeface="Century Gothic" panose="020B0502020202020204" pitchFamily="34" charset="0"/>
              </a:rPr>
            </a:br>
            <a:r>
              <a:rPr lang="en-US" altLang="en-US" b="1" dirty="0">
                <a:solidFill>
                  <a:srgbClr val="9BC557"/>
                </a:solidFill>
                <a:latin typeface="Century Gothic" panose="020B0502020202020204" pitchFamily="34" charset="0"/>
              </a:rPr>
              <a:t>Font Sizes</a:t>
            </a:r>
            <a:endParaRPr lang="en-US" altLang="en-US" dirty="0">
              <a:solidFill>
                <a:srgbClr val="9BC557"/>
              </a:solidFill>
              <a:latin typeface="Century Gothic" panose="020B0502020202020204" pitchFamily="34" charset="0"/>
            </a:endParaRPr>
          </a:p>
        </p:txBody>
      </p:sp>
      <p:sp>
        <p:nvSpPr>
          <p:cNvPr id="21507" name="Rectangle 3"/>
          <p:cNvSpPr>
            <a:spLocks noGrp="1" noChangeArrowheads="1"/>
          </p:cNvSpPr>
          <p:nvPr>
            <p:ph type="body" idx="1"/>
          </p:nvPr>
        </p:nvSpPr>
        <p:spPr>
          <a:xfrm>
            <a:off x="457200" y="2057400"/>
            <a:ext cx="8229600" cy="4525963"/>
          </a:xfrm>
        </p:spPr>
        <p:txBody>
          <a:bodyPr/>
          <a:lstStyle/>
          <a:p>
            <a:pPr algn="ctr" eaLnBrk="1" hangingPunct="1">
              <a:spcBef>
                <a:spcPct val="60000"/>
              </a:spcBef>
              <a:buFontTx/>
              <a:buNone/>
              <a:defRPr/>
            </a:pPr>
            <a:br>
              <a:rPr lang="en-US" altLang="en-US" sz="4000" dirty="0">
                <a:solidFill>
                  <a:schemeClr val="folHlink"/>
                </a:solidFill>
              </a:rPr>
            </a:br>
            <a:r>
              <a:rPr lang="en-US" altLang="en-US" sz="8000" b="1" dirty="0">
                <a:solidFill>
                  <a:schemeClr val="accent5">
                    <a:lumMod val="75000"/>
                  </a:schemeClr>
                </a:solidFill>
                <a:latin typeface="Century Gothic" panose="020B0502020202020204" pitchFamily="34" charset="0"/>
              </a:rPr>
              <a:t>Title</a:t>
            </a:r>
            <a:r>
              <a:rPr lang="en-US" altLang="en-US" sz="8000" dirty="0">
                <a:solidFill>
                  <a:schemeClr val="accent5">
                    <a:lumMod val="75000"/>
                  </a:schemeClr>
                </a:solidFill>
                <a:latin typeface="Century Gothic" panose="020B0502020202020204" pitchFamily="34" charset="0"/>
              </a:rPr>
              <a:t> (80 </a:t>
            </a:r>
            <a:r>
              <a:rPr lang="en-US" altLang="en-US" sz="8000" dirty="0" err="1">
                <a:solidFill>
                  <a:schemeClr val="accent5">
                    <a:lumMod val="75000"/>
                  </a:schemeClr>
                </a:solidFill>
                <a:latin typeface="Century Gothic" panose="020B0502020202020204" pitchFamily="34" charset="0"/>
              </a:rPr>
              <a:t>pt</a:t>
            </a:r>
            <a:r>
              <a:rPr lang="en-US" altLang="en-US" sz="8000" dirty="0">
                <a:solidFill>
                  <a:schemeClr val="accent5">
                    <a:lumMod val="75000"/>
                  </a:schemeClr>
                </a:solidFill>
                <a:latin typeface="Century Gothic" panose="020B0502020202020204" pitchFamily="34" charset="0"/>
              </a:rPr>
              <a:t>)</a:t>
            </a:r>
          </a:p>
          <a:p>
            <a:pPr algn="ctr" eaLnBrk="1" hangingPunct="1">
              <a:spcBef>
                <a:spcPct val="60000"/>
              </a:spcBef>
              <a:buFontTx/>
              <a:buNone/>
              <a:defRPr/>
            </a:pPr>
            <a:r>
              <a:rPr lang="en-US" altLang="en-US" sz="3800" dirty="0">
                <a:solidFill>
                  <a:schemeClr val="accent5">
                    <a:lumMod val="75000"/>
                  </a:schemeClr>
                </a:solidFill>
                <a:latin typeface="Century Gothic" panose="020B0502020202020204" pitchFamily="34" charset="0"/>
              </a:rPr>
              <a:t>Heading (38 </a:t>
            </a:r>
            <a:r>
              <a:rPr lang="en-US" altLang="en-US" sz="3800" dirty="0" err="1">
                <a:solidFill>
                  <a:schemeClr val="accent5">
                    <a:lumMod val="75000"/>
                  </a:schemeClr>
                </a:solidFill>
                <a:latin typeface="Century Gothic" panose="020B0502020202020204" pitchFamily="34" charset="0"/>
              </a:rPr>
              <a:t>pt</a:t>
            </a:r>
            <a:r>
              <a:rPr lang="en-US" altLang="en-US" sz="3800" dirty="0">
                <a:solidFill>
                  <a:schemeClr val="accent5">
                    <a:lumMod val="75000"/>
                  </a:schemeClr>
                </a:solidFill>
                <a:latin typeface="Century Gothic" panose="020B0502020202020204" pitchFamily="34" charset="0"/>
              </a:rPr>
              <a:t>)</a:t>
            </a:r>
          </a:p>
          <a:p>
            <a:pPr algn="ctr" eaLnBrk="1" hangingPunct="1">
              <a:spcBef>
                <a:spcPct val="60000"/>
              </a:spcBef>
              <a:buFontTx/>
              <a:buNone/>
              <a:defRPr/>
            </a:pPr>
            <a:r>
              <a:rPr lang="en-US" altLang="en-US" dirty="0">
                <a:solidFill>
                  <a:schemeClr val="accent5">
                    <a:lumMod val="75000"/>
                  </a:schemeClr>
                </a:solidFill>
                <a:latin typeface="Century Gothic" panose="020B0502020202020204" pitchFamily="34" charset="0"/>
              </a:rPr>
              <a:t>Subheading (32 </a:t>
            </a:r>
            <a:r>
              <a:rPr lang="en-US" altLang="en-US" dirty="0" err="1">
                <a:solidFill>
                  <a:schemeClr val="accent5">
                    <a:lumMod val="75000"/>
                  </a:schemeClr>
                </a:solidFill>
                <a:latin typeface="Century Gothic" panose="020B0502020202020204" pitchFamily="34" charset="0"/>
              </a:rPr>
              <a:t>pt</a:t>
            </a:r>
            <a:r>
              <a:rPr lang="en-US" altLang="en-US" dirty="0">
                <a:solidFill>
                  <a:schemeClr val="accent5">
                    <a:lumMod val="75000"/>
                  </a:schemeClr>
                </a:solidFill>
                <a:latin typeface="Century Gothic" panose="020B0502020202020204" pitchFamily="34" charset="0"/>
              </a:rPr>
              <a:t>)</a:t>
            </a:r>
          </a:p>
          <a:p>
            <a:pPr algn="ctr" eaLnBrk="1" hangingPunct="1">
              <a:spcBef>
                <a:spcPct val="60000"/>
              </a:spcBef>
              <a:buFontTx/>
              <a:buNone/>
              <a:defRPr/>
            </a:pPr>
            <a:r>
              <a:rPr lang="en-US" altLang="en-US" sz="2800" dirty="0">
                <a:latin typeface="Times" panose="02020603050405020304" pitchFamily="18" charset="0"/>
              </a:rPr>
              <a:t>Body Text (28 </a:t>
            </a:r>
            <a:r>
              <a:rPr lang="en-US" altLang="en-US" sz="2800" dirty="0" err="1">
                <a:latin typeface="Times" panose="02020603050405020304" pitchFamily="18" charset="0"/>
              </a:rPr>
              <a:t>pt</a:t>
            </a:r>
            <a:r>
              <a:rPr lang="en-US" altLang="en-US" sz="2800" dirty="0">
                <a:latin typeface="Times"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457200" y="2057400"/>
            <a:ext cx="8229600" cy="3822585"/>
          </a:xfrm>
        </p:spPr>
        <p:txBody>
          <a:bodyPr>
            <a:spAutoFit/>
          </a:bodyPr>
          <a:lstStyle/>
          <a:p>
            <a:pPr algn="ctr" eaLnBrk="1" hangingPunct="1">
              <a:spcBef>
                <a:spcPct val="60000"/>
              </a:spcBef>
              <a:buFontTx/>
              <a:buNone/>
            </a:pPr>
            <a:br>
              <a:rPr lang="en-US" altLang="en-US" sz="4000" dirty="0">
                <a:solidFill>
                  <a:schemeClr val="folHlink"/>
                </a:solidFill>
                <a:latin typeface="Century Gothic" panose="020B0502020202020204" pitchFamily="34" charset="0"/>
              </a:rPr>
            </a:br>
            <a:r>
              <a:rPr lang="en-US" altLang="en-US" sz="4400" dirty="0">
                <a:solidFill>
                  <a:schemeClr val="accent5">
                    <a:lumMod val="75000"/>
                  </a:schemeClr>
                </a:solidFill>
                <a:latin typeface="Century Gothic" panose="020B0502020202020204" pitchFamily="34" charset="0"/>
              </a:rPr>
              <a:t>Do not make your </a:t>
            </a:r>
            <a:br>
              <a:rPr lang="en-US" altLang="en-US" sz="4400" dirty="0">
                <a:solidFill>
                  <a:schemeClr val="accent5">
                    <a:lumMod val="75000"/>
                  </a:schemeClr>
                </a:solidFill>
                <a:latin typeface="Century Gothic" panose="020B0502020202020204" pitchFamily="34" charset="0"/>
              </a:rPr>
            </a:br>
            <a:r>
              <a:rPr lang="en-US" altLang="en-US" sz="4400" dirty="0">
                <a:solidFill>
                  <a:schemeClr val="accent5">
                    <a:lumMod val="75000"/>
                  </a:schemeClr>
                </a:solidFill>
                <a:latin typeface="Century Gothic" panose="020B0502020202020204" pitchFamily="34" charset="0"/>
              </a:rPr>
              <a:t>figure captions </a:t>
            </a:r>
            <a:r>
              <a:rPr lang="en-US" altLang="en-US" sz="2400" dirty="0">
                <a:solidFill>
                  <a:schemeClr val="accent5">
                    <a:lumMod val="75000"/>
                  </a:schemeClr>
                </a:solidFill>
                <a:latin typeface="Century Gothic" panose="020B0502020202020204" pitchFamily="34" charset="0"/>
              </a:rPr>
              <a:t>tiny</a:t>
            </a:r>
            <a:r>
              <a:rPr lang="en-US" altLang="en-US" sz="4400" dirty="0">
                <a:solidFill>
                  <a:schemeClr val="accent5">
                    <a:lumMod val="75000"/>
                  </a:schemeClr>
                </a:solidFill>
                <a:latin typeface="Century Gothic" panose="020B0502020202020204" pitchFamily="34" charset="0"/>
              </a:rPr>
              <a:t>.</a:t>
            </a:r>
            <a:br>
              <a:rPr lang="en-US" altLang="en-US" sz="4400" dirty="0">
                <a:solidFill>
                  <a:schemeClr val="accent5">
                    <a:lumMod val="75000"/>
                  </a:schemeClr>
                </a:solidFill>
                <a:latin typeface="Century Gothic" panose="020B0502020202020204" pitchFamily="34" charset="0"/>
              </a:rPr>
            </a:br>
            <a:endParaRPr lang="en-US" altLang="en-US" sz="4400" dirty="0">
              <a:solidFill>
                <a:schemeClr val="accent5">
                  <a:lumMod val="75000"/>
                </a:schemeClr>
              </a:solidFill>
              <a:latin typeface="Century Gothic" panose="020B0502020202020204" pitchFamily="34" charset="0"/>
            </a:endParaRPr>
          </a:p>
          <a:p>
            <a:pPr algn="ctr" eaLnBrk="1" hangingPunct="1">
              <a:spcBef>
                <a:spcPct val="60000"/>
              </a:spcBef>
              <a:buFontTx/>
              <a:buNone/>
            </a:pPr>
            <a:r>
              <a:rPr lang="en-US" altLang="en-US" sz="4400" dirty="0">
                <a:solidFill>
                  <a:schemeClr val="accent5">
                    <a:lumMod val="75000"/>
                  </a:schemeClr>
                </a:solidFill>
                <a:latin typeface="Century Gothic" panose="020B0502020202020204" pitchFamily="34" charset="0"/>
              </a:rPr>
              <a:t>Same goes for chart text.</a:t>
            </a:r>
            <a:endParaRPr lang="en-US" altLang="en-US" sz="1100" dirty="0">
              <a:solidFill>
                <a:schemeClr val="accent5">
                  <a:lumMod val="75000"/>
                </a:schemeClr>
              </a:solidFill>
              <a:latin typeface="Century Gothic" panose="020B0502020202020204" pitchFamily="34" charset="0"/>
            </a:endParaRPr>
          </a:p>
        </p:txBody>
      </p:sp>
      <p:sp>
        <p:nvSpPr>
          <p:cNvPr id="22531" name="Rectangle 2"/>
          <p:cNvSpPr>
            <a:spLocks noGrp="1" noChangeArrowheads="1"/>
          </p:cNvSpPr>
          <p:nvPr>
            <p:ph type="title"/>
          </p:nvPr>
        </p:nvSpPr>
        <p:spPr>
          <a:xfrm>
            <a:off x="457200" y="978015"/>
            <a:ext cx="8229600" cy="1143000"/>
          </a:xfrm>
        </p:spPr>
        <p:txBody>
          <a:bodyPr/>
          <a:lstStyle/>
          <a:p>
            <a:pPr eaLnBrk="1" hangingPunct="1"/>
            <a:r>
              <a:rPr lang="en-US" altLang="en-US" b="1" dirty="0">
                <a:solidFill>
                  <a:srgbClr val="9BC557"/>
                </a:solidFill>
                <a:latin typeface="Century Gothic" panose="020B0502020202020204" pitchFamily="34" charset="0"/>
              </a:rPr>
              <a:t>Very Loosely Suggested </a:t>
            </a:r>
            <a:br>
              <a:rPr lang="en-US" altLang="en-US" b="1" dirty="0">
                <a:solidFill>
                  <a:srgbClr val="9BC557"/>
                </a:solidFill>
                <a:latin typeface="Century Gothic" panose="020B0502020202020204" pitchFamily="34" charset="0"/>
              </a:rPr>
            </a:br>
            <a:r>
              <a:rPr lang="en-US" altLang="en-US" b="1" dirty="0">
                <a:solidFill>
                  <a:srgbClr val="9BC557"/>
                </a:solidFill>
                <a:latin typeface="Century Gothic" panose="020B0502020202020204" pitchFamily="34" charset="0"/>
              </a:rPr>
              <a:t>Font Sizes</a:t>
            </a:r>
            <a:br>
              <a:rPr lang="en-US" altLang="en-US" b="1" dirty="0">
                <a:solidFill>
                  <a:srgbClr val="9BC557"/>
                </a:solidFill>
                <a:latin typeface="Century Gothic" panose="020B0502020202020204" pitchFamily="34" charset="0"/>
              </a:rPr>
            </a:br>
            <a:endParaRPr lang="en-US" altLang="en-US" dirty="0">
              <a:solidFill>
                <a:srgbClr val="9BC557"/>
              </a:solidFill>
              <a:latin typeface="Century Gothic" panose="020B0502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sz="4800" b="1" dirty="0">
                <a:solidFill>
                  <a:srgbClr val="9BC557"/>
                </a:solidFill>
                <a:latin typeface="Baskerville Old Face" panose="02020602080505020303" pitchFamily="18" charset="0"/>
              </a:rPr>
              <a:t>Serif</a:t>
            </a:r>
            <a:r>
              <a:rPr lang="en-US" altLang="en-US" b="1" dirty="0">
                <a:solidFill>
                  <a:srgbClr val="9BC557"/>
                </a:solidFill>
                <a:latin typeface="Century Gothic" panose="020B0502020202020204" pitchFamily="34" charset="0"/>
              </a:rPr>
              <a:t> vs. Sans-Serif Fonts</a:t>
            </a:r>
          </a:p>
        </p:txBody>
      </p:sp>
      <p:sp>
        <p:nvSpPr>
          <p:cNvPr id="24579" name="Text Box 7"/>
          <p:cNvSpPr txBox="1">
            <a:spLocks noChangeArrowheads="1"/>
          </p:cNvSpPr>
          <p:nvPr/>
        </p:nvSpPr>
        <p:spPr bwMode="auto">
          <a:xfrm>
            <a:off x="1095375" y="995363"/>
            <a:ext cx="2790825"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r>
              <a:rPr lang="en-US" altLang="en-US" sz="33600" dirty="0">
                <a:solidFill>
                  <a:srgbClr val="9BC557"/>
                </a:solidFill>
                <a:latin typeface="Times" panose="02020603050405020304" pitchFamily="18" charset="0"/>
              </a:rPr>
              <a:t>E</a:t>
            </a:r>
            <a:endParaRPr lang="en-US" altLang="en-US" sz="54200" dirty="0">
              <a:solidFill>
                <a:srgbClr val="9BC557"/>
              </a:solidFill>
              <a:latin typeface="Times" panose="02020603050405020304" pitchFamily="18" charset="0"/>
            </a:endParaRPr>
          </a:p>
        </p:txBody>
      </p:sp>
      <p:sp>
        <p:nvSpPr>
          <p:cNvPr id="24580" name="Text Box 8"/>
          <p:cNvSpPr txBox="1">
            <a:spLocks noChangeArrowheads="1"/>
          </p:cNvSpPr>
          <p:nvPr/>
        </p:nvSpPr>
        <p:spPr bwMode="auto">
          <a:xfrm>
            <a:off x="4979988" y="1541463"/>
            <a:ext cx="2640012"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r>
              <a:rPr lang="en-US" altLang="en-US" sz="29000" dirty="0">
                <a:solidFill>
                  <a:schemeClr val="accent5">
                    <a:lumMod val="75000"/>
                  </a:schemeClr>
                </a:solidFill>
                <a:latin typeface="Arial" panose="020B0604020202020204" pitchFamily="34" charset="0"/>
              </a:rPr>
              <a:t>E</a:t>
            </a:r>
          </a:p>
        </p:txBody>
      </p:sp>
      <p:sp>
        <p:nvSpPr>
          <p:cNvPr id="24581" name="Oval 9"/>
          <p:cNvSpPr>
            <a:spLocks noChangeArrowheads="1"/>
          </p:cNvSpPr>
          <p:nvPr/>
        </p:nvSpPr>
        <p:spPr bwMode="auto">
          <a:xfrm>
            <a:off x="3200400" y="4419600"/>
            <a:ext cx="762000" cy="762000"/>
          </a:xfrm>
          <a:prstGeom prst="ellipse">
            <a:avLst/>
          </a:prstGeom>
          <a:noFill/>
          <a:ln w="19050">
            <a:solidFill>
              <a:srgbClr val="CC0066"/>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24582" name="Oval 10"/>
          <p:cNvSpPr>
            <a:spLocks noChangeArrowheads="1"/>
          </p:cNvSpPr>
          <p:nvPr/>
        </p:nvSpPr>
        <p:spPr bwMode="auto">
          <a:xfrm>
            <a:off x="1066800" y="4724400"/>
            <a:ext cx="762000" cy="762000"/>
          </a:xfrm>
          <a:prstGeom prst="ellipse">
            <a:avLst/>
          </a:prstGeom>
          <a:noFill/>
          <a:ln w="19050">
            <a:solidFill>
              <a:srgbClr val="CC0066"/>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24583" name="Oval 11"/>
          <p:cNvSpPr>
            <a:spLocks noChangeArrowheads="1"/>
          </p:cNvSpPr>
          <p:nvPr/>
        </p:nvSpPr>
        <p:spPr bwMode="auto">
          <a:xfrm>
            <a:off x="990600" y="2133600"/>
            <a:ext cx="762000" cy="762000"/>
          </a:xfrm>
          <a:prstGeom prst="ellipse">
            <a:avLst/>
          </a:prstGeom>
          <a:noFill/>
          <a:ln w="19050">
            <a:solidFill>
              <a:srgbClr val="CC0066"/>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24584" name="Oval 12"/>
          <p:cNvSpPr>
            <a:spLocks noChangeArrowheads="1"/>
          </p:cNvSpPr>
          <p:nvPr/>
        </p:nvSpPr>
        <p:spPr bwMode="auto">
          <a:xfrm>
            <a:off x="3200400" y="2514600"/>
            <a:ext cx="762000" cy="762000"/>
          </a:xfrm>
          <a:prstGeom prst="ellipse">
            <a:avLst/>
          </a:prstGeom>
          <a:noFill/>
          <a:ln w="19050">
            <a:solidFill>
              <a:srgbClr val="CC0066"/>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eaLnBrk="1" hangingPunct="1">
              <a:spcBef>
                <a:spcPct val="0"/>
              </a:spcBef>
              <a:buFontTx/>
              <a:buNone/>
            </a:pPr>
            <a:endParaRPr lang="en-US" altLang="en-US" sz="1800">
              <a:solidFill>
                <a:schemeClr val="tx1"/>
              </a:solidFill>
              <a:latin typeface="Arial" panose="020B0604020202020204" pitchFamily="34" charset="0"/>
            </a:endParaRPr>
          </a:p>
        </p:txBody>
      </p:sp>
      <p:sp>
        <p:nvSpPr>
          <p:cNvPr id="24585" name="Text Box 13"/>
          <p:cNvSpPr txBox="1">
            <a:spLocks noChangeArrowheads="1"/>
          </p:cNvSpPr>
          <p:nvPr/>
        </p:nvSpPr>
        <p:spPr bwMode="auto">
          <a:xfrm>
            <a:off x="928688" y="5486400"/>
            <a:ext cx="3286125" cy="1077913"/>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algn="ctr" eaLnBrk="1" hangingPunct="1">
              <a:spcBef>
                <a:spcPct val="0"/>
              </a:spcBef>
              <a:buFontTx/>
              <a:buNone/>
            </a:pPr>
            <a:r>
              <a:rPr lang="en-US" altLang="en-US" b="1">
                <a:latin typeface="Times New Roman" panose="02020603050405020304" pitchFamily="18" charset="0"/>
                <a:cs typeface="Times New Roman" panose="02020603050405020304" pitchFamily="18" charset="0"/>
              </a:rPr>
              <a:t>Serif</a:t>
            </a:r>
            <a:br>
              <a:rPr lang="en-US" altLang="en-US" b="1">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(times new roman)</a:t>
            </a:r>
          </a:p>
        </p:txBody>
      </p:sp>
      <p:sp>
        <p:nvSpPr>
          <p:cNvPr id="24586" name="Text Box 14"/>
          <p:cNvSpPr txBox="1">
            <a:spLocks noChangeArrowheads="1"/>
          </p:cNvSpPr>
          <p:nvPr/>
        </p:nvSpPr>
        <p:spPr bwMode="auto">
          <a:xfrm>
            <a:off x="5256213" y="5486400"/>
            <a:ext cx="2212975" cy="1077913"/>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bg1"/>
                </a:solidFill>
                <a:latin typeface="Trebuchet MS" panose="020B0603020202020204" pitchFamily="34" charset="0"/>
              </a:defRPr>
            </a:lvl1pPr>
            <a:lvl2pPr marL="742950" indent="-285750">
              <a:spcBef>
                <a:spcPct val="20000"/>
              </a:spcBef>
              <a:buChar char="–"/>
              <a:defRPr sz="2800">
                <a:solidFill>
                  <a:schemeClr val="accent1"/>
                </a:solidFill>
                <a:latin typeface="Trebuchet MS" panose="020B0603020202020204" pitchFamily="34" charset="0"/>
              </a:defRPr>
            </a:lvl2pPr>
            <a:lvl3pPr marL="1143000" indent="-228600">
              <a:spcBef>
                <a:spcPct val="20000"/>
              </a:spcBef>
              <a:buChar char="•"/>
              <a:defRPr sz="2400">
                <a:solidFill>
                  <a:srgbClr val="E0FF89"/>
                </a:solidFill>
                <a:latin typeface="Trebuchet MS" panose="020B0603020202020204" pitchFamily="34" charset="0"/>
              </a:defRPr>
            </a:lvl3pPr>
            <a:lvl4pPr marL="1600200" indent="-228600">
              <a:spcBef>
                <a:spcPct val="20000"/>
              </a:spcBef>
              <a:buChar char="–"/>
              <a:defRPr sz="2000">
                <a:solidFill>
                  <a:schemeClr val="bg1"/>
                </a:solidFill>
                <a:latin typeface="Trebuchet MS" panose="020B0603020202020204" pitchFamily="34" charset="0"/>
              </a:defRPr>
            </a:lvl4pPr>
            <a:lvl5pPr marL="2057400" indent="-228600">
              <a:spcBef>
                <a:spcPct val="20000"/>
              </a:spcBef>
              <a:buChar char="»"/>
              <a:defRPr sz="2000">
                <a:solidFill>
                  <a:schemeClr val="accent1"/>
                </a:solidFill>
                <a:latin typeface="Trebuchet MS" panose="020B0603020202020204" pitchFamily="34" charset="0"/>
              </a:defRPr>
            </a:lvl5pPr>
            <a:lvl6pPr marL="2514600" indent="-228600" eaLnBrk="0" fontAlgn="base" hangingPunct="0">
              <a:spcBef>
                <a:spcPct val="20000"/>
              </a:spcBef>
              <a:spcAft>
                <a:spcPct val="0"/>
              </a:spcAft>
              <a:buChar char="»"/>
              <a:defRPr sz="2000">
                <a:solidFill>
                  <a:schemeClr val="accent1"/>
                </a:solidFill>
                <a:latin typeface="Trebuchet MS" panose="020B0603020202020204" pitchFamily="34" charset="0"/>
              </a:defRPr>
            </a:lvl6pPr>
            <a:lvl7pPr marL="2971800" indent="-228600" eaLnBrk="0" fontAlgn="base" hangingPunct="0">
              <a:spcBef>
                <a:spcPct val="20000"/>
              </a:spcBef>
              <a:spcAft>
                <a:spcPct val="0"/>
              </a:spcAft>
              <a:buChar char="»"/>
              <a:defRPr sz="2000">
                <a:solidFill>
                  <a:schemeClr val="accent1"/>
                </a:solidFill>
                <a:latin typeface="Trebuchet MS" panose="020B0603020202020204" pitchFamily="34" charset="0"/>
              </a:defRPr>
            </a:lvl7pPr>
            <a:lvl8pPr marL="3429000" indent="-228600" eaLnBrk="0" fontAlgn="base" hangingPunct="0">
              <a:spcBef>
                <a:spcPct val="20000"/>
              </a:spcBef>
              <a:spcAft>
                <a:spcPct val="0"/>
              </a:spcAft>
              <a:buChar char="»"/>
              <a:defRPr sz="2000">
                <a:solidFill>
                  <a:schemeClr val="accent1"/>
                </a:solidFill>
                <a:latin typeface="Trebuchet MS" panose="020B0603020202020204" pitchFamily="34" charset="0"/>
              </a:defRPr>
            </a:lvl8pPr>
            <a:lvl9pPr marL="3886200" indent="-228600" eaLnBrk="0" fontAlgn="base" hangingPunct="0">
              <a:spcBef>
                <a:spcPct val="20000"/>
              </a:spcBef>
              <a:spcAft>
                <a:spcPct val="0"/>
              </a:spcAft>
              <a:buChar char="»"/>
              <a:defRPr sz="2000">
                <a:solidFill>
                  <a:schemeClr val="accent1"/>
                </a:solidFill>
                <a:latin typeface="Trebuchet MS" panose="020B0603020202020204" pitchFamily="34" charset="0"/>
              </a:defRPr>
            </a:lvl9pPr>
          </a:lstStyle>
          <a:p>
            <a:pPr algn="ctr" eaLnBrk="1" hangingPunct="1">
              <a:spcBef>
                <a:spcPct val="0"/>
              </a:spcBef>
              <a:buFontTx/>
              <a:buNone/>
            </a:pPr>
            <a:r>
              <a:rPr lang="en-US" altLang="en-US" b="1">
                <a:latin typeface="Arial" panose="020B0604020202020204" pitchFamily="34" charset="0"/>
                <a:cs typeface="Arial" panose="020B0604020202020204" pitchFamily="34" charset="0"/>
              </a:rPr>
              <a:t>Sans-Serif</a:t>
            </a:r>
            <a:br>
              <a:rPr lang="en-US" altLang="en-US" b="1">
                <a:latin typeface="Arial" panose="020B0604020202020204" pitchFamily="34" charset="0"/>
                <a:cs typeface="Arial" panose="020B0604020202020204" pitchFamily="34" charset="0"/>
              </a:rPr>
            </a:br>
            <a:r>
              <a:rPr lang="en-US" altLang="en-US">
                <a:latin typeface="Arial" panose="020B0604020202020204" pitchFamily="34" charset="0"/>
                <a:cs typeface="Arial" panose="020B0604020202020204" pitchFamily="34" charset="0"/>
              </a:rPr>
              <a:t>(arial)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b="1" dirty="0">
                <a:solidFill>
                  <a:srgbClr val="9BC557"/>
                </a:solidFill>
                <a:latin typeface="Century Gothic" panose="020B0502020202020204" pitchFamily="34" charset="0"/>
              </a:rPr>
              <a:t>Good Font, Bad Font*</a:t>
            </a:r>
          </a:p>
        </p:txBody>
      </p:sp>
      <p:sp>
        <p:nvSpPr>
          <p:cNvPr id="25603" name="Content Placeholder 2"/>
          <p:cNvSpPr>
            <a:spLocks noGrp="1"/>
          </p:cNvSpPr>
          <p:nvPr>
            <p:ph idx="1"/>
          </p:nvPr>
        </p:nvSpPr>
        <p:spPr>
          <a:xfrm>
            <a:off x="914400" y="1600200"/>
            <a:ext cx="7394575" cy="3043238"/>
          </a:xfrm>
        </p:spPr>
        <p:txBody>
          <a:bodyPr/>
          <a:lstStyle/>
          <a:p>
            <a:pPr eaLnBrk="1" hangingPunct="1"/>
            <a:r>
              <a:rPr lang="en-US" altLang="en-US" dirty="0">
                <a:latin typeface="Century Gothic" panose="020B0502020202020204" pitchFamily="34" charset="0"/>
              </a:rPr>
              <a:t>Sans Serif (Headings/Titles):</a:t>
            </a:r>
          </a:p>
          <a:p>
            <a:pPr lvl="1" eaLnBrk="1" hangingPunct="1"/>
            <a:r>
              <a:rPr lang="en-US" altLang="en-US" dirty="0">
                <a:solidFill>
                  <a:schemeClr val="accent5">
                    <a:lumMod val="75000"/>
                  </a:schemeClr>
                </a:solidFill>
                <a:latin typeface="Arial" panose="020B0604020202020204" pitchFamily="34" charset="0"/>
                <a:cs typeface="Arial" panose="020B0604020202020204" pitchFamily="34" charset="0"/>
              </a:rPr>
              <a:t>Arial, </a:t>
            </a:r>
            <a:r>
              <a:rPr lang="en-US" altLang="en-US" dirty="0">
                <a:solidFill>
                  <a:schemeClr val="accent5">
                    <a:lumMod val="75000"/>
                  </a:schemeClr>
                </a:solidFill>
              </a:rPr>
              <a:t>Trebuchet, </a:t>
            </a:r>
            <a:r>
              <a:rPr lang="en-US" altLang="en-US" dirty="0">
                <a:solidFill>
                  <a:schemeClr val="accent5">
                    <a:lumMod val="75000"/>
                  </a:schemeClr>
                </a:solidFill>
                <a:latin typeface="Calibri" panose="020F0502020204030204" pitchFamily="34" charset="0"/>
                <a:cs typeface="Calibri" panose="020F0502020204030204" pitchFamily="34" charset="0"/>
              </a:rPr>
              <a:t>Calibri, </a:t>
            </a:r>
            <a:r>
              <a:rPr lang="en-US" altLang="en-US" dirty="0">
                <a:solidFill>
                  <a:schemeClr val="accent5">
                    <a:lumMod val="75000"/>
                  </a:schemeClr>
                </a:solidFill>
                <a:latin typeface="Century Gothic" panose="020B0502020202020204" pitchFamily="34" charset="0"/>
              </a:rPr>
              <a:t>Century Gothic, </a:t>
            </a:r>
            <a:r>
              <a:rPr lang="en-US" altLang="en-US" dirty="0">
                <a:solidFill>
                  <a:schemeClr val="accent5">
                    <a:lumMod val="75000"/>
                  </a:schemeClr>
                </a:solidFill>
                <a:latin typeface="Aptos" panose="020B0004020202020204" pitchFamily="34" charset="0"/>
              </a:rPr>
              <a:t>Aptos</a:t>
            </a:r>
            <a:br>
              <a:rPr lang="en-US" altLang="en-US" dirty="0">
                <a:latin typeface="Century Gothic" panose="020B0502020202020204" pitchFamily="34" charset="0"/>
              </a:rPr>
            </a:br>
            <a:endParaRPr lang="en-US" altLang="en-US" dirty="0">
              <a:latin typeface="Century Gothic" panose="020B0502020202020204" pitchFamily="34" charset="0"/>
            </a:endParaRPr>
          </a:p>
          <a:p>
            <a:pPr eaLnBrk="1" hangingPunct="1"/>
            <a:r>
              <a:rPr lang="en-US" altLang="en-US" dirty="0">
                <a:latin typeface="Century Gothic" panose="020B0502020202020204" pitchFamily="34" charset="0"/>
              </a:rPr>
              <a:t>Serif (Body Text):</a:t>
            </a:r>
          </a:p>
          <a:p>
            <a:pPr lvl="1" eaLnBrk="1" hangingPunct="1"/>
            <a:r>
              <a:rPr lang="en-US" altLang="en-US" dirty="0">
                <a:solidFill>
                  <a:schemeClr val="accent5">
                    <a:lumMod val="75000"/>
                  </a:schemeClr>
                </a:solidFill>
                <a:latin typeface="Times New Roman" panose="02020603050405020304" pitchFamily="18" charset="0"/>
                <a:cs typeface="Times New Roman" panose="02020603050405020304" pitchFamily="18" charset="0"/>
              </a:rPr>
              <a:t>Times New Roman</a:t>
            </a:r>
            <a:r>
              <a:rPr lang="en-US" altLang="en-US" dirty="0">
                <a:solidFill>
                  <a:schemeClr val="accent5">
                    <a:lumMod val="75000"/>
                  </a:schemeClr>
                </a:solidFill>
              </a:rPr>
              <a:t>, </a:t>
            </a:r>
            <a:r>
              <a:rPr lang="en-US" altLang="en-US" dirty="0">
                <a:solidFill>
                  <a:schemeClr val="accent5">
                    <a:lumMod val="75000"/>
                  </a:schemeClr>
                </a:solidFill>
                <a:latin typeface="Georgia" panose="02040502050405020303" pitchFamily="18" charset="0"/>
              </a:rPr>
              <a:t>Georgia</a:t>
            </a:r>
            <a:r>
              <a:rPr lang="en-US" altLang="en-US" dirty="0">
                <a:solidFill>
                  <a:schemeClr val="accent5">
                    <a:lumMod val="75000"/>
                  </a:schemeClr>
                </a:solidFill>
              </a:rPr>
              <a:t>, </a:t>
            </a:r>
            <a:r>
              <a:rPr lang="en-US" altLang="en-US" dirty="0">
                <a:solidFill>
                  <a:schemeClr val="accent5">
                    <a:lumMod val="75000"/>
                  </a:schemeClr>
                </a:solidFill>
                <a:latin typeface="Garamond" panose="02020404030301010803" pitchFamily="18" charset="0"/>
              </a:rPr>
              <a:t>Garamond</a:t>
            </a:r>
            <a:endParaRPr lang="en-US" altLang="en-US" dirty="0">
              <a:solidFill>
                <a:schemeClr val="accent5">
                  <a:lumMod val="75000"/>
                </a:schemeClr>
              </a:solidFill>
            </a:endParaRPr>
          </a:p>
        </p:txBody>
      </p:sp>
      <p:sp>
        <p:nvSpPr>
          <p:cNvPr id="2" name="Rectangle 1"/>
          <p:cNvSpPr/>
          <p:nvPr/>
        </p:nvSpPr>
        <p:spPr>
          <a:xfrm>
            <a:off x="3886200" y="5943600"/>
            <a:ext cx="4941888" cy="646113"/>
          </a:xfrm>
          <a:prstGeom prst="rect">
            <a:avLst/>
          </a:prstGeom>
        </p:spPr>
        <p:txBody>
          <a:bodyPr>
            <a:spAutoFit/>
          </a:bodyPr>
          <a:lstStyle/>
          <a:p>
            <a:pPr marL="850900" indent="-850900" algn="r" eaLnBrk="1" hangingPunct="1">
              <a:defRPr/>
            </a:pPr>
            <a:r>
              <a:rPr lang="en-US" dirty="0">
                <a:solidFill>
                  <a:schemeClr val="accent5"/>
                </a:solidFill>
                <a:latin typeface="Trebuchet MS" panose="020B0603020202020204" pitchFamily="34" charset="0"/>
              </a:rPr>
              <a:t>*I will always, always replace </a:t>
            </a:r>
            <a:r>
              <a:rPr lang="en-US" dirty="0">
                <a:solidFill>
                  <a:srgbClr val="92D050"/>
                </a:solidFill>
                <a:latin typeface="Comic Sans MS" pitchFamily="66" charset="0"/>
              </a:rPr>
              <a:t>Comic Sans </a:t>
            </a:r>
            <a:r>
              <a:rPr lang="en-US" dirty="0">
                <a:solidFill>
                  <a:schemeClr val="accent5"/>
                </a:solidFill>
                <a:latin typeface="Trebuchet MS" panose="020B0603020202020204" pitchFamily="34" charset="0"/>
                <a:cs typeface="Arial" panose="020B0604020202020204" pitchFamily="34" charset="0"/>
              </a:rPr>
              <a:t>with another font.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b="1" dirty="0">
                <a:solidFill>
                  <a:srgbClr val="9BC557"/>
                </a:solidFill>
                <a:latin typeface="Century Gothic" panose="020B0502020202020204" pitchFamily="34" charset="0"/>
              </a:rPr>
              <a:t>Fonts + Charts/Graphs</a:t>
            </a:r>
          </a:p>
        </p:txBody>
      </p:sp>
      <p:sp>
        <p:nvSpPr>
          <p:cNvPr id="3" name="Content Placeholder 2"/>
          <p:cNvSpPr>
            <a:spLocks noGrp="1"/>
          </p:cNvSpPr>
          <p:nvPr>
            <p:ph idx="1"/>
          </p:nvPr>
        </p:nvSpPr>
        <p:spPr>
          <a:xfrm>
            <a:off x="550863" y="1620838"/>
            <a:ext cx="8001000" cy="4527550"/>
          </a:xfrm>
        </p:spPr>
        <p:txBody>
          <a:bodyPr/>
          <a:lstStyle/>
          <a:p>
            <a:pPr lvl="1" eaLnBrk="1" hangingPunct="1">
              <a:buFont typeface="Arial" panose="020B0604020202020204" pitchFamily="34" charset="0"/>
              <a:buChar char="•"/>
              <a:defRPr/>
            </a:pPr>
            <a:r>
              <a:rPr lang="en-US" dirty="0">
                <a:solidFill>
                  <a:schemeClr val="accent5">
                    <a:lumMod val="75000"/>
                  </a:schemeClr>
                </a:solidFill>
                <a:latin typeface="Century Gothic" panose="020B0502020202020204" pitchFamily="34" charset="0"/>
              </a:rPr>
              <a:t>Special fonts -&gt; export as images </a:t>
            </a:r>
            <a:br>
              <a:rPr lang="en-US" dirty="0">
                <a:solidFill>
                  <a:schemeClr val="accent5">
                    <a:lumMod val="75000"/>
                  </a:schemeClr>
                </a:solidFill>
                <a:latin typeface="Century Gothic" panose="020B0502020202020204" pitchFamily="34" charset="0"/>
              </a:rPr>
            </a:br>
            <a:r>
              <a:rPr lang="en-US" sz="2400" dirty="0">
                <a:solidFill>
                  <a:srgbClr val="9BC557"/>
                </a:solidFill>
                <a:latin typeface="Century Gothic" panose="020B0502020202020204" pitchFamily="34" charset="0"/>
              </a:rPr>
              <a:t>(</a:t>
            </a:r>
            <a:r>
              <a:rPr lang="en-US" sz="2400" dirty="0" err="1">
                <a:solidFill>
                  <a:srgbClr val="9BC557"/>
                </a:solidFill>
                <a:latin typeface="Century Gothic" panose="020B0502020202020204" pitchFamily="34" charset="0"/>
              </a:rPr>
              <a:t>ChemDraw</a:t>
            </a:r>
            <a:r>
              <a:rPr lang="en-US" sz="2400" dirty="0">
                <a:solidFill>
                  <a:srgbClr val="9BC557"/>
                </a:solidFill>
                <a:latin typeface="Century Gothic" panose="020B0502020202020204" pitchFamily="34" charset="0"/>
              </a:rPr>
              <a:t>, SigmaPlot, GIS, formulas, </a:t>
            </a:r>
            <a:r>
              <a:rPr lang="en-US" sz="2400" dirty="0" err="1">
                <a:solidFill>
                  <a:srgbClr val="9BC557"/>
                </a:solidFill>
                <a:latin typeface="Century Gothic" panose="020B0502020202020204" pitchFamily="34" charset="0"/>
              </a:rPr>
              <a:t>etc</a:t>
            </a:r>
            <a:r>
              <a:rPr lang="en-US" sz="2400" dirty="0">
                <a:solidFill>
                  <a:srgbClr val="9BC557"/>
                </a:solidFill>
                <a:latin typeface="Century Gothic" panose="020B0502020202020204" pitchFamily="34" charset="0"/>
              </a:rPr>
              <a:t>)</a:t>
            </a:r>
            <a:br>
              <a:rPr lang="en-US" sz="2400" dirty="0">
                <a:solidFill>
                  <a:srgbClr val="9BC557"/>
                </a:solidFill>
                <a:latin typeface="Century Gothic" panose="020B0502020202020204" pitchFamily="34" charset="0"/>
              </a:rPr>
            </a:br>
            <a:endParaRPr lang="en-US" dirty="0">
              <a:solidFill>
                <a:srgbClr val="9BC557"/>
              </a:solidFill>
              <a:latin typeface="Century Gothic" panose="020B0502020202020204" pitchFamily="34" charset="0"/>
            </a:endParaRPr>
          </a:p>
          <a:p>
            <a:pPr lvl="1" eaLnBrk="1" hangingPunct="1">
              <a:buFont typeface="Arial" panose="020B0604020202020204" pitchFamily="34" charset="0"/>
              <a:buChar char="•"/>
              <a:defRPr/>
            </a:pPr>
            <a:r>
              <a:rPr lang="en-US" dirty="0">
                <a:solidFill>
                  <a:schemeClr val="accent5">
                    <a:lumMod val="75000"/>
                  </a:schemeClr>
                </a:solidFill>
                <a:latin typeface="Century Gothic" panose="020B0502020202020204" pitchFamily="34" charset="0"/>
              </a:rPr>
              <a:t>Try to make chart font match rest of text</a:t>
            </a:r>
            <a:br>
              <a:rPr lang="en-US" dirty="0">
                <a:solidFill>
                  <a:schemeClr val="accent5">
                    <a:lumMod val="75000"/>
                  </a:schemeClr>
                </a:solidFill>
                <a:latin typeface="Century Gothic" panose="020B0502020202020204" pitchFamily="34" charset="0"/>
              </a:rPr>
            </a:br>
            <a:r>
              <a:rPr lang="en-US" sz="2400" dirty="0">
                <a:solidFill>
                  <a:srgbClr val="9BC557"/>
                </a:solidFill>
                <a:latin typeface="Century Gothic" panose="020B0502020202020204" pitchFamily="34" charset="0"/>
              </a:rPr>
              <a:t>(this requires some planning ahead)</a:t>
            </a:r>
            <a:br>
              <a:rPr lang="en-US" dirty="0">
                <a:solidFill>
                  <a:schemeClr val="accent5">
                    <a:lumMod val="75000"/>
                  </a:schemeClr>
                </a:solidFill>
                <a:latin typeface="Century Gothic" panose="020B0502020202020204" pitchFamily="34" charset="0"/>
              </a:rPr>
            </a:br>
            <a:endParaRPr lang="en-US" dirty="0">
              <a:solidFill>
                <a:schemeClr val="accent5">
                  <a:lumMod val="75000"/>
                </a:schemeClr>
              </a:solidFill>
              <a:latin typeface="Century Gothic" panose="020B0502020202020204" pitchFamily="34" charset="0"/>
            </a:endParaRPr>
          </a:p>
          <a:p>
            <a:pPr lvl="1" eaLnBrk="1" hangingPunct="1">
              <a:buFont typeface="Arial" panose="020B0604020202020204" pitchFamily="34" charset="0"/>
              <a:buChar char="•"/>
              <a:defRPr/>
            </a:pPr>
            <a:r>
              <a:rPr lang="en-US" dirty="0">
                <a:solidFill>
                  <a:schemeClr val="accent5">
                    <a:lumMod val="75000"/>
                  </a:schemeClr>
                </a:solidFill>
                <a:latin typeface="Century Gothic" panose="020B0502020202020204" pitchFamily="34" charset="0"/>
              </a:rPr>
              <a:t>Charts can and do get weird </a:t>
            </a:r>
            <a:br>
              <a:rPr lang="en-US" dirty="0">
                <a:solidFill>
                  <a:schemeClr val="accent5">
                    <a:lumMod val="75000"/>
                  </a:schemeClr>
                </a:solidFill>
                <a:latin typeface="Century Gothic" panose="020B0502020202020204" pitchFamily="34" charset="0"/>
              </a:rPr>
            </a:br>
            <a:r>
              <a:rPr lang="en-US" dirty="0">
                <a:solidFill>
                  <a:schemeClr val="accent5">
                    <a:lumMod val="75000"/>
                  </a:schemeClr>
                </a:solidFill>
                <a:latin typeface="Century Gothic" panose="020B0502020202020204" pitchFamily="34" charset="0"/>
              </a:rPr>
              <a:t>Cut -&gt; Paste Special -&gt; PNG</a:t>
            </a:r>
            <a:br>
              <a:rPr lang="en-US" dirty="0">
                <a:solidFill>
                  <a:schemeClr val="accent5">
                    <a:lumMod val="75000"/>
                  </a:schemeClr>
                </a:solidFill>
                <a:latin typeface="Century Gothic" panose="020B0502020202020204" pitchFamily="34" charset="0"/>
              </a:rPr>
            </a:br>
            <a:endParaRPr lang="en-US" dirty="0">
              <a:solidFill>
                <a:schemeClr val="accent5">
                  <a:lumMod val="75000"/>
                </a:schemeClr>
              </a:solidFill>
              <a:latin typeface="Century Gothic" panose="020B0502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Text Miscellany</a:t>
            </a:r>
          </a:p>
        </p:txBody>
      </p:sp>
      <p:sp>
        <p:nvSpPr>
          <p:cNvPr id="27651" name="Content Placeholder 2"/>
          <p:cNvSpPr>
            <a:spLocks noGrp="1"/>
          </p:cNvSpPr>
          <p:nvPr>
            <p:ph idx="1"/>
          </p:nvPr>
        </p:nvSpPr>
        <p:spPr>
          <a:xfrm>
            <a:off x="1177925" y="1600200"/>
            <a:ext cx="7280275" cy="4401205"/>
          </a:xfrm>
        </p:spPr>
        <p:txBody>
          <a:bodyPr wrap="square">
            <a:spAutoFit/>
          </a:bodyPr>
          <a:lstStyle/>
          <a:p>
            <a:pPr>
              <a:spcBef>
                <a:spcPct val="0"/>
              </a:spcBef>
              <a:spcAft>
                <a:spcPts val="1200"/>
              </a:spcAft>
            </a:pPr>
            <a:r>
              <a:rPr lang="en-US" altLang="en-US" dirty="0">
                <a:latin typeface="Century Gothic" panose="020B0502020202020204" pitchFamily="34" charset="0"/>
              </a:rPr>
              <a:t>Never use ALL CAPS in title</a:t>
            </a:r>
          </a:p>
          <a:p>
            <a:pPr lvl="1">
              <a:spcBef>
                <a:spcPct val="0"/>
              </a:spcBef>
              <a:spcAft>
                <a:spcPts val="1200"/>
              </a:spcAft>
            </a:pPr>
            <a:r>
              <a:rPr lang="en-US" altLang="en-US" b="1" dirty="0">
                <a:latin typeface="Century Gothic" panose="020B0502020202020204" pitchFamily="34" charset="0"/>
              </a:rPr>
              <a:t>Bold </a:t>
            </a:r>
            <a:r>
              <a:rPr lang="en-US" altLang="en-US" dirty="0">
                <a:latin typeface="Century Gothic" panose="020B0502020202020204" pitchFamily="34" charset="0"/>
              </a:rPr>
              <a:t>or shadow to emphasize</a:t>
            </a:r>
          </a:p>
          <a:p>
            <a:pPr>
              <a:spcBef>
                <a:spcPct val="0"/>
              </a:spcBef>
              <a:spcAft>
                <a:spcPts val="1200"/>
              </a:spcAft>
            </a:pPr>
            <a:r>
              <a:rPr lang="en-US" altLang="en-US" dirty="0">
                <a:latin typeface="Century Gothic" panose="020B0502020202020204" pitchFamily="34" charset="0"/>
              </a:rPr>
              <a:t>TABS</a:t>
            </a:r>
          </a:p>
          <a:p>
            <a:pPr>
              <a:spcBef>
                <a:spcPct val="0"/>
              </a:spcBef>
              <a:spcAft>
                <a:spcPts val="1200"/>
              </a:spcAft>
            </a:pPr>
            <a:r>
              <a:rPr lang="en-US" altLang="en-US" b="1" dirty="0">
                <a:solidFill>
                  <a:srgbClr val="9BC557"/>
                </a:solidFill>
                <a:latin typeface="Century Gothic" panose="020B0502020202020204" pitchFamily="34" charset="0"/>
              </a:rPr>
              <a:t>Bold</a:t>
            </a:r>
            <a:r>
              <a:rPr lang="en-US" altLang="en-US" dirty="0">
                <a:solidFill>
                  <a:srgbClr val="9BC557"/>
                </a:solidFill>
                <a:latin typeface="Century Gothic" panose="020B0502020202020204" pitchFamily="34" charset="0"/>
              </a:rPr>
              <a:t> &gt; </a:t>
            </a:r>
            <a:r>
              <a:rPr lang="en-US" altLang="en-US" u="sng" dirty="0">
                <a:solidFill>
                  <a:srgbClr val="9BC557"/>
                </a:solidFill>
                <a:latin typeface="Century Gothic" panose="020B0502020202020204" pitchFamily="34" charset="0"/>
              </a:rPr>
              <a:t>Underlining</a:t>
            </a:r>
          </a:p>
          <a:p>
            <a:pPr>
              <a:spcBef>
                <a:spcPct val="0"/>
              </a:spcBef>
              <a:spcAft>
                <a:spcPts val="1200"/>
              </a:spcAft>
            </a:pPr>
            <a:r>
              <a:rPr lang="en-US" altLang="en-US" dirty="0">
                <a:latin typeface="Century Gothic" panose="020B0502020202020204" pitchFamily="34" charset="0"/>
              </a:rPr>
              <a:t>Internal margins = empty space</a:t>
            </a:r>
          </a:p>
          <a:p>
            <a:pPr>
              <a:spcBef>
                <a:spcPct val="0"/>
              </a:spcBef>
              <a:spcAft>
                <a:spcPts val="1200"/>
              </a:spcAft>
            </a:pPr>
            <a:r>
              <a:rPr lang="en-US" altLang="en-US" dirty="0">
                <a:latin typeface="Century Gothic" panose="020B0502020202020204" pitchFamily="34" charset="0"/>
              </a:rPr>
              <a:t>Bulleted list before/after spacing </a:t>
            </a:r>
          </a:p>
          <a:p>
            <a:pPr>
              <a:spcBef>
                <a:spcPct val="0"/>
              </a:spcBef>
              <a:spcAft>
                <a:spcPts val="1200"/>
              </a:spcAft>
            </a:pPr>
            <a:r>
              <a:rPr lang="en-US" altLang="en-US" dirty="0">
                <a:latin typeface="Century Gothic" panose="020B0502020202020204" pitchFamily="34" charset="0"/>
              </a:rPr>
              <a:t>Vertical alignment in tables</a:t>
            </a:r>
          </a:p>
        </p:txBody>
      </p:sp>
      <p:graphicFrame>
        <p:nvGraphicFramePr>
          <p:cNvPr id="2" name="Table 1"/>
          <p:cNvGraphicFramePr>
            <a:graphicFrameLocks noGrp="1"/>
          </p:cNvGraphicFramePr>
          <p:nvPr>
            <p:extLst>
              <p:ext uri="{D42A27DB-BD31-4B8C-83A1-F6EECF244321}">
                <p14:modId xmlns:p14="http://schemas.microsoft.com/office/powerpoint/2010/main" val="3922434904"/>
              </p:ext>
            </p:extLst>
          </p:nvPr>
        </p:nvGraphicFramePr>
        <p:xfrm>
          <a:off x="7376375" y="5617264"/>
          <a:ext cx="1371600" cy="924242"/>
        </p:xfrm>
        <a:graphic>
          <a:graphicData uri="http://schemas.openxmlformats.org/drawingml/2006/table">
            <a:tbl>
              <a:tblPr firstRow="1" bandRow="1">
                <a:tableStyleId>{74C1A8A3-306A-4EB7-A6B1-4F7E0EB9C5D6}</a:tableStyleId>
              </a:tblPr>
              <a:tblGrid>
                <a:gridCol w="685800">
                  <a:extLst>
                    <a:ext uri="{9D8B030D-6E8A-4147-A177-3AD203B41FA5}">
                      <a16:colId xmlns:a16="http://schemas.microsoft.com/office/drawing/2014/main" val="3458448353"/>
                    </a:ext>
                  </a:extLst>
                </a:gridCol>
                <a:gridCol w="685800">
                  <a:extLst>
                    <a:ext uri="{9D8B030D-6E8A-4147-A177-3AD203B41FA5}">
                      <a16:colId xmlns:a16="http://schemas.microsoft.com/office/drawing/2014/main" val="140080011"/>
                    </a:ext>
                  </a:extLst>
                </a:gridCol>
              </a:tblGrid>
              <a:tr h="462121">
                <a:tc>
                  <a:txBody>
                    <a:bodyPr/>
                    <a:lstStyle/>
                    <a:p>
                      <a:pPr algn="ctr"/>
                      <a:r>
                        <a:rPr lang="en-US" dirty="0">
                          <a:solidFill>
                            <a:srgbClr val="800080"/>
                          </a:solidFill>
                        </a:rPr>
                        <a: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E0E3"/>
                    </a:solidFill>
                  </a:tcPr>
                </a:tc>
                <a:tc>
                  <a:txBody>
                    <a:bodyPr/>
                    <a:lstStyle/>
                    <a:p>
                      <a:pPr algn="l"/>
                      <a:r>
                        <a:rPr lang="en-US" dirty="0">
                          <a:solidFill>
                            <a:srgbClr val="800080"/>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E0E3"/>
                    </a:solidFill>
                  </a:tcPr>
                </a:tc>
                <a:extLst>
                  <a:ext uri="{0D108BD9-81ED-4DB2-BD59-A6C34878D82A}">
                    <a16:rowId xmlns:a16="http://schemas.microsoft.com/office/drawing/2014/main" val="3704297861"/>
                  </a:ext>
                </a:extLst>
              </a:tr>
              <a:tr h="462121">
                <a:tc>
                  <a:txBody>
                    <a:bodyPr/>
                    <a:lstStyle/>
                    <a:p>
                      <a:pPr algn="l"/>
                      <a:r>
                        <a:rPr lang="en-US" dirty="0"/>
                        <a:t>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04678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Internal Margins</a:t>
            </a:r>
          </a:p>
        </p:txBody>
      </p:sp>
      <p:sp>
        <p:nvSpPr>
          <p:cNvPr id="4" name="TextBox 3"/>
          <p:cNvSpPr txBox="1"/>
          <p:nvPr/>
        </p:nvSpPr>
        <p:spPr>
          <a:xfrm>
            <a:off x="319088" y="1417638"/>
            <a:ext cx="3635375" cy="5232202"/>
          </a:xfrm>
          <a:prstGeom prst="rect">
            <a:avLst/>
          </a:prstGeom>
          <a:noFill/>
          <a:ln>
            <a:solidFill>
              <a:schemeClr val="accent5">
                <a:lumMod val="75000"/>
              </a:schemeClr>
            </a:solidFill>
          </a:ln>
        </p:spPr>
        <p:txBody>
          <a:bodyPr lIns="0" tIns="0" bIns="0">
            <a:spAutoFit/>
          </a:bodyPr>
          <a:lstStyle/>
          <a:p>
            <a:pPr>
              <a:defRPr/>
            </a:pPr>
            <a:r>
              <a:rPr lang="en-US" sz="1700" dirty="0">
                <a:solidFill>
                  <a:schemeClr val="accent5">
                    <a:lumMod val="75000"/>
                  </a:schemeClr>
                </a:solidFill>
                <a:latin typeface="Century Gothic" panose="020B0502020202020204" pitchFamily="34" charset="0"/>
              </a:rPr>
              <a:t>The principal task of the scientific illustrator is to prepare accurate renderings of scientific subjects. These illustrations are designed for reproduction in professional or popular journals in the field of natural sciences, textbooks, as museum exhibits, web sites, and many other applications.</a:t>
            </a:r>
            <a:br>
              <a:rPr lang="en-US" sz="1700" dirty="0">
                <a:solidFill>
                  <a:schemeClr val="accent5">
                    <a:lumMod val="75000"/>
                  </a:schemeClr>
                </a:solidFill>
                <a:latin typeface="Century Gothic" panose="020B0502020202020204" pitchFamily="34" charset="0"/>
              </a:rPr>
            </a:br>
            <a:endParaRPr lang="en-US" sz="1700" dirty="0">
              <a:solidFill>
                <a:schemeClr val="accent5">
                  <a:lumMod val="75000"/>
                </a:schemeClr>
              </a:solidFill>
              <a:latin typeface="Century Gothic" panose="020B0502020202020204" pitchFamily="34" charset="0"/>
            </a:endParaRPr>
          </a:p>
          <a:p>
            <a:pPr>
              <a:defRPr/>
            </a:pPr>
            <a:r>
              <a:rPr lang="en-US" sz="1700" dirty="0">
                <a:solidFill>
                  <a:schemeClr val="accent5">
                    <a:lumMod val="75000"/>
                  </a:schemeClr>
                </a:solidFill>
                <a:latin typeface="Century Gothic" panose="020B0502020202020204" pitchFamily="34" charset="0"/>
              </a:rPr>
              <a:t>Scientific illustrations in both traditional and digital formats provide a visual explanation and aid the viewer by clarifying complex descriptive information. The function of a scientific illustration, therefore, is essentially a practical one: to inform, to explain, and to instruct — in short, to communicate.</a:t>
            </a:r>
          </a:p>
        </p:txBody>
      </p:sp>
      <p:sp>
        <p:nvSpPr>
          <p:cNvPr id="5" name="TextBox 4"/>
          <p:cNvSpPr txBox="1"/>
          <p:nvPr/>
        </p:nvSpPr>
        <p:spPr>
          <a:xfrm>
            <a:off x="4183063" y="1417638"/>
            <a:ext cx="4649787" cy="5262979"/>
          </a:xfrm>
          <a:prstGeom prst="rect">
            <a:avLst/>
          </a:prstGeom>
          <a:noFill/>
          <a:ln>
            <a:solidFill>
              <a:schemeClr val="accent5">
                <a:lumMod val="75000"/>
              </a:schemeClr>
            </a:solidFill>
          </a:ln>
        </p:spPr>
        <p:txBody>
          <a:bodyPr lIns="274320" tIns="274320" rIns="274320" bIns="274320">
            <a:spAutoFit/>
          </a:bodyPr>
          <a:lstStyle/>
          <a:p>
            <a:pPr>
              <a:defRPr/>
            </a:pPr>
            <a:r>
              <a:rPr lang="en-US" sz="1700" dirty="0">
                <a:solidFill>
                  <a:schemeClr val="accent5">
                    <a:lumMod val="75000"/>
                  </a:schemeClr>
                </a:solidFill>
                <a:latin typeface="Century Gothic" panose="020B0502020202020204" pitchFamily="34" charset="0"/>
              </a:rPr>
              <a:t>The principal task of the scientific illustrator is to prepare accurate renderings of scientific subjects. These illustrations are designed for reproduction in professional or popular journals in the field of natural sciences, textbooks, as museum exhibits, web sites, and many other applications.</a:t>
            </a:r>
            <a:br>
              <a:rPr lang="en-US" sz="1700" dirty="0">
                <a:solidFill>
                  <a:schemeClr val="accent5">
                    <a:lumMod val="75000"/>
                  </a:schemeClr>
                </a:solidFill>
                <a:latin typeface="Century Gothic" panose="020B0502020202020204" pitchFamily="34" charset="0"/>
              </a:rPr>
            </a:br>
            <a:endParaRPr lang="en-US" sz="1700" dirty="0">
              <a:solidFill>
                <a:schemeClr val="accent5">
                  <a:lumMod val="75000"/>
                </a:schemeClr>
              </a:solidFill>
              <a:latin typeface="Century Gothic" panose="020B0502020202020204" pitchFamily="34" charset="0"/>
            </a:endParaRPr>
          </a:p>
          <a:p>
            <a:pPr>
              <a:defRPr/>
            </a:pPr>
            <a:r>
              <a:rPr lang="en-US" sz="1700" dirty="0">
                <a:solidFill>
                  <a:schemeClr val="accent5">
                    <a:lumMod val="75000"/>
                  </a:schemeClr>
                </a:solidFill>
                <a:latin typeface="Century Gothic" panose="020B0502020202020204" pitchFamily="34" charset="0"/>
              </a:rPr>
              <a:t>Scientific illustrations in both traditional and digital formats provide a visual explanation and aid the viewer by clarifying complex descriptive information. The function of a scientific illustration, therefore, is essentially a practical one: to inform, to explain, and to instruct — in short, to communicate.</a:t>
            </a:r>
          </a:p>
        </p:txBody>
      </p:sp>
      <p:sp>
        <p:nvSpPr>
          <p:cNvPr id="2" name="TextBox 1">
            <a:extLst>
              <a:ext uri="{FF2B5EF4-FFF2-40B4-BE49-F238E27FC236}">
                <a16:creationId xmlns:a16="http://schemas.microsoft.com/office/drawing/2014/main" id="{BB0DAE9F-2C38-2E04-80C9-14E87F3AA3ED}"/>
              </a:ext>
            </a:extLst>
          </p:cNvPr>
          <p:cNvSpPr txBox="1"/>
          <p:nvPr/>
        </p:nvSpPr>
        <p:spPr>
          <a:xfrm>
            <a:off x="8229600" y="685800"/>
            <a:ext cx="889987" cy="646331"/>
          </a:xfrm>
          <a:prstGeom prst="rect">
            <a:avLst/>
          </a:prstGeom>
          <a:noFill/>
        </p:spPr>
        <p:txBody>
          <a:bodyPr wrap="none" rtlCol="0">
            <a:spAutoFit/>
          </a:bodyPr>
          <a:lstStyle/>
          <a:p>
            <a:pPr algn="ctr"/>
            <a:r>
              <a:rPr lang="en-US" dirty="0">
                <a:solidFill>
                  <a:srgbClr val="9BC557"/>
                </a:solidFill>
              </a:rPr>
              <a:t>.3 pt</a:t>
            </a:r>
            <a:br>
              <a:rPr lang="en-US" dirty="0">
                <a:solidFill>
                  <a:srgbClr val="9BC557"/>
                </a:solidFill>
              </a:rPr>
            </a:br>
            <a:r>
              <a:rPr lang="en-US" dirty="0">
                <a:solidFill>
                  <a:srgbClr val="9BC557"/>
                </a:solidFill>
              </a:rPr>
              <a:t>margin</a:t>
            </a:r>
          </a:p>
        </p:txBody>
      </p:sp>
      <p:sp>
        <p:nvSpPr>
          <p:cNvPr id="3" name="Arrow: Down 2">
            <a:extLst>
              <a:ext uri="{FF2B5EF4-FFF2-40B4-BE49-F238E27FC236}">
                <a16:creationId xmlns:a16="http://schemas.microsoft.com/office/drawing/2014/main" id="{F72B0D71-7E95-2416-904A-3E1E5FCC6037}"/>
              </a:ext>
            </a:extLst>
          </p:cNvPr>
          <p:cNvSpPr/>
          <p:nvPr/>
        </p:nvSpPr>
        <p:spPr bwMode="auto">
          <a:xfrm>
            <a:off x="8546980" y="1371600"/>
            <a:ext cx="228600" cy="1143000"/>
          </a:xfrm>
          <a:prstGeom prst="downArrow">
            <a:avLst/>
          </a:prstGeom>
          <a:solidFill>
            <a:srgbClr val="9BC55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8409C0-6C4D-03C3-787B-CD44F65977E2}"/>
              </a:ext>
            </a:extLst>
          </p:cNvPr>
          <p:cNvSpPr txBox="1">
            <a:spLocks/>
          </p:cNvSpPr>
          <p:nvPr/>
        </p:nvSpPr>
        <p:spPr bwMode="auto">
          <a:xfrm>
            <a:off x="457200" y="228600"/>
            <a:ext cx="8229600"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accent1"/>
                </a:solidFill>
                <a:latin typeface="+mj-lt"/>
                <a:ea typeface="+mj-ea"/>
                <a:cs typeface="+mj-cs"/>
              </a:defRPr>
            </a:lvl1pPr>
            <a:lvl2pPr algn="ctr" rtl="0" eaLnBrk="0" fontAlgn="base" hangingPunct="0">
              <a:spcBef>
                <a:spcPct val="0"/>
              </a:spcBef>
              <a:spcAft>
                <a:spcPct val="0"/>
              </a:spcAft>
              <a:defRPr sz="4400">
                <a:solidFill>
                  <a:schemeClr val="accent1"/>
                </a:solidFill>
                <a:latin typeface="Trebuchet MS" pitchFamily="34" charset="0"/>
              </a:defRPr>
            </a:lvl2pPr>
            <a:lvl3pPr algn="ctr" rtl="0" eaLnBrk="0" fontAlgn="base" hangingPunct="0">
              <a:spcBef>
                <a:spcPct val="0"/>
              </a:spcBef>
              <a:spcAft>
                <a:spcPct val="0"/>
              </a:spcAft>
              <a:defRPr sz="4400">
                <a:solidFill>
                  <a:schemeClr val="accent1"/>
                </a:solidFill>
                <a:latin typeface="Trebuchet MS" pitchFamily="34" charset="0"/>
              </a:defRPr>
            </a:lvl3pPr>
            <a:lvl4pPr algn="ctr" rtl="0" eaLnBrk="0" fontAlgn="base" hangingPunct="0">
              <a:spcBef>
                <a:spcPct val="0"/>
              </a:spcBef>
              <a:spcAft>
                <a:spcPct val="0"/>
              </a:spcAft>
              <a:defRPr sz="4400">
                <a:solidFill>
                  <a:schemeClr val="accent1"/>
                </a:solidFill>
                <a:latin typeface="Trebuchet MS" pitchFamily="34" charset="0"/>
              </a:defRPr>
            </a:lvl4pPr>
            <a:lvl5pPr algn="ctr" rtl="0" eaLnBrk="0" fontAlgn="base" hangingPunct="0">
              <a:spcBef>
                <a:spcPct val="0"/>
              </a:spcBef>
              <a:spcAft>
                <a:spcPct val="0"/>
              </a:spcAft>
              <a:defRPr sz="4400">
                <a:solidFill>
                  <a:schemeClr val="accent1"/>
                </a:solidFill>
                <a:latin typeface="Trebuchet MS" pitchFamily="34" charset="0"/>
              </a:defRPr>
            </a:lvl5pPr>
            <a:lvl6pPr marL="457200" algn="ctr" rtl="0" fontAlgn="base">
              <a:spcBef>
                <a:spcPct val="0"/>
              </a:spcBef>
              <a:spcAft>
                <a:spcPct val="0"/>
              </a:spcAft>
              <a:defRPr sz="4400">
                <a:solidFill>
                  <a:schemeClr val="accent1"/>
                </a:solidFill>
                <a:latin typeface="Trebuchet MS" pitchFamily="34" charset="0"/>
              </a:defRPr>
            </a:lvl6pPr>
            <a:lvl7pPr marL="914400" algn="ctr" rtl="0" fontAlgn="base">
              <a:spcBef>
                <a:spcPct val="0"/>
              </a:spcBef>
              <a:spcAft>
                <a:spcPct val="0"/>
              </a:spcAft>
              <a:defRPr sz="4400">
                <a:solidFill>
                  <a:schemeClr val="accent1"/>
                </a:solidFill>
                <a:latin typeface="Trebuchet MS" pitchFamily="34" charset="0"/>
              </a:defRPr>
            </a:lvl7pPr>
            <a:lvl8pPr marL="1371600" algn="ctr" rtl="0" fontAlgn="base">
              <a:spcBef>
                <a:spcPct val="0"/>
              </a:spcBef>
              <a:spcAft>
                <a:spcPct val="0"/>
              </a:spcAft>
              <a:defRPr sz="4400">
                <a:solidFill>
                  <a:schemeClr val="accent1"/>
                </a:solidFill>
                <a:latin typeface="Trebuchet MS" pitchFamily="34" charset="0"/>
              </a:defRPr>
            </a:lvl8pPr>
            <a:lvl9pPr marL="1828800" algn="ctr" rtl="0" fontAlgn="base">
              <a:spcBef>
                <a:spcPct val="0"/>
              </a:spcBef>
              <a:spcAft>
                <a:spcPct val="0"/>
              </a:spcAft>
              <a:defRPr sz="4400">
                <a:solidFill>
                  <a:schemeClr val="accent1"/>
                </a:solidFill>
                <a:latin typeface="Trebuchet MS" pitchFamily="34" charset="0"/>
              </a:defRPr>
            </a:lvl9pPr>
          </a:lstStyle>
          <a:p>
            <a:r>
              <a:rPr lang="en-US" altLang="en-US" b="1" kern="0" dirty="0">
                <a:solidFill>
                  <a:srgbClr val="9BC557"/>
                </a:solidFill>
                <a:latin typeface="Century Gothic" panose="020B0502020202020204" pitchFamily="34" charset="0"/>
              </a:rPr>
              <a:t>While We’re On the Subject…</a:t>
            </a:r>
          </a:p>
        </p:txBody>
      </p:sp>
      <p:sp>
        <p:nvSpPr>
          <p:cNvPr id="5" name="Rectangle: Rounded Corners 4">
            <a:extLst>
              <a:ext uri="{FF2B5EF4-FFF2-40B4-BE49-F238E27FC236}">
                <a16:creationId xmlns:a16="http://schemas.microsoft.com/office/drawing/2014/main" id="{B888BBC1-362F-ECA0-98AE-DBBD3399E7A4}"/>
              </a:ext>
            </a:extLst>
          </p:cNvPr>
          <p:cNvSpPr/>
          <p:nvPr/>
        </p:nvSpPr>
        <p:spPr bwMode="auto">
          <a:xfrm>
            <a:off x="4800600" y="1371600"/>
            <a:ext cx="3886200" cy="5029200"/>
          </a:xfrm>
          <a:prstGeom prst="roundRect">
            <a:avLst>
              <a:gd name="adj" fmla="val 16213"/>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6" name="Rectangle: Rounded Corners 5">
            <a:extLst>
              <a:ext uri="{FF2B5EF4-FFF2-40B4-BE49-F238E27FC236}">
                <a16:creationId xmlns:a16="http://schemas.microsoft.com/office/drawing/2014/main" id="{9C12BBD5-F5A1-0F06-8DD5-852B5D853521}"/>
              </a:ext>
            </a:extLst>
          </p:cNvPr>
          <p:cNvSpPr/>
          <p:nvPr/>
        </p:nvSpPr>
        <p:spPr bwMode="auto">
          <a:xfrm>
            <a:off x="371193" y="1371600"/>
            <a:ext cx="3886200" cy="4572000"/>
          </a:xfrm>
          <a:prstGeom prst="roundRect">
            <a:avLst>
              <a:gd name="adj" fmla="val 0"/>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A8B4E4BB-AA25-A30B-042D-CC4BC9659E1D}"/>
              </a:ext>
            </a:extLst>
          </p:cNvPr>
          <p:cNvSpPr txBox="1"/>
          <p:nvPr/>
        </p:nvSpPr>
        <p:spPr>
          <a:xfrm>
            <a:off x="4886608" y="1661398"/>
            <a:ext cx="3800192" cy="4678204"/>
          </a:xfrm>
          <a:prstGeom prst="rect">
            <a:avLst/>
          </a:prstGeom>
          <a:noFill/>
        </p:spPr>
        <p:txBody>
          <a:bodyPr wrap="square" lIns="274320" tIns="182880" rIns="274320" bIns="182880" rtlCol="0">
            <a:spAutoFit/>
          </a:bodyPr>
          <a:lstStyle/>
          <a:p>
            <a:pPr>
              <a:defRPr/>
            </a:pPr>
            <a:r>
              <a:rPr lang="en-US" sz="1400" dirty="0">
                <a:solidFill>
                  <a:schemeClr val="accent5">
                    <a:lumMod val="75000"/>
                  </a:schemeClr>
                </a:solidFill>
                <a:latin typeface="Century Gothic" panose="020B0502020202020204" pitchFamily="34" charset="0"/>
              </a:rPr>
              <a:t>The principal task of the scientific illustrator is to prepare accurate renderings of scientific subjects. These illustrations are designed for reproduction in professional or popular journals in the field of natural sciences, textbooks, as museum exhibits, web sites, and many other applications.</a:t>
            </a:r>
            <a:br>
              <a:rPr lang="en-US" sz="1400" dirty="0">
                <a:solidFill>
                  <a:schemeClr val="accent5">
                    <a:lumMod val="75000"/>
                  </a:schemeClr>
                </a:solidFill>
                <a:latin typeface="Century Gothic" panose="020B0502020202020204" pitchFamily="34" charset="0"/>
              </a:rPr>
            </a:br>
            <a:endParaRPr lang="en-US" sz="1400" dirty="0">
              <a:solidFill>
                <a:schemeClr val="accent5">
                  <a:lumMod val="75000"/>
                </a:schemeClr>
              </a:solidFill>
              <a:latin typeface="Century Gothic" panose="020B0502020202020204" pitchFamily="34" charset="0"/>
            </a:endParaRPr>
          </a:p>
          <a:p>
            <a:pPr>
              <a:defRPr/>
            </a:pPr>
            <a:r>
              <a:rPr lang="en-US" sz="1400" dirty="0">
                <a:solidFill>
                  <a:schemeClr val="accent5">
                    <a:lumMod val="75000"/>
                  </a:schemeClr>
                </a:solidFill>
                <a:latin typeface="Century Gothic" panose="020B0502020202020204" pitchFamily="34" charset="0"/>
              </a:rPr>
              <a:t>Scientific illustrations in both traditional and digital formats provide a visual explanation and aid the viewer by clarifying complex descriptive information. The function of a scientific illustration, therefore, is essentially a practical one: to inform, to explain, and to instruct — in short, to communicate.</a:t>
            </a:r>
          </a:p>
          <a:p>
            <a:endParaRPr lang="en-US" sz="1400" dirty="0"/>
          </a:p>
        </p:txBody>
      </p:sp>
      <p:sp>
        <p:nvSpPr>
          <p:cNvPr id="8" name="TextBox 7">
            <a:extLst>
              <a:ext uri="{FF2B5EF4-FFF2-40B4-BE49-F238E27FC236}">
                <a16:creationId xmlns:a16="http://schemas.microsoft.com/office/drawing/2014/main" id="{0FE82C6E-31EB-D413-BB3B-8A1EF7F459FB}"/>
              </a:ext>
            </a:extLst>
          </p:cNvPr>
          <p:cNvSpPr txBox="1"/>
          <p:nvPr/>
        </p:nvSpPr>
        <p:spPr>
          <a:xfrm>
            <a:off x="371192" y="1480840"/>
            <a:ext cx="3886200" cy="4462760"/>
          </a:xfrm>
          <a:prstGeom prst="rect">
            <a:avLst/>
          </a:prstGeom>
          <a:noFill/>
        </p:spPr>
        <p:txBody>
          <a:bodyPr wrap="square" lIns="274320" tIns="182880" rIns="274320" bIns="182880" rtlCol="0">
            <a:spAutoFit/>
          </a:bodyPr>
          <a:lstStyle/>
          <a:p>
            <a:pPr>
              <a:defRPr/>
            </a:pPr>
            <a:r>
              <a:rPr lang="en-US" sz="1400" dirty="0">
                <a:solidFill>
                  <a:schemeClr val="accent5">
                    <a:lumMod val="75000"/>
                  </a:schemeClr>
                </a:solidFill>
                <a:latin typeface="Century Gothic" panose="020B0502020202020204" pitchFamily="34" charset="0"/>
              </a:rPr>
              <a:t>The principal task of the scientific illustrator is to prepare accurate renderings of scientific subjects. These illustrations are designed for reproduction in professional or popular journals in the field of natural sciences, textbooks, as museum exhibits, web sites, and many other applications.</a:t>
            </a:r>
            <a:br>
              <a:rPr lang="en-US" sz="1400" dirty="0">
                <a:solidFill>
                  <a:schemeClr val="accent5">
                    <a:lumMod val="75000"/>
                  </a:schemeClr>
                </a:solidFill>
                <a:latin typeface="Century Gothic" panose="020B0502020202020204" pitchFamily="34" charset="0"/>
              </a:rPr>
            </a:br>
            <a:endParaRPr lang="en-US" sz="1400" dirty="0">
              <a:solidFill>
                <a:schemeClr val="accent5">
                  <a:lumMod val="75000"/>
                </a:schemeClr>
              </a:solidFill>
              <a:latin typeface="Century Gothic" panose="020B0502020202020204" pitchFamily="34" charset="0"/>
            </a:endParaRPr>
          </a:p>
          <a:p>
            <a:pPr>
              <a:defRPr/>
            </a:pPr>
            <a:r>
              <a:rPr lang="en-US" sz="1400" dirty="0">
                <a:solidFill>
                  <a:schemeClr val="accent5">
                    <a:lumMod val="75000"/>
                  </a:schemeClr>
                </a:solidFill>
                <a:latin typeface="Century Gothic" panose="020B0502020202020204" pitchFamily="34" charset="0"/>
              </a:rPr>
              <a:t>Scientific illustrations in both traditional and digital formats provide a visual explanation and aid the viewer by clarifying complex descriptive information. The function of a scientific illustration, therefore, is essentially a practical one: to inform, to explain, and to instruct — in short, to communicate.</a:t>
            </a:r>
          </a:p>
          <a:p>
            <a:endParaRPr lang="en-US" sz="1400" dirty="0"/>
          </a:p>
        </p:txBody>
      </p:sp>
    </p:spTree>
    <p:extLst>
      <p:ext uri="{BB962C8B-B14F-4D97-AF65-F5344CB8AC3E}">
        <p14:creationId xmlns:p14="http://schemas.microsoft.com/office/powerpoint/2010/main" val="185028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D1E5-FDCD-9F88-5F03-CCB580B2AB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ED5350-2F17-5FDB-F9AD-2D23F6008DFB}"/>
              </a:ext>
            </a:extLst>
          </p:cNvPr>
          <p:cNvSpPr txBox="1">
            <a:spLocks/>
          </p:cNvSpPr>
          <p:nvPr/>
        </p:nvSpPr>
        <p:spPr bwMode="auto">
          <a:xfrm>
            <a:off x="457200" y="228600"/>
            <a:ext cx="8229600" cy="11430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accent1"/>
                </a:solidFill>
                <a:latin typeface="+mj-lt"/>
                <a:ea typeface="+mj-ea"/>
                <a:cs typeface="+mj-cs"/>
              </a:defRPr>
            </a:lvl1pPr>
            <a:lvl2pPr algn="ctr" rtl="0" eaLnBrk="0" fontAlgn="base" hangingPunct="0">
              <a:spcBef>
                <a:spcPct val="0"/>
              </a:spcBef>
              <a:spcAft>
                <a:spcPct val="0"/>
              </a:spcAft>
              <a:defRPr sz="4400">
                <a:solidFill>
                  <a:schemeClr val="accent1"/>
                </a:solidFill>
                <a:latin typeface="Trebuchet MS" pitchFamily="34" charset="0"/>
              </a:defRPr>
            </a:lvl2pPr>
            <a:lvl3pPr algn="ctr" rtl="0" eaLnBrk="0" fontAlgn="base" hangingPunct="0">
              <a:spcBef>
                <a:spcPct val="0"/>
              </a:spcBef>
              <a:spcAft>
                <a:spcPct val="0"/>
              </a:spcAft>
              <a:defRPr sz="4400">
                <a:solidFill>
                  <a:schemeClr val="accent1"/>
                </a:solidFill>
                <a:latin typeface="Trebuchet MS" pitchFamily="34" charset="0"/>
              </a:defRPr>
            </a:lvl3pPr>
            <a:lvl4pPr algn="ctr" rtl="0" eaLnBrk="0" fontAlgn="base" hangingPunct="0">
              <a:spcBef>
                <a:spcPct val="0"/>
              </a:spcBef>
              <a:spcAft>
                <a:spcPct val="0"/>
              </a:spcAft>
              <a:defRPr sz="4400">
                <a:solidFill>
                  <a:schemeClr val="accent1"/>
                </a:solidFill>
                <a:latin typeface="Trebuchet MS" pitchFamily="34" charset="0"/>
              </a:defRPr>
            </a:lvl4pPr>
            <a:lvl5pPr algn="ctr" rtl="0" eaLnBrk="0" fontAlgn="base" hangingPunct="0">
              <a:spcBef>
                <a:spcPct val="0"/>
              </a:spcBef>
              <a:spcAft>
                <a:spcPct val="0"/>
              </a:spcAft>
              <a:defRPr sz="4400">
                <a:solidFill>
                  <a:schemeClr val="accent1"/>
                </a:solidFill>
                <a:latin typeface="Trebuchet MS" pitchFamily="34" charset="0"/>
              </a:defRPr>
            </a:lvl5pPr>
            <a:lvl6pPr marL="457200" algn="ctr" rtl="0" fontAlgn="base">
              <a:spcBef>
                <a:spcPct val="0"/>
              </a:spcBef>
              <a:spcAft>
                <a:spcPct val="0"/>
              </a:spcAft>
              <a:defRPr sz="4400">
                <a:solidFill>
                  <a:schemeClr val="accent1"/>
                </a:solidFill>
                <a:latin typeface="Trebuchet MS" pitchFamily="34" charset="0"/>
              </a:defRPr>
            </a:lvl6pPr>
            <a:lvl7pPr marL="914400" algn="ctr" rtl="0" fontAlgn="base">
              <a:spcBef>
                <a:spcPct val="0"/>
              </a:spcBef>
              <a:spcAft>
                <a:spcPct val="0"/>
              </a:spcAft>
              <a:defRPr sz="4400">
                <a:solidFill>
                  <a:schemeClr val="accent1"/>
                </a:solidFill>
                <a:latin typeface="Trebuchet MS" pitchFamily="34" charset="0"/>
              </a:defRPr>
            </a:lvl7pPr>
            <a:lvl8pPr marL="1371600" algn="ctr" rtl="0" fontAlgn="base">
              <a:spcBef>
                <a:spcPct val="0"/>
              </a:spcBef>
              <a:spcAft>
                <a:spcPct val="0"/>
              </a:spcAft>
              <a:defRPr sz="4400">
                <a:solidFill>
                  <a:schemeClr val="accent1"/>
                </a:solidFill>
                <a:latin typeface="Trebuchet MS" pitchFamily="34" charset="0"/>
              </a:defRPr>
            </a:lvl8pPr>
            <a:lvl9pPr marL="1828800" algn="ctr" rtl="0" fontAlgn="base">
              <a:spcBef>
                <a:spcPct val="0"/>
              </a:spcBef>
              <a:spcAft>
                <a:spcPct val="0"/>
              </a:spcAft>
              <a:defRPr sz="4400">
                <a:solidFill>
                  <a:schemeClr val="accent1"/>
                </a:solidFill>
                <a:latin typeface="Trebuchet MS" pitchFamily="34" charset="0"/>
              </a:defRPr>
            </a:lvl9pPr>
          </a:lstStyle>
          <a:p>
            <a:r>
              <a:rPr lang="en-US" altLang="en-US" b="1" kern="0" dirty="0">
                <a:solidFill>
                  <a:srgbClr val="9BC557"/>
                </a:solidFill>
                <a:latin typeface="Century Gothic" panose="020B0502020202020204" pitchFamily="34" charset="0"/>
              </a:rPr>
              <a:t>Justified vs Left Aligned</a:t>
            </a:r>
          </a:p>
        </p:txBody>
      </p:sp>
      <p:sp>
        <p:nvSpPr>
          <p:cNvPr id="6" name="Rectangle: Rounded Corners 5">
            <a:extLst>
              <a:ext uri="{FF2B5EF4-FFF2-40B4-BE49-F238E27FC236}">
                <a16:creationId xmlns:a16="http://schemas.microsoft.com/office/drawing/2014/main" id="{7E5E6E49-A1C6-465C-B2FD-A3D230E349D8}"/>
              </a:ext>
            </a:extLst>
          </p:cNvPr>
          <p:cNvSpPr/>
          <p:nvPr/>
        </p:nvSpPr>
        <p:spPr bwMode="auto">
          <a:xfrm>
            <a:off x="599792" y="1371600"/>
            <a:ext cx="3515007" cy="5257800"/>
          </a:xfrm>
          <a:prstGeom prst="roundRect">
            <a:avLst>
              <a:gd name="adj" fmla="val 0"/>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8" name="TextBox 7">
            <a:extLst>
              <a:ext uri="{FF2B5EF4-FFF2-40B4-BE49-F238E27FC236}">
                <a16:creationId xmlns:a16="http://schemas.microsoft.com/office/drawing/2014/main" id="{72C6D5C3-750E-D198-E5CD-6C35E554ECC8}"/>
              </a:ext>
            </a:extLst>
          </p:cNvPr>
          <p:cNvSpPr txBox="1"/>
          <p:nvPr/>
        </p:nvSpPr>
        <p:spPr>
          <a:xfrm>
            <a:off x="714091" y="1480840"/>
            <a:ext cx="3286409" cy="5324535"/>
          </a:xfrm>
          <a:prstGeom prst="rect">
            <a:avLst/>
          </a:prstGeom>
          <a:noFill/>
        </p:spPr>
        <p:txBody>
          <a:bodyPr wrap="square" lIns="274320" tIns="182880" rIns="274320" bIns="182880" rtlCol="0">
            <a:spAutoFit/>
          </a:bodyPr>
          <a:lstStyle/>
          <a:p>
            <a:pPr algn="just">
              <a:defRPr/>
            </a:pPr>
            <a:r>
              <a:rPr lang="en-US" sz="1400" dirty="0">
                <a:solidFill>
                  <a:schemeClr val="accent5">
                    <a:lumMod val="75000"/>
                  </a:schemeClr>
                </a:solidFill>
                <a:latin typeface="Century Gothic" panose="020B0502020202020204" pitchFamily="34" charset="0"/>
              </a:rPr>
              <a:t>The principal task of the scientific illustrator is to prepare accurate renderings of scientific subjects. These illustrations are designed for reproduction in professional or popular journals in the field of natural sciences, textbooks, as museum exhibits, web sites, and many other applications.</a:t>
            </a:r>
            <a:br>
              <a:rPr lang="en-US" sz="1400" dirty="0">
                <a:solidFill>
                  <a:schemeClr val="accent5">
                    <a:lumMod val="75000"/>
                  </a:schemeClr>
                </a:solidFill>
                <a:latin typeface="Century Gothic" panose="020B0502020202020204" pitchFamily="34" charset="0"/>
              </a:rPr>
            </a:br>
            <a:endParaRPr lang="en-US" sz="1400" dirty="0">
              <a:solidFill>
                <a:schemeClr val="accent5">
                  <a:lumMod val="75000"/>
                </a:schemeClr>
              </a:solidFill>
              <a:latin typeface="Century Gothic" panose="020B0502020202020204" pitchFamily="34" charset="0"/>
            </a:endParaRPr>
          </a:p>
          <a:p>
            <a:pPr algn="just">
              <a:defRPr/>
            </a:pPr>
            <a:r>
              <a:rPr lang="en-US" sz="1400" dirty="0">
                <a:solidFill>
                  <a:schemeClr val="accent5">
                    <a:lumMod val="75000"/>
                  </a:schemeClr>
                </a:solidFill>
                <a:latin typeface="Century Gothic" panose="020B0502020202020204" pitchFamily="34" charset="0"/>
              </a:rPr>
              <a:t>Scientific illustrations in both traditional and digital formats provide a visual explanation and aid the viewer by clarifying complex descriptive information. The function of a scientific illustration, therefore, is essentially a practical one: to inform, to explain, and to instruct — in short, to communicate.</a:t>
            </a:r>
          </a:p>
          <a:p>
            <a:endParaRPr lang="en-US" sz="1400" dirty="0"/>
          </a:p>
        </p:txBody>
      </p:sp>
      <p:sp>
        <p:nvSpPr>
          <p:cNvPr id="2" name="Rectangle: Rounded Corners 1">
            <a:extLst>
              <a:ext uri="{FF2B5EF4-FFF2-40B4-BE49-F238E27FC236}">
                <a16:creationId xmlns:a16="http://schemas.microsoft.com/office/drawing/2014/main" id="{44354512-7D41-1214-0E02-F2B0BC15B5F3}"/>
              </a:ext>
            </a:extLst>
          </p:cNvPr>
          <p:cNvSpPr/>
          <p:nvPr/>
        </p:nvSpPr>
        <p:spPr bwMode="auto">
          <a:xfrm>
            <a:off x="5029201" y="1350818"/>
            <a:ext cx="3515007" cy="5257800"/>
          </a:xfrm>
          <a:prstGeom prst="roundRect">
            <a:avLst>
              <a:gd name="adj" fmla="val 0"/>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extBox 2">
            <a:extLst>
              <a:ext uri="{FF2B5EF4-FFF2-40B4-BE49-F238E27FC236}">
                <a16:creationId xmlns:a16="http://schemas.microsoft.com/office/drawing/2014/main" id="{564C2B38-5507-6168-696A-3236CD7EB555}"/>
              </a:ext>
            </a:extLst>
          </p:cNvPr>
          <p:cNvSpPr txBox="1"/>
          <p:nvPr/>
        </p:nvSpPr>
        <p:spPr>
          <a:xfrm>
            <a:off x="5029200" y="1460058"/>
            <a:ext cx="3400709" cy="4893647"/>
          </a:xfrm>
          <a:prstGeom prst="rect">
            <a:avLst/>
          </a:prstGeom>
          <a:noFill/>
        </p:spPr>
        <p:txBody>
          <a:bodyPr wrap="square" lIns="274320" tIns="182880" rIns="274320" bIns="182880" rtlCol="0">
            <a:spAutoFit/>
          </a:bodyPr>
          <a:lstStyle/>
          <a:p>
            <a:pPr>
              <a:defRPr/>
            </a:pPr>
            <a:r>
              <a:rPr lang="en-US" sz="1400" dirty="0">
                <a:solidFill>
                  <a:schemeClr val="accent5">
                    <a:lumMod val="75000"/>
                  </a:schemeClr>
                </a:solidFill>
                <a:latin typeface="Century Gothic" panose="020B0502020202020204" pitchFamily="34" charset="0"/>
              </a:rPr>
              <a:t>The principal task of the scientific illustrator is to prepare accurate renderings of scientific subjects. These illustrations are designed for reproduction in professional or popular journals in the field of natural sciences, textbooks, as museum exhibits, web sites, and many other applications.</a:t>
            </a:r>
            <a:br>
              <a:rPr lang="en-US" sz="1400" dirty="0">
                <a:solidFill>
                  <a:schemeClr val="accent5">
                    <a:lumMod val="75000"/>
                  </a:schemeClr>
                </a:solidFill>
                <a:latin typeface="Century Gothic" panose="020B0502020202020204" pitchFamily="34" charset="0"/>
              </a:rPr>
            </a:br>
            <a:endParaRPr lang="en-US" sz="1400" dirty="0">
              <a:solidFill>
                <a:schemeClr val="accent5">
                  <a:lumMod val="75000"/>
                </a:schemeClr>
              </a:solidFill>
              <a:latin typeface="Century Gothic" panose="020B0502020202020204" pitchFamily="34" charset="0"/>
            </a:endParaRPr>
          </a:p>
          <a:p>
            <a:pPr>
              <a:defRPr/>
            </a:pPr>
            <a:r>
              <a:rPr lang="en-US" sz="1400" dirty="0">
                <a:solidFill>
                  <a:schemeClr val="accent5">
                    <a:lumMod val="75000"/>
                  </a:schemeClr>
                </a:solidFill>
                <a:latin typeface="Century Gothic" panose="020B0502020202020204" pitchFamily="34" charset="0"/>
              </a:rPr>
              <a:t>Scientific illustrations in both traditional and digital formats provide a visual explanation and aid the viewer by clarifying complex descriptive information. The function of a scientific illustration, therefore, is essentially a practical one: to inform, to explain, and to instruct — in short, to communicate.</a:t>
            </a:r>
          </a:p>
          <a:p>
            <a:endParaRPr lang="en-US" sz="1400" dirty="0"/>
          </a:p>
        </p:txBody>
      </p:sp>
    </p:spTree>
    <p:extLst>
      <p:ext uri="{BB962C8B-B14F-4D97-AF65-F5344CB8AC3E}">
        <p14:creationId xmlns:p14="http://schemas.microsoft.com/office/powerpoint/2010/main" val="2495213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b="1" dirty="0">
                <a:solidFill>
                  <a:srgbClr val="9BC557"/>
                </a:solidFill>
                <a:latin typeface="Century Gothic" panose="020B0502020202020204" pitchFamily="34" charset="0"/>
              </a:rPr>
              <a:t>Graphics &gt; Text</a:t>
            </a:r>
          </a:p>
        </p:txBody>
      </p:sp>
      <p:sp>
        <p:nvSpPr>
          <p:cNvPr id="29699" name="Content Placeholder 2"/>
          <p:cNvSpPr>
            <a:spLocks noGrp="1"/>
          </p:cNvSpPr>
          <p:nvPr>
            <p:ph idx="1"/>
          </p:nvPr>
        </p:nvSpPr>
        <p:spPr>
          <a:xfrm>
            <a:off x="439738" y="1620838"/>
            <a:ext cx="8247062" cy="4527550"/>
          </a:xfrm>
        </p:spPr>
        <p:txBody>
          <a:bodyPr/>
          <a:lstStyle/>
          <a:p>
            <a:r>
              <a:rPr lang="en-US" altLang="en-US" dirty="0">
                <a:latin typeface="Century Gothic" panose="020B0502020202020204" pitchFamily="34" charset="0"/>
              </a:rPr>
              <a:t>Consider presenting as much info as possible graphically</a:t>
            </a:r>
          </a:p>
          <a:p>
            <a:pPr lvl="1"/>
            <a:r>
              <a:rPr lang="en-US" altLang="en-US" dirty="0">
                <a:solidFill>
                  <a:schemeClr val="accent5">
                    <a:lumMod val="75000"/>
                  </a:schemeClr>
                </a:solidFill>
                <a:latin typeface="Century Gothic" panose="020B0502020202020204" pitchFamily="34" charset="0"/>
              </a:rPr>
              <a:t>Bar/pie charts </a:t>
            </a:r>
            <a:r>
              <a:rPr lang="en-US" altLang="en-US" sz="2400" dirty="0">
                <a:solidFill>
                  <a:srgbClr val="9BC557"/>
                </a:solidFill>
                <a:latin typeface="Century Gothic" panose="020B0502020202020204" pitchFamily="34" charset="0"/>
              </a:rPr>
              <a:t>(data)</a:t>
            </a:r>
          </a:p>
          <a:p>
            <a:pPr lvl="1"/>
            <a:r>
              <a:rPr lang="en-US" altLang="en-US" dirty="0">
                <a:solidFill>
                  <a:schemeClr val="accent5">
                    <a:lumMod val="75000"/>
                  </a:schemeClr>
                </a:solidFill>
                <a:latin typeface="Century Gothic" panose="020B0502020202020204" pitchFamily="34" charset="0"/>
              </a:rPr>
              <a:t>Flow chart </a:t>
            </a:r>
            <a:r>
              <a:rPr lang="en-US" altLang="en-US" sz="2400" dirty="0">
                <a:solidFill>
                  <a:srgbClr val="9BC557"/>
                </a:solidFill>
                <a:latin typeface="Century Gothic" panose="020B0502020202020204" pitchFamily="34" charset="0"/>
              </a:rPr>
              <a:t>(processes, questions/answers)</a:t>
            </a:r>
            <a:endParaRPr lang="en-US" altLang="en-US" dirty="0">
              <a:solidFill>
                <a:srgbClr val="9BC557"/>
              </a:solidFill>
              <a:latin typeface="Century Gothic" panose="020B0502020202020204" pitchFamily="34" charset="0"/>
            </a:endParaRPr>
          </a:p>
          <a:p>
            <a:pPr lvl="1"/>
            <a:r>
              <a:rPr lang="en-US" altLang="en-US" dirty="0">
                <a:solidFill>
                  <a:schemeClr val="accent5">
                    <a:lumMod val="75000"/>
                  </a:schemeClr>
                </a:solidFill>
                <a:latin typeface="Century Gothic" panose="020B0502020202020204" pitchFamily="34" charset="0"/>
              </a:rPr>
              <a:t>Timeline </a:t>
            </a:r>
            <a:r>
              <a:rPr lang="en-US" altLang="en-US" sz="2400" dirty="0">
                <a:solidFill>
                  <a:srgbClr val="9BC557"/>
                </a:solidFill>
                <a:latin typeface="Century Gothic" panose="020B0502020202020204" pitchFamily="34" charset="0"/>
              </a:rPr>
              <a:t>(history, chronology, future plans) </a:t>
            </a:r>
            <a:endParaRPr lang="en-US" altLang="en-US" dirty="0">
              <a:solidFill>
                <a:srgbClr val="9BC557"/>
              </a:solidFill>
              <a:latin typeface="Century Gothic" panose="020B0502020202020204" pitchFamily="34" charset="0"/>
            </a:endParaRPr>
          </a:p>
          <a:p>
            <a:pPr lvl="1"/>
            <a:r>
              <a:rPr lang="en-US" altLang="en-US" dirty="0">
                <a:solidFill>
                  <a:schemeClr val="accent5">
                    <a:lumMod val="75000"/>
                  </a:schemeClr>
                </a:solidFill>
                <a:latin typeface="Century Gothic" panose="020B0502020202020204" pitchFamily="34" charset="0"/>
              </a:rPr>
              <a:t>Maps </a:t>
            </a:r>
            <a:r>
              <a:rPr lang="en-US" altLang="en-US" sz="2400" dirty="0">
                <a:solidFill>
                  <a:srgbClr val="9BC557"/>
                </a:solidFill>
                <a:latin typeface="Century Gothic" panose="020B0502020202020204" pitchFamily="34" charset="0"/>
              </a:rPr>
              <a:t>(spatial relationships) </a:t>
            </a:r>
            <a:endParaRPr lang="en-US" altLang="en-US" dirty="0">
              <a:solidFill>
                <a:srgbClr val="9BC557"/>
              </a:solidFill>
              <a:latin typeface="Century Gothic" panose="020B0502020202020204" pitchFamily="34" charset="0"/>
            </a:endParaRPr>
          </a:p>
          <a:p>
            <a:pPr lvl="1"/>
            <a:r>
              <a:rPr lang="en-US" altLang="en-US" dirty="0">
                <a:solidFill>
                  <a:schemeClr val="accent5">
                    <a:lumMod val="75000"/>
                  </a:schemeClr>
                </a:solidFill>
                <a:latin typeface="Century Gothic" panose="020B0502020202020204" pitchFamily="34" charset="0"/>
              </a:rPr>
              <a:t>“Information is beautiful”</a:t>
            </a:r>
          </a:p>
          <a:p>
            <a:r>
              <a:rPr lang="en-US" altLang="en-US" dirty="0">
                <a:latin typeface="Century Gothic" panose="020B0502020202020204" pitchFamily="34" charset="0"/>
              </a:rPr>
              <a:t>50-50 split = ideal</a:t>
            </a:r>
          </a:p>
          <a:p>
            <a:pPr lvl="1"/>
            <a:endParaRPr lang="en-US" altLang="en-US" dirty="0">
              <a:latin typeface="Century Gothic" panose="020B0502020202020204" pitchFamily="34" charset="0"/>
            </a:endParaRPr>
          </a:p>
          <a:p>
            <a:pPr lvl="1"/>
            <a:endParaRPr lang="en-US" altLang="en-US" dirty="0">
              <a:latin typeface="Century Gothic" panose="020B0502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6D5E-185D-B0B4-603E-D500EEBAE0F4}"/>
              </a:ext>
            </a:extLst>
          </p:cNvPr>
          <p:cNvSpPr>
            <a:spLocks noGrp="1"/>
          </p:cNvSpPr>
          <p:nvPr>
            <p:ph type="title"/>
          </p:nvPr>
        </p:nvSpPr>
        <p:spPr/>
        <p:txBody>
          <a:bodyPr/>
          <a:lstStyle/>
          <a:p>
            <a:r>
              <a:rPr lang="en-US" altLang="en-US" b="1" dirty="0">
                <a:solidFill>
                  <a:srgbClr val="9BC557"/>
                </a:solidFill>
                <a:latin typeface="Century Gothic" panose="020B0502020202020204" pitchFamily="34" charset="0"/>
              </a:rPr>
              <a:t>References, an eyesore</a:t>
            </a:r>
            <a:endParaRPr lang="en-US" dirty="0"/>
          </a:p>
        </p:txBody>
      </p:sp>
      <p:sp>
        <p:nvSpPr>
          <p:cNvPr id="3" name="Content Placeholder 2">
            <a:extLst>
              <a:ext uri="{FF2B5EF4-FFF2-40B4-BE49-F238E27FC236}">
                <a16:creationId xmlns:a16="http://schemas.microsoft.com/office/drawing/2014/main" id="{97C6C509-B25D-0AEA-89CB-4AC11D835844}"/>
              </a:ext>
            </a:extLst>
          </p:cNvPr>
          <p:cNvSpPr>
            <a:spLocks noGrp="1"/>
          </p:cNvSpPr>
          <p:nvPr>
            <p:ph idx="1"/>
          </p:nvPr>
        </p:nvSpPr>
        <p:spPr/>
        <p:txBody>
          <a:bodyPr/>
          <a:lstStyle/>
          <a:p>
            <a:r>
              <a:rPr lang="en-US" dirty="0"/>
              <a:t>Can be smaller font size</a:t>
            </a:r>
          </a:p>
          <a:p>
            <a:r>
              <a:rPr lang="en-US" dirty="0"/>
              <a:t>Heading can be smaller than others</a:t>
            </a:r>
          </a:p>
          <a:p>
            <a:r>
              <a:rPr lang="en-US" dirty="0"/>
              <a:t>My go-to move:</a:t>
            </a:r>
            <a:br>
              <a:rPr lang="en-US" dirty="0"/>
            </a:br>
            <a:endParaRPr lang="en-US" dirty="0"/>
          </a:p>
          <a:p>
            <a:endParaRPr lang="en-US" dirty="0"/>
          </a:p>
          <a:p>
            <a:endParaRPr lang="en-US" dirty="0"/>
          </a:p>
          <a:p>
            <a:endParaRPr lang="en-US" dirty="0"/>
          </a:p>
          <a:p>
            <a:r>
              <a:rPr lang="en-US" dirty="0"/>
              <a:t>QR code link instead - e.g. </a:t>
            </a:r>
            <a:r>
              <a:rPr lang="en-US" dirty="0">
                <a:hlinkClick r:id="rId2"/>
              </a:rPr>
              <a:t>myqrcode.com</a:t>
            </a:r>
            <a:endParaRPr lang="en-US" dirty="0"/>
          </a:p>
        </p:txBody>
      </p:sp>
      <p:sp>
        <p:nvSpPr>
          <p:cNvPr id="4" name="TextBox 3">
            <a:extLst>
              <a:ext uri="{FF2B5EF4-FFF2-40B4-BE49-F238E27FC236}">
                <a16:creationId xmlns:a16="http://schemas.microsoft.com/office/drawing/2014/main" id="{FFD4A796-3F36-DC06-68F4-6E3997FCDF15}"/>
              </a:ext>
            </a:extLst>
          </p:cNvPr>
          <p:cNvSpPr txBox="1"/>
          <p:nvPr/>
        </p:nvSpPr>
        <p:spPr>
          <a:xfrm>
            <a:off x="794553" y="3675356"/>
            <a:ext cx="4800600" cy="369332"/>
          </a:xfrm>
          <a:prstGeom prst="rect">
            <a:avLst/>
          </a:prstGeom>
          <a:noFill/>
        </p:spPr>
        <p:txBody>
          <a:bodyPr wrap="square" rtlCol="0">
            <a:spAutoFit/>
          </a:bodyPr>
          <a:lstStyle/>
          <a:p>
            <a:r>
              <a:rPr lang="en-US" dirty="0">
                <a:solidFill>
                  <a:srgbClr val="9BC557"/>
                </a:solidFill>
                <a:latin typeface="+mn-lt"/>
              </a:rPr>
              <a:t>References</a:t>
            </a:r>
          </a:p>
        </p:txBody>
      </p:sp>
      <p:cxnSp>
        <p:nvCxnSpPr>
          <p:cNvPr id="6" name="Straight Connector 5">
            <a:extLst>
              <a:ext uri="{FF2B5EF4-FFF2-40B4-BE49-F238E27FC236}">
                <a16:creationId xmlns:a16="http://schemas.microsoft.com/office/drawing/2014/main" id="{92AF0784-9292-C795-81FF-E4B756E0CABB}"/>
              </a:ext>
            </a:extLst>
          </p:cNvPr>
          <p:cNvCxnSpPr>
            <a:cxnSpLocks/>
          </p:cNvCxnSpPr>
          <p:nvPr/>
        </p:nvCxnSpPr>
        <p:spPr bwMode="auto">
          <a:xfrm>
            <a:off x="874455" y="3622088"/>
            <a:ext cx="7126545" cy="0"/>
          </a:xfrm>
          <a:prstGeom prst="line">
            <a:avLst/>
          </a:prstGeom>
          <a:noFill/>
          <a:ln w="9525" cap="flat" cmpd="sng" algn="ctr">
            <a:solidFill>
              <a:srgbClr val="9BC557"/>
            </a:solidFill>
            <a:prstDash val="solid"/>
            <a:round/>
            <a:headEnd type="none" w="med" len="med"/>
            <a:tailEnd type="none" w="med" len="med"/>
          </a:ln>
          <a:effectLst/>
        </p:spPr>
      </p:cxnSp>
      <p:sp>
        <p:nvSpPr>
          <p:cNvPr id="11" name="TextBox 10">
            <a:extLst>
              <a:ext uri="{FF2B5EF4-FFF2-40B4-BE49-F238E27FC236}">
                <a16:creationId xmlns:a16="http://schemas.microsoft.com/office/drawing/2014/main" id="{E1472495-A2DA-A7EA-BAC9-7BFBE96F798A}"/>
              </a:ext>
            </a:extLst>
          </p:cNvPr>
          <p:cNvSpPr txBox="1"/>
          <p:nvPr/>
        </p:nvSpPr>
        <p:spPr>
          <a:xfrm>
            <a:off x="803436" y="4061535"/>
            <a:ext cx="3429000" cy="1031051"/>
          </a:xfrm>
          <a:prstGeom prst="rect">
            <a:avLst/>
          </a:prstGeom>
          <a:noFill/>
        </p:spPr>
        <p:txBody>
          <a:bodyPr wrap="square" rtlCol="0">
            <a:spAutoFit/>
          </a:bodyPr>
          <a:lstStyle/>
          <a:p>
            <a:pPr marL="115888" indent="-115888">
              <a:spcAft>
                <a:spcPts val="600"/>
              </a:spcAft>
            </a:pPr>
            <a:r>
              <a:rPr lang="en-US" sz="800" dirty="0">
                <a:solidFill>
                  <a:schemeClr val="bg1"/>
                </a:solidFill>
              </a:rPr>
              <a:t>Bellinger, </a:t>
            </a:r>
            <a:r>
              <a:rPr lang="en-US" sz="800" dirty="0" err="1">
                <a:solidFill>
                  <a:schemeClr val="bg1"/>
                </a:solidFill>
              </a:rPr>
              <a:t>J.W</a:t>
            </a:r>
            <a:r>
              <a:rPr lang="en-US" sz="800" dirty="0">
                <a:solidFill>
                  <a:schemeClr val="bg1"/>
                </a:solidFill>
              </a:rPr>
              <a:t>. and </a:t>
            </a:r>
            <a:r>
              <a:rPr lang="en-US" sz="800" dirty="0" err="1">
                <a:solidFill>
                  <a:schemeClr val="bg1"/>
                </a:solidFill>
              </a:rPr>
              <a:t>J.W</a:t>
            </a:r>
            <a:r>
              <a:rPr lang="en-US" sz="800" dirty="0">
                <a:solidFill>
                  <a:schemeClr val="bg1"/>
                </a:solidFill>
              </a:rPr>
              <a:t>. </a:t>
            </a:r>
            <a:r>
              <a:rPr lang="en-US" sz="800" dirty="0" err="1">
                <a:solidFill>
                  <a:schemeClr val="bg1"/>
                </a:solidFill>
              </a:rPr>
              <a:t>Avault</a:t>
            </a:r>
            <a:r>
              <a:rPr lang="en-US" sz="800" dirty="0">
                <a:solidFill>
                  <a:schemeClr val="bg1"/>
                </a:solidFill>
              </a:rPr>
              <a:t> Jr. 1970.  Seasonal Occurrence, Growth, and Length-Weight Relationship of Juvenile Pompano, </a:t>
            </a:r>
            <a:r>
              <a:rPr lang="en-US" sz="800" i="1" dirty="0">
                <a:solidFill>
                  <a:schemeClr val="bg1"/>
                </a:solidFill>
              </a:rPr>
              <a:t>Trachinotus </a:t>
            </a:r>
            <a:r>
              <a:rPr lang="en-US" sz="800" i="1" dirty="0" err="1">
                <a:solidFill>
                  <a:schemeClr val="bg1"/>
                </a:solidFill>
              </a:rPr>
              <a:t>carolinus</a:t>
            </a:r>
            <a:r>
              <a:rPr lang="en-US" sz="800" dirty="0">
                <a:solidFill>
                  <a:schemeClr val="bg1"/>
                </a:solidFill>
              </a:rPr>
              <a:t>, in Louisiana. </a:t>
            </a:r>
            <a:r>
              <a:rPr lang="en-US" sz="800" i="1" dirty="0">
                <a:solidFill>
                  <a:schemeClr val="bg1"/>
                </a:solidFill>
              </a:rPr>
              <a:t>Transactions of    the American Fisheries Society</a:t>
            </a:r>
            <a:r>
              <a:rPr lang="en-US" sz="800" dirty="0">
                <a:solidFill>
                  <a:schemeClr val="bg1"/>
                </a:solidFill>
              </a:rPr>
              <a:t> 2: 353-358</a:t>
            </a:r>
          </a:p>
          <a:p>
            <a:pPr marL="115888" indent="-115888">
              <a:spcAft>
                <a:spcPts val="600"/>
              </a:spcAft>
            </a:pPr>
            <a:r>
              <a:rPr lang="en-US" sz="800" dirty="0">
                <a:solidFill>
                  <a:schemeClr val="bg1"/>
                </a:solidFill>
              </a:rPr>
              <a:t>Bellinger, </a:t>
            </a:r>
            <a:r>
              <a:rPr lang="en-US" sz="800" dirty="0" err="1">
                <a:solidFill>
                  <a:schemeClr val="bg1"/>
                </a:solidFill>
              </a:rPr>
              <a:t>J.W</a:t>
            </a:r>
            <a:r>
              <a:rPr lang="en-US" sz="800" dirty="0">
                <a:solidFill>
                  <a:schemeClr val="bg1"/>
                </a:solidFill>
              </a:rPr>
              <a:t>. and </a:t>
            </a:r>
            <a:r>
              <a:rPr lang="en-US" sz="800" dirty="0" err="1">
                <a:solidFill>
                  <a:schemeClr val="bg1"/>
                </a:solidFill>
              </a:rPr>
              <a:t>J.W</a:t>
            </a:r>
            <a:r>
              <a:rPr lang="en-US" sz="800" dirty="0">
                <a:solidFill>
                  <a:schemeClr val="bg1"/>
                </a:solidFill>
              </a:rPr>
              <a:t>. </a:t>
            </a:r>
            <a:r>
              <a:rPr lang="en-US" sz="800" dirty="0" err="1">
                <a:solidFill>
                  <a:schemeClr val="bg1"/>
                </a:solidFill>
              </a:rPr>
              <a:t>Avault</a:t>
            </a:r>
            <a:r>
              <a:rPr lang="en-US" sz="800" dirty="0">
                <a:solidFill>
                  <a:schemeClr val="bg1"/>
                </a:solidFill>
              </a:rPr>
              <a:t> Jr. 1971.  Food Habits of Juvenile Pompano, </a:t>
            </a:r>
            <a:r>
              <a:rPr lang="en-US" sz="800" i="1" dirty="0">
                <a:solidFill>
                  <a:schemeClr val="bg1"/>
                </a:solidFill>
              </a:rPr>
              <a:t>Trachinotus </a:t>
            </a:r>
            <a:r>
              <a:rPr lang="en-US" sz="800" i="1" dirty="0" err="1">
                <a:solidFill>
                  <a:schemeClr val="bg1"/>
                </a:solidFill>
              </a:rPr>
              <a:t>carolinus</a:t>
            </a:r>
            <a:r>
              <a:rPr lang="en-US" sz="800" dirty="0">
                <a:solidFill>
                  <a:schemeClr val="bg1"/>
                </a:solidFill>
              </a:rPr>
              <a:t>, in Louisiana. </a:t>
            </a:r>
            <a:r>
              <a:rPr lang="en-US" sz="800" i="1" dirty="0">
                <a:solidFill>
                  <a:schemeClr val="bg1"/>
                </a:solidFill>
              </a:rPr>
              <a:t>Transactions of the American Fisheries Society </a:t>
            </a:r>
            <a:r>
              <a:rPr lang="en-US" sz="800" dirty="0">
                <a:solidFill>
                  <a:schemeClr val="bg1"/>
                </a:solidFill>
              </a:rPr>
              <a:t>3: 486-494</a:t>
            </a:r>
          </a:p>
        </p:txBody>
      </p:sp>
      <p:sp>
        <p:nvSpPr>
          <p:cNvPr id="12" name="TextBox 11">
            <a:extLst>
              <a:ext uri="{FF2B5EF4-FFF2-40B4-BE49-F238E27FC236}">
                <a16:creationId xmlns:a16="http://schemas.microsoft.com/office/drawing/2014/main" id="{258347A8-1A30-DE4A-5341-193B88956FAA}"/>
              </a:ext>
            </a:extLst>
          </p:cNvPr>
          <p:cNvSpPr txBox="1"/>
          <p:nvPr/>
        </p:nvSpPr>
        <p:spPr>
          <a:xfrm>
            <a:off x="4267948" y="4061535"/>
            <a:ext cx="3429000" cy="1031051"/>
          </a:xfrm>
          <a:prstGeom prst="rect">
            <a:avLst/>
          </a:prstGeom>
          <a:noFill/>
        </p:spPr>
        <p:txBody>
          <a:bodyPr wrap="square" rtlCol="0">
            <a:spAutoFit/>
          </a:bodyPr>
          <a:lstStyle/>
          <a:p>
            <a:pPr marL="115888" indent="-115888">
              <a:spcAft>
                <a:spcPts val="600"/>
              </a:spcAft>
            </a:pPr>
            <a:r>
              <a:rPr lang="en-US" sz="800" dirty="0">
                <a:solidFill>
                  <a:schemeClr val="bg1"/>
                </a:solidFill>
              </a:rPr>
              <a:t>Cortes, E. 1997. A Critical Review of Methods of Studying Fish Feeding Based on Analysis of Stomach Contents: Application to Elasmobranch fishes. </a:t>
            </a:r>
            <a:r>
              <a:rPr lang="en-US" sz="800" i="1" dirty="0">
                <a:solidFill>
                  <a:schemeClr val="bg1"/>
                </a:solidFill>
              </a:rPr>
              <a:t>Canadian Journal of Fisheries and Aquatic Sciences</a:t>
            </a:r>
            <a:r>
              <a:rPr lang="en-US" sz="800" dirty="0">
                <a:solidFill>
                  <a:schemeClr val="bg1"/>
                </a:solidFill>
              </a:rPr>
              <a:t> 54:726-738</a:t>
            </a:r>
          </a:p>
          <a:p>
            <a:pPr marL="115888" indent="-115888">
              <a:spcAft>
                <a:spcPts val="600"/>
              </a:spcAft>
            </a:pPr>
            <a:r>
              <a:rPr lang="en-US" sz="800" dirty="0" err="1">
                <a:solidFill>
                  <a:schemeClr val="bg1"/>
                </a:solidFill>
              </a:rPr>
              <a:t>DeLancey</a:t>
            </a:r>
            <a:r>
              <a:rPr lang="en-US" sz="800" dirty="0">
                <a:solidFill>
                  <a:schemeClr val="bg1"/>
                </a:solidFill>
              </a:rPr>
              <a:t>, </a:t>
            </a:r>
            <a:r>
              <a:rPr lang="en-US" sz="800" dirty="0" err="1">
                <a:solidFill>
                  <a:schemeClr val="bg1"/>
                </a:solidFill>
              </a:rPr>
              <a:t>L.B</a:t>
            </a:r>
            <a:r>
              <a:rPr lang="en-US" sz="800" dirty="0">
                <a:solidFill>
                  <a:schemeClr val="bg1"/>
                </a:solidFill>
              </a:rPr>
              <a:t>. 1989. Trophic Relationship in the Surf Zone During the Summer at Folly Beach, South Carolina.  </a:t>
            </a:r>
            <a:r>
              <a:rPr lang="en-US" sz="800" i="1" dirty="0">
                <a:solidFill>
                  <a:schemeClr val="bg1"/>
                </a:solidFill>
              </a:rPr>
              <a:t>Journal of Coastal Research </a:t>
            </a:r>
            <a:r>
              <a:rPr lang="en-US" sz="800" dirty="0">
                <a:solidFill>
                  <a:schemeClr val="bg1"/>
                </a:solidFill>
              </a:rPr>
              <a:t>5: 477-488</a:t>
            </a:r>
          </a:p>
        </p:txBody>
      </p:sp>
    </p:spTree>
    <p:extLst>
      <p:ext uri="{BB962C8B-B14F-4D97-AF65-F5344CB8AC3E}">
        <p14:creationId xmlns:p14="http://schemas.microsoft.com/office/powerpoint/2010/main" val="350560890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6B3B46D6F2D8478A14C4311F55419C" ma:contentTypeVersion="19" ma:contentTypeDescription="Create a new document." ma:contentTypeScope="" ma:versionID="785eca9a2423620b288dacf791cf07d5">
  <xsd:schema xmlns:xsd="http://www.w3.org/2001/XMLSchema" xmlns:xs="http://www.w3.org/2001/XMLSchema" xmlns:p="http://schemas.microsoft.com/office/2006/metadata/properties" xmlns:ns2="b60e07fe-b2d3-44be-a55a-517f66915cca" xmlns:ns3="dfd85f3e-7e0c-49f2-adfb-ac4509e37570" targetNamespace="http://schemas.microsoft.com/office/2006/metadata/properties" ma:root="true" ma:fieldsID="7bf9bcf1ac7b054fc923dc0fc36c87d1" ns2:_="" ns3:_="">
    <xsd:import namespace="b60e07fe-b2d3-44be-a55a-517f66915cca"/>
    <xsd:import namespace="dfd85f3e-7e0c-49f2-adfb-ac4509e3757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0e07fe-b2d3-44be-a55a-517f66915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b50c834-8d4b-4a14-b25e-aaab46c196c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fd85f3e-7e0c-49f2-adfb-ac4509e3757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e448bf1-0c9e-47b2-9ef6-631a27bd8d18}" ma:internalName="TaxCatchAll" ma:showField="CatchAllData" ma:web="dfd85f3e-7e0c-49f2-adfb-ac4509e375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60e07fe-b2d3-44be-a55a-517f66915cca">
      <Terms xmlns="http://schemas.microsoft.com/office/infopath/2007/PartnerControls"/>
    </lcf76f155ced4ddcb4097134ff3c332f>
    <TaxCatchAll xmlns="dfd85f3e-7e0c-49f2-adfb-ac4509e37570" xsi:nil="true"/>
    <SharedWithUsers xmlns="dfd85f3e-7e0c-49f2-adfb-ac4509e37570">
      <UserInfo>
        <DisplayName/>
        <AccountId xsi:nil="true"/>
        <AccountType/>
      </UserInfo>
    </SharedWithUsers>
  </documentManagement>
</p:properties>
</file>

<file path=customXml/itemProps1.xml><?xml version="1.0" encoding="utf-8"?>
<ds:datastoreItem xmlns:ds="http://schemas.openxmlformats.org/officeDocument/2006/customXml" ds:itemID="{8EE133CA-6B02-4DCB-A939-E89C02C28B0E}"/>
</file>

<file path=customXml/itemProps2.xml><?xml version="1.0" encoding="utf-8"?>
<ds:datastoreItem xmlns:ds="http://schemas.openxmlformats.org/officeDocument/2006/customXml" ds:itemID="{E1F43EEF-7D80-4A35-99FE-131CE148DAEC}">
  <ds:schemaRefs>
    <ds:schemaRef ds:uri="http://schemas.microsoft.com/sharepoint/v3/contenttype/forms"/>
  </ds:schemaRefs>
</ds:datastoreItem>
</file>

<file path=customXml/itemProps3.xml><?xml version="1.0" encoding="utf-8"?>
<ds:datastoreItem xmlns:ds="http://schemas.openxmlformats.org/officeDocument/2006/customXml" ds:itemID="{6DAA6D49-D9CE-4131-B59E-72D6FAADABA7}">
  <ds:schemaRefs>
    <ds:schemaRef ds:uri="http://purl.org/dc/dcmitype/"/>
    <ds:schemaRef ds:uri="http://schemas.microsoft.com/office/infopath/2007/PartnerControls"/>
    <ds:schemaRef ds:uri="http://purl.org/dc/elements/1.1/"/>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 ds:uri="655f7fd8-f137-490e-84a1-06f2e8413e36"/>
    <ds:schemaRef ds:uri="9c3f8680-c3fc-4dc9-b024-d4db082a58e5"/>
    <ds:schemaRef ds:uri="http://purl.org/dc/terms/"/>
  </ds:schemaRefs>
</ds:datastoreItem>
</file>

<file path=docMetadata/LabelInfo.xml><?xml version="1.0" encoding="utf-8"?>
<clbl:labelList xmlns:clbl="http://schemas.microsoft.com/office/2020/mipLabelMetadata">
  <clbl:label id="{22136781-9753-4c75-af28-68a078871ebf}" enabled="0" method="" siteId="{22136781-9753-4c75-af28-68a078871ebf}" removed="1"/>
</clbl:labelList>
</file>

<file path=docProps/app.xml><?xml version="1.0" encoding="utf-8"?>
<Properties xmlns="http://schemas.openxmlformats.org/officeDocument/2006/extended-properties" xmlns:vt="http://schemas.openxmlformats.org/officeDocument/2006/docPropsVTypes">
  <TotalTime>36287</TotalTime>
  <Words>1424</Words>
  <Application>Microsoft Office PowerPoint</Application>
  <PresentationFormat>On-screen Show (4:3)</PresentationFormat>
  <Paragraphs>154</Paragraphs>
  <Slides>24</Slides>
  <Notes>23</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0</vt:i4>
      </vt:variant>
      <vt:variant>
        <vt:lpstr>Slide Titles</vt:lpstr>
      </vt:variant>
      <vt:variant>
        <vt:i4>24</vt:i4>
      </vt:variant>
    </vt:vector>
  </HeadingPairs>
  <TitlesOfParts>
    <vt:vector size="37" baseType="lpstr">
      <vt:lpstr>Aptos</vt:lpstr>
      <vt:lpstr>Arial</vt:lpstr>
      <vt:lpstr>Baskerville Old Face</vt:lpstr>
      <vt:lpstr>Calibri</vt:lpstr>
      <vt:lpstr>Century Gothic</vt:lpstr>
      <vt:lpstr>Comic Sans MS</vt:lpstr>
      <vt:lpstr>Garamond</vt:lpstr>
      <vt:lpstr>Georgia</vt:lpstr>
      <vt:lpstr>roboto</vt:lpstr>
      <vt:lpstr>Times</vt:lpstr>
      <vt:lpstr>Times New Roman</vt:lpstr>
      <vt:lpstr>Trebuchet MS</vt:lpstr>
      <vt:lpstr>Default Design</vt:lpstr>
      <vt:lpstr>PowerPoint Presentation</vt:lpstr>
      <vt:lpstr>A Scientific Poster is…</vt:lpstr>
      <vt:lpstr>A Scientific Poster should be:</vt:lpstr>
      <vt:lpstr>The Basics</vt:lpstr>
      <vt:lpstr>Standard Dimensions</vt:lpstr>
      <vt:lpstr>1” empty space on all sides**</vt:lpstr>
      <vt:lpstr>Guides = Your friends.</vt:lpstr>
      <vt:lpstr>Images</vt:lpstr>
      <vt:lpstr>Fine Line</vt:lpstr>
      <vt:lpstr>Fine Line</vt:lpstr>
      <vt:lpstr>Photo Backgrounds</vt:lpstr>
      <vt:lpstr>Text</vt:lpstr>
      <vt:lpstr>PowerPoint Presentation</vt:lpstr>
      <vt:lpstr>Very Loosely Suggested  Font Sizes</vt:lpstr>
      <vt:lpstr>Very Loosely Suggested  Font Sizes </vt:lpstr>
      <vt:lpstr>Serif vs. Sans-Serif Fonts</vt:lpstr>
      <vt:lpstr>Good Font, Bad Font*</vt:lpstr>
      <vt:lpstr>Fonts + Charts/Graphs</vt:lpstr>
      <vt:lpstr>Text Miscellany</vt:lpstr>
      <vt:lpstr>Internal Margins</vt:lpstr>
      <vt:lpstr>PowerPoint Presentation</vt:lpstr>
      <vt:lpstr>PowerPoint Presentation</vt:lpstr>
      <vt:lpstr>Graphics &gt; Text</vt:lpstr>
      <vt:lpstr>References, an eyesore</vt:lpstr>
    </vt:vector>
  </TitlesOfParts>
  <Company>UNCW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smithmd</dc:creator>
  <cp:lastModifiedBy>Settin, Bentley Fielding</cp:lastModifiedBy>
  <cp:revision>230</cp:revision>
  <dcterms:created xsi:type="dcterms:W3CDTF">2008-02-26T19:24:26Z</dcterms:created>
  <dcterms:modified xsi:type="dcterms:W3CDTF">2026-01-27T17:51:20Z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0x010100636B3B46D6F2D8478A14C4311F55419C</vt:lpwstr>
  </property>
  <property fmtid="{D5CDD505-2E9C-101B-9397-08002B2CF9AE}" pid="3" name="_SourceUrl">
    <vt:lpwstr/>
  </property>
  <property fmtid="{D5CDD505-2E9C-101B-9397-08002B2CF9AE}" pid="4" name="_SharedFileIndex">
    <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MediaServiceImageTags">
    <vt:lpwstr/>
  </property>
</Properties>
</file>